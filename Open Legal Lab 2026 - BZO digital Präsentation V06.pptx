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2" r:id="rId3"/>
    <p:sldId id="263" r:id="rId4"/>
    <p:sldId id="265" r:id="rId5"/>
    <p:sldId id="283" r:id="rId6"/>
    <p:sldId id="266" r:id="rId7"/>
    <p:sldId id="282" r:id="rId8"/>
    <p:sldId id="261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4" r:id="rId23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B7A9"/>
    <a:srgbClr val="03363C"/>
    <a:srgbClr val="323433"/>
    <a:srgbClr val="3335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87" autoAdjust="0"/>
    <p:restoredTop sz="86370"/>
  </p:normalViewPr>
  <p:slideViewPr>
    <p:cSldViewPr snapToGrid="0" snapToObjects="1">
      <p:cViewPr>
        <p:scale>
          <a:sx n="95" d="100"/>
          <a:sy n="95" d="100"/>
        </p:scale>
        <p:origin x="912" y="4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204" d="100"/>
          <a:sy n="204" d="100"/>
        </p:scale>
        <p:origin x="45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5CCE98-7A8A-1F4E-8E01-D347D6ECE8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8" name="Kopfzeilenplatzhalter 7">
            <a:extLst>
              <a:ext uri="{FF2B5EF4-FFF2-40B4-BE49-F238E27FC236}">
                <a16:creationId xmlns:a16="http://schemas.microsoft.com/office/drawing/2014/main" id="{192C273B-FEF6-AE4D-B09E-85F88B929E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EAF9C09-C07A-1D43-937D-EA0F3D4E24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6680" y="-545306"/>
            <a:ext cx="7556500" cy="14351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E4462FD-D5B8-3943-AFC9-E7EA2763D3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3488" y="6399148"/>
            <a:ext cx="7556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6384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Test Header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7801E-AADA-1C49-8F7E-9C272F90AE96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Footer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5377-55E4-144D-8DDF-2D01BB1255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85801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Andreas Jörger</a:t>
            </a:r>
          </a:p>
          <a:p>
            <a:pPr marL="171450" indent="-171450">
              <a:buFontTx/>
              <a:buChar char="-"/>
            </a:pPr>
            <a:r>
              <a:rPr lang="de-CH" dirty="0"/>
              <a:t>Rechtsanwalt im Bau- und Immobilienrecht in Thalwil und Schwyz</a:t>
            </a:r>
          </a:p>
          <a:p>
            <a:pPr marL="171450" indent="-171450">
              <a:buFontTx/>
              <a:buChar char="-"/>
            </a:pPr>
            <a:r>
              <a:rPr lang="de-CH" dirty="0"/>
              <a:t>Erste Challenge: Bau- und Zonenordnung digital</a:t>
            </a:r>
          </a:p>
          <a:p>
            <a:pPr marL="171450" indent="-171450">
              <a:buFontTx/>
              <a:buChar char="-"/>
            </a:pP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/>
              <a:t>Bau- und Zonenordnungen</a:t>
            </a:r>
          </a:p>
          <a:p>
            <a:pPr marL="628650" lvl="1" indent="-171450">
              <a:buFontTx/>
              <a:buChar char="-"/>
            </a:pPr>
            <a:r>
              <a:rPr lang="de-CH" dirty="0"/>
              <a:t>Regelt wo was wie gebaut oder nicht gebaut werden kann</a:t>
            </a:r>
          </a:p>
          <a:p>
            <a:pPr marL="628650" lvl="1" indent="-171450">
              <a:buFontTx/>
              <a:buChar char="-"/>
            </a:pPr>
            <a:r>
              <a:rPr lang="de-CH" dirty="0"/>
              <a:t>Eines der </a:t>
            </a:r>
            <a:r>
              <a:rPr lang="de-CH" dirty="0" err="1"/>
              <a:t>bedeutetsten</a:t>
            </a:r>
            <a:r>
              <a:rPr lang="de-CH" dirty="0"/>
              <a:t> Rechtsgrundlagen auf Gemeindeebene</a:t>
            </a:r>
          </a:p>
          <a:p>
            <a:pPr marL="171450" lvl="0" indent="-171450">
              <a:buFontTx/>
              <a:buChar char="-"/>
            </a:pPr>
            <a:r>
              <a:rPr lang="de-CH" dirty="0"/>
              <a:t>Werden derzeit vielerorts revidiert (</a:t>
            </a:r>
            <a:r>
              <a:rPr lang="de-CH" dirty="0" err="1"/>
              <a:t>prominentestens</a:t>
            </a:r>
            <a:r>
              <a:rPr lang="de-CH" dirty="0"/>
              <a:t> und wohl umfangreichstes Beispiel Stadt Zürich)</a:t>
            </a:r>
          </a:p>
          <a:p>
            <a:pPr marL="171450" lvl="0" indent="-171450">
              <a:buFontTx/>
              <a:buChar char="-"/>
            </a:pPr>
            <a:endParaRPr lang="de-CH" dirty="0"/>
          </a:p>
          <a:p>
            <a:pPr marL="171450" lvl="0" indent="-171450">
              <a:buFontTx/>
              <a:buChar char="-"/>
            </a:pPr>
            <a:r>
              <a:rPr lang="de-CH" dirty="0"/>
              <a:t>Praktisches Problem</a:t>
            </a:r>
          </a:p>
          <a:p>
            <a:pPr marL="628650" lvl="1" indent="-171450">
              <a:buFontTx/>
              <a:buChar char="-"/>
            </a:pPr>
            <a:r>
              <a:rPr lang="de-CH" dirty="0"/>
              <a:t>Was hat sich geändert</a:t>
            </a:r>
          </a:p>
          <a:p>
            <a:pPr marL="628650" lvl="1" indent="-171450">
              <a:buFontTx/>
              <a:buChar char="-"/>
            </a:pPr>
            <a:r>
              <a:rPr lang="de-CH" dirty="0"/>
              <a:t>Weshalb hat es sich geändert etc.</a:t>
            </a:r>
          </a:p>
          <a:p>
            <a:pPr marL="171450" lvl="0" indent="-171450">
              <a:buFontTx/>
              <a:buChar char="-"/>
            </a:pPr>
            <a:endParaRPr lang="de-CH" dirty="0"/>
          </a:p>
          <a:p>
            <a:pPr marL="171450" lvl="0" indent="-171450">
              <a:buFontTx/>
              <a:buChar char="-"/>
            </a:pPr>
            <a:r>
              <a:rPr lang="de-CH" dirty="0" err="1"/>
              <a:t>Bsp</a:t>
            </a:r>
            <a:r>
              <a:rPr lang="de-CH" dirty="0"/>
              <a:t>: Art. 15 BZO Oberrieden</a:t>
            </a:r>
          </a:p>
          <a:p>
            <a:pPr marL="171450" lvl="0" indent="-171450">
              <a:buFontTx/>
              <a:buChar char="-"/>
            </a:pPr>
            <a:endParaRPr lang="de-CH" dirty="0"/>
          </a:p>
          <a:p>
            <a:pPr marL="171450" lvl="0" indent="-171450">
              <a:buFontTx/>
              <a:buChar char="-"/>
            </a:pPr>
            <a:r>
              <a:rPr lang="de-CH" dirty="0"/>
              <a:t>2. PDF Synopse alt vs. neu</a:t>
            </a:r>
          </a:p>
          <a:p>
            <a:pPr marL="171450" lvl="0" indent="-171450">
              <a:buFontTx/>
              <a:buChar char="-"/>
            </a:pPr>
            <a:r>
              <a:rPr lang="de-CH" dirty="0"/>
              <a:t>3. PDF erläuternder Bericht</a:t>
            </a:r>
          </a:p>
          <a:p>
            <a:pPr marL="171450" lvl="0" indent="-171450">
              <a:buFontTx/>
              <a:buChar char="-"/>
            </a:pPr>
            <a:r>
              <a:rPr lang="de-CH" dirty="0"/>
              <a:t>4. PDF Einwendungsbericht</a:t>
            </a:r>
          </a:p>
          <a:p>
            <a:pPr marL="171450" lvl="0" indent="-171450">
              <a:buFontTx/>
              <a:buChar char="-"/>
            </a:pPr>
            <a:r>
              <a:rPr lang="de-CH" dirty="0"/>
              <a:t>5. PDF Beleuchtender Bericht</a:t>
            </a:r>
          </a:p>
          <a:p>
            <a:pPr marL="171450" lvl="0" indent="-171450">
              <a:buFontTx/>
              <a:buChar char="-"/>
            </a:pPr>
            <a:r>
              <a:rPr lang="de-CH" dirty="0"/>
              <a:t>Hinzu kommen diverse Pläne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Test Header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93033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Ziel des Challenges</a:t>
            </a:r>
          </a:p>
          <a:p>
            <a:pPr marL="171450" indent="-171450">
              <a:buFontTx/>
              <a:buChar char="-"/>
            </a:pPr>
            <a:r>
              <a:rPr lang="de-CH" dirty="0"/>
              <a:t>Ersten Prototyp einer Plattform BZO digital</a:t>
            </a:r>
          </a:p>
          <a:p>
            <a:pPr marL="171450" indent="-171450">
              <a:buFontTx/>
              <a:buChar char="-"/>
            </a:pPr>
            <a:r>
              <a:rPr lang="de-CH" dirty="0"/>
              <a:t>Beispielsweise BZO Oberrieden, weil klein, übersichtlich und vor kurzem teilrevidiert</a:t>
            </a:r>
          </a:p>
          <a:p>
            <a:pPr marL="171450" indent="-171450">
              <a:buFontTx/>
              <a:buChar char="-"/>
            </a:pP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/>
              <a:t>Evtl. weitere Möglichkeiten: Grundlage schaffen, auf welcher die vollständige Plattform später weiterentwickelt werden kann</a:t>
            </a:r>
          </a:p>
          <a:p>
            <a:pPr marL="171450" indent="-171450">
              <a:buFontTx/>
              <a:buChar char="-"/>
            </a:pPr>
            <a:r>
              <a:rPr lang="de-CH" dirty="0"/>
              <a:t>Grundlage für weitere solche Projekte schaffen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Test Header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025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Test Header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4936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0">
            <a:extLst>
              <a:ext uri="{FF2B5EF4-FFF2-40B4-BE49-F238E27FC236}">
                <a16:creationId xmlns:a16="http://schemas.microsoft.com/office/drawing/2014/main" id="{176D0281-EE42-9C40-8817-A208A04239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2409660"/>
            <a:ext cx="10515600" cy="8185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48 Pt.</a:t>
            </a:r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A6C1E5B0-F333-2142-BEF9-1285544F6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8800" y="3501652"/>
            <a:ext cx="10515600" cy="2136237"/>
          </a:xfrm>
          <a:prstGeom prst="rect">
            <a:avLst/>
          </a:prstGeom>
        </p:spPr>
        <p:txBody>
          <a:bodyPr wrap="square" tIns="90000" rIns="90000"/>
          <a:lstStyle>
            <a:lvl1pPr marL="0" indent="0">
              <a:buNone/>
              <a:defRPr lang="de-CH" sz="1800" b="0" i="0" u="none" strike="noStrike" smtClean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268571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nitts-&#10;überschrif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7D2D-94E5-5F27-C675-173A8B03C3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799" y="3502800"/>
            <a:ext cx="5677951" cy="182457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GB" dirty="0"/>
              <a:t>Click to add new Section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047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0">
            <a:extLst>
              <a:ext uri="{FF2B5EF4-FFF2-40B4-BE49-F238E27FC236}">
                <a16:creationId xmlns:a16="http://schemas.microsoft.com/office/drawing/2014/main" id="{A22BD047-8E4C-527D-CCDC-BA7972E460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25209" y="1406536"/>
            <a:ext cx="8039191" cy="4962193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itchFamily="2" charset="2"/>
              <a:buChar char="§"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BEB1F-01F7-DDEA-4A4A-950B466AED68}"/>
              </a:ext>
            </a:extLst>
          </p:cNvPr>
          <p:cNvSpPr txBox="1"/>
          <p:nvPr userDrawn="1"/>
        </p:nvSpPr>
        <p:spPr>
          <a:xfrm>
            <a:off x="748800" y="1275659"/>
            <a:ext cx="2177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353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17EBB82C-3E8A-1C48-925C-B76443032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9300" y="1728000"/>
            <a:ext cx="10515600" cy="30638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Regular 20 Pt.</a:t>
            </a:r>
          </a:p>
        </p:txBody>
      </p:sp>
      <p:sp>
        <p:nvSpPr>
          <p:cNvPr id="30" name="Inhaltsplatzhalter 29">
            <a:extLst>
              <a:ext uri="{FF2B5EF4-FFF2-40B4-BE49-F238E27FC236}">
                <a16:creationId xmlns:a16="http://schemas.microsoft.com/office/drawing/2014/main" id="{B0EF0E8E-F056-064E-9A2E-93D4FDDED67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40" name="Textplatzhalter 20">
            <a:extLst>
              <a:ext uri="{FF2B5EF4-FFF2-40B4-BE49-F238E27FC236}">
                <a16:creationId xmlns:a16="http://schemas.microsoft.com/office/drawing/2014/main" id="{0ECE8AA7-941F-7D46-B628-34D6BA6F98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2160000"/>
            <a:ext cx="10515600" cy="4152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92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1E4EAC9-D047-2C45-88F6-4ED6F50D1F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187999"/>
            <a:ext cx="10515600" cy="512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18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1327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 &amp;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4F2A1D-4C21-B942-AAA1-DF7CE523D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9300" y="2182574"/>
            <a:ext cx="5181600" cy="4129448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158A02-13EF-E749-8A40-CB484D50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82575"/>
            <a:ext cx="5181600" cy="4129447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9">
            <a:extLst>
              <a:ext uri="{FF2B5EF4-FFF2-40B4-BE49-F238E27FC236}">
                <a16:creationId xmlns:a16="http://schemas.microsoft.com/office/drawing/2014/main" id="{8FF5512A-ECEE-DC49-BF25-F69F7FBF58D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604500" cy="3918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50BD2459-8B33-D14B-B83C-BA7C2DC35E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800" y="1728000"/>
            <a:ext cx="10604500" cy="30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Untertitel </a:t>
            </a:r>
            <a:r>
              <a:rPr lang="de-DE" dirty="0" err="1"/>
              <a:t>Roboto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20 Pt.</a:t>
            </a:r>
          </a:p>
        </p:txBody>
      </p:sp>
    </p:spTree>
    <p:extLst>
      <p:ext uri="{BB962C8B-B14F-4D97-AF65-F5344CB8AC3E}">
        <p14:creationId xmlns:p14="http://schemas.microsoft.com/office/powerpoint/2010/main" val="314274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9">
            <a:extLst>
              <a:ext uri="{FF2B5EF4-FFF2-40B4-BE49-F238E27FC236}">
                <a16:creationId xmlns:a16="http://schemas.microsoft.com/office/drawing/2014/main" id="{FA0BFAAE-D7C8-684F-BC24-7E4A845F2D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9300" y="1188000"/>
            <a:ext cx="10515600" cy="4801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/>
              <a:t>Titel </a:t>
            </a:r>
            <a:r>
              <a:rPr lang="de-DE" dirty="0" err="1"/>
              <a:t>Roboto</a:t>
            </a:r>
            <a:r>
              <a:rPr lang="de-DE" dirty="0"/>
              <a:t> Regular 28 Pt.</a:t>
            </a:r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AFE4394A-6FF9-1B40-9F55-528FDB6EA7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300" y="1728000"/>
            <a:ext cx="10515600" cy="45840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CH" sz="2000" b="0" i="0" u="none" strike="noStrike" smtClean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29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nk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8EAB27-CF11-98E7-489A-3AACEDAF4E08}"/>
              </a:ext>
            </a:extLst>
          </p:cNvPr>
          <p:cNvSpPr txBox="1"/>
          <p:nvPr userDrawn="1"/>
        </p:nvSpPr>
        <p:spPr>
          <a:xfrm>
            <a:off x="748800" y="3502799"/>
            <a:ext cx="5677200" cy="182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Vielen Dank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88363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7CFDC4-FA67-9A48-AFEA-5E7D410A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35712A-9AAE-8749-AF55-CC983F60D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67726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5454D7-77B3-6C42-8AEB-91F70F505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77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3AE305-4E43-EC4E-BE6B-2200F7FD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116411EA-06D6-E041-9B0E-4331E45F507D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62A407-0734-2E42-A3E7-74C49C85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2547C5-4A0C-E248-9949-6B294267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85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5A4ED-0917-9D43-8A39-CC3D6F02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00EF6C-91BD-A045-9860-29149F712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686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ADEF283-92D0-C24B-8AB2-2563D85B9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4085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139549-30B0-534A-A523-ADC5A04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AAB911A-49BF-3745-B3C5-482F56D23E2C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AA65C3-C5C8-554A-94A6-7E325B68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0CF6B6-588C-4E44-88B0-AC71937E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4892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E1BDD-FBDE-3B40-B60B-F5D47B48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992"/>
            <a:ext cx="10515600" cy="611696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37FDC8-3A96-D649-86EF-9D9412966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17723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2A71BE-6A5B-5F44-AC93-F6FEA16C7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D4E0C52A-29C9-FF4F-9069-00A38FDE22D9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450247-9996-1F4C-B4F2-389301C8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524CD-CF85-454D-B4DE-762B8A6A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8542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834B5A7-7CA7-5B47-BB33-CA9E8FECC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04856"/>
          </a:xfrm>
          <a:prstGeom prst="rect">
            <a:avLst/>
          </a:prstGeom>
        </p:spPr>
        <p:txBody>
          <a:bodyPr vert="eaVert"/>
          <a:lstStyle>
            <a:lvl1pPr>
              <a:defRPr sz="2800" b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87E7AB-345F-314C-BA55-25801AC4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04856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8388B-2A7D-6C48-A506-6F3B61FD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5F3772E1-035C-8C42-A85B-0BC63446A0F6}" type="datetime1">
              <a:rPr lang="de-CH" smtClean="0"/>
              <a:pPr/>
              <a:t>27.04.2026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1AE90-9DBF-C343-A3DA-E2C39BDA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FF1546-4B4E-F349-8CAC-E3F211C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F8E137B8-4BA6-5147-B42F-92EB67E4800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2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443CE-945E-AE4A-B31A-35F09132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4386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tx1"/>
                </a:solidFill>
                <a:latin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259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FA36828-6A4B-464C-9C67-068D09C4462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6400800" cy="1144988"/>
          </a:xfrm>
          <a:prstGeom prst="rect">
            <a:avLst/>
          </a:prstGeom>
          <a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73E8C-FAD2-F1DC-8AEF-0CB4BA83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800" y="2160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 dirty="0" err="1"/>
              <a:t>Fliesstext</a:t>
            </a:r>
            <a:r>
              <a:rPr lang="de-DE" dirty="0"/>
              <a:t> </a:t>
            </a:r>
            <a:r>
              <a:rPr lang="de-DE" dirty="0" err="1"/>
              <a:t>Roboto</a:t>
            </a:r>
            <a:r>
              <a:rPr lang="de-DE" dirty="0"/>
              <a:t> Regular 18 Pt. - </a:t>
            </a:r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547534-BB19-ACB9-BF60-556E0ADC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" y="1188000"/>
            <a:ext cx="10515600" cy="46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74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63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None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1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upla.info/" TargetMode="External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13B034-4850-001B-320A-DCC011519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de-CH" dirty="0"/>
              <a:t>#12 nupla.info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CEB5B-A97E-3857-04FE-BBA7FDE034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Revidierte Bau- und Zonenordnung (BZO) digital</a:t>
            </a:r>
          </a:p>
          <a:p>
            <a:endParaRPr lang="de-CH" dirty="0"/>
          </a:p>
          <a:p>
            <a:r>
              <a:rPr lang="de-CH" dirty="0"/>
              <a:t>Andreas</a:t>
            </a:r>
            <a:r>
              <a:rPr lang="de-CH" baseline="30000" dirty="0"/>
              <a:t>2</a:t>
            </a:r>
            <a:r>
              <a:rPr lang="de-CH" dirty="0"/>
              <a:t>, Colin, Kushtrim, Martin, Simon, Thomas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9023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DD7C-3392-5164-6E0D-B4B84C7F2F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Problem</a:t>
            </a:r>
            <a:endParaRPr lang="en-CH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E5FFD3A-5288-B97C-649A-60930C454C9D}"/>
              </a:ext>
            </a:extLst>
          </p:cNvPr>
          <p:cNvGrpSpPr/>
          <p:nvPr/>
        </p:nvGrpSpPr>
        <p:grpSpPr>
          <a:xfrm>
            <a:off x="378805" y="1821892"/>
            <a:ext cx="3370235" cy="4778383"/>
            <a:chOff x="378805" y="1821892"/>
            <a:chExt cx="3370235" cy="4778383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99C7593E-5C1F-B87C-E38C-5BD591470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805" y="1821892"/>
              <a:ext cx="3370235" cy="4778383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E5BD63B-5445-A2A1-8022-1ED8FA884708}"/>
                </a:ext>
              </a:extLst>
            </p:cNvPr>
            <p:cNvSpPr txBox="1"/>
            <p:nvPr/>
          </p:nvSpPr>
          <p:spPr>
            <a:xfrm>
              <a:off x="511096" y="1926884"/>
              <a:ext cx="3052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400" b="1" dirty="0">
                  <a:solidFill>
                    <a:srgbClr val="00B050"/>
                  </a:solidFill>
                </a:rPr>
                <a:t>1. </a:t>
              </a:r>
              <a:r>
                <a:rPr lang="de-CH" sz="2400" b="1" dirty="0" err="1">
                  <a:solidFill>
                    <a:srgbClr val="00B050"/>
                  </a:solidFill>
                </a:rPr>
                <a:t>nBZO</a:t>
              </a:r>
              <a:endParaRPr lang="de-CH" sz="24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0C799BE-1C2F-33E0-7349-8E96D5C2E19C}"/>
              </a:ext>
            </a:extLst>
          </p:cNvPr>
          <p:cNvGrpSpPr/>
          <p:nvPr/>
        </p:nvGrpSpPr>
        <p:grpSpPr>
          <a:xfrm>
            <a:off x="1131525" y="385616"/>
            <a:ext cx="6542527" cy="3465024"/>
            <a:chOff x="1131525" y="385616"/>
            <a:chExt cx="6542527" cy="3465024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0BAC2137-3103-8797-230C-9D243CB8A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3154" y="385616"/>
              <a:ext cx="3070898" cy="2170427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27E54FED-F71B-0C55-6577-407A007668FF}"/>
                </a:ext>
              </a:extLst>
            </p:cNvPr>
            <p:cNvSpPr txBox="1"/>
            <p:nvPr/>
          </p:nvSpPr>
          <p:spPr>
            <a:xfrm>
              <a:off x="4652625" y="1564251"/>
              <a:ext cx="21240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400" b="1" dirty="0">
                  <a:solidFill>
                    <a:srgbClr val="FFC000"/>
                  </a:solidFill>
                </a:rPr>
                <a:t>2. Synopse </a:t>
              </a:r>
              <a:br>
                <a:rPr lang="de-CH" sz="2400" b="1" dirty="0">
                  <a:solidFill>
                    <a:srgbClr val="FFC000"/>
                  </a:solidFill>
                </a:rPr>
              </a:br>
              <a:r>
                <a:rPr lang="de-CH" sz="2400" b="1" dirty="0">
                  <a:solidFill>
                    <a:srgbClr val="FFC000"/>
                  </a:solidFill>
                </a:rPr>
                <a:t>alt vs. neu</a:t>
              </a:r>
            </a:p>
          </p:txBody>
        </p: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58D7FE76-B54D-94A7-5048-BCB59E221A82}"/>
                </a:ext>
              </a:extLst>
            </p:cNvPr>
            <p:cNvCxnSpPr>
              <a:cxnSpLocks/>
              <a:stCxn id="39" idx="6"/>
              <a:endCxn id="9" idx="1"/>
            </p:cNvCxnSpPr>
            <p:nvPr/>
          </p:nvCxnSpPr>
          <p:spPr>
            <a:xfrm flipV="1">
              <a:off x="1131525" y="1979750"/>
              <a:ext cx="3521100" cy="18708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24EF06A-8EF6-835F-45D3-BAA90BFF9E6B}"/>
              </a:ext>
            </a:extLst>
          </p:cNvPr>
          <p:cNvGrpSpPr/>
          <p:nvPr/>
        </p:nvGrpSpPr>
        <p:grpSpPr>
          <a:xfrm>
            <a:off x="1131525" y="2964105"/>
            <a:ext cx="6542527" cy="3636169"/>
            <a:chOff x="1131525" y="2964105"/>
            <a:chExt cx="6542527" cy="3636169"/>
          </a:xfrm>
        </p:grpSpPr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A745E00C-4184-F375-B6F3-2AA470994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72443" y="2964105"/>
              <a:ext cx="2568645" cy="3636169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F3996F66-0DFE-DCCF-171D-C6B95B43E20F}"/>
                </a:ext>
              </a:extLst>
            </p:cNvPr>
            <p:cNvSpPr txBox="1"/>
            <p:nvPr/>
          </p:nvSpPr>
          <p:spPr>
            <a:xfrm>
              <a:off x="5064468" y="3127595"/>
              <a:ext cx="26095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400" b="1" dirty="0">
                  <a:solidFill>
                    <a:srgbClr val="FFC000"/>
                  </a:solidFill>
                </a:rPr>
                <a:t>3. </a:t>
              </a:r>
              <a:r>
                <a:rPr lang="de-CH" sz="2400" b="1" dirty="0" err="1">
                  <a:solidFill>
                    <a:srgbClr val="FFC000"/>
                  </a:solidFill>
                </a:rPr>
                <a:t>Erläutender</a:t>
              </a:r>
              <a:r>
                <a:rPr lang="de-CH" sz="2400" b="1" dirty="0">
                  <a:solidFill>
                    <a:srgbClr val="FFC000"/>
                  </a:solidFill>
                </a:rPr>
                <a:t> Bericht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C8CABD65-7E1C-0112-F986-460453797D5F}"/>
                </a:ext>
              </a:extLst>
            </p:cNvPr>
            <p:cNvCxnSpPr>
              <a:cxnSpLocks/>
              <a:stCxn id="39" idx="6"/>
            </p:cNvCxnSpPr>
            <p:nvPr/>
          </p:nvCxnSpPr>
          <p:spPr>
            <a:xfrm flipV="1">
              <a:off x="1131525" y="3429000"/>
              <a:ext cx="3932943" cy="42164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D2C8B61-E4C8-A456-5F98-C40CD113AB07}"/>
              </a:ext>
            </a:extLst>
          </p:cNvPr>
          <p:cNvGrpSpPr/>
          <p:nvPr/>
        </p:nvGrpSpPr>
        <p:grpSpPr>
          <a:xfrm>
            <a:off x="1178453" y="2964106"/>
            <a:ext cx="10085947" cy="3636169"/>
            <a:chOff x="1178453" y="2964106"/>
            <a:chExt cx="10085947" cy="3636169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880E7FB4-33A8-2705-6DA0-A2FE95ED9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9890" y="2964106"/>
              <a:ext cx="2570585" cy="3636169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2D0EC86-C3B1-8A1E-BAA2-660F6B91F147}"/>
                </a:ext>
              </a:extLst>
            </p:cNvPr>
            <p:cNvSpPr txBox="1"/>
            <p:nvPr/>
          </p:nvSpPr>
          <p:spPr>
            <a:xfrm>
              <a:off x="8702290" y="5632843"/>
              <a:ext cx="25621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400" b="1" dirty="0">
                  <a:solidFill>
                    <a:srgbClr val="FFC000"/>
                  </a:solidFill>
                </a:rPr>
                <a:t>5. Beleuchtender Bericht GR</a:t>
              </a:r>
            </a:p>
          </p:txBody>
        </p: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E103F276-F08E-E639-BD7C-9D533BCACEA7}"/>
                </a:ext>
              </a:extLst>
            </p:cNvPr>
            <p:cNvCxnSpPr>
              <a:cxnSpLocks/>
            </p:cNvCxnSpPr>
            <p:nvPr/>
          </p:nvCxnSpPr>
          <p:spPr>
            <a:xfrm>
              <a:off x="1178453" y="3903506"/>
              <a:ext cx="7523837" cy="2144835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Ellipse 38">
            <a:extLst>
              <a:ext uri="{FF2B5EF4-FFF2-40B4-BE49-F238E27FC236}">
                <a16:creationId xmlns:a16="http://schemas.microsoft.com/office/drawing/2014/main" id="{72679E74-353D-D645-466D-6988591692E7}"/>
              </a:ext>
            </a:extLst>
          </p:cNvPr>
          <p:cNvSpPr/>
          <p:nvPr/>
        </p:nvSpPr>
        <p:spPr>
          <a:xfrm>
            <a:off x="511096" y="3667760"/>
            <a:ext cx="620429" cy="36576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8FEC5F2-372C-15F8-9747-AD133D70FA44}"/>
              </a:ext>
            </a:extLst>
          </p:cNvPr>
          <p:cNvGrpSpPr/>
          <p:nvPr/>
        </p:nvGrpSpPr>
        <p:grpSpPr>
          <a:xfrm>
            <a:off x="1178453" y="385616"/>
            <a:ext cx="11013547" cy="3459708"/>
            <a:chOff x="1178453" y="385616"/>
            <a:chExt cx="11013547" cy="3459708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11344876-A077-1FB5-ED8C-4FC3BDD04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47177" y="385616"/>
              <a:ext cx="3070801" cy="2170427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</p:pic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767F2617-9B5F-E738-A0E9-7EE65E18D139}"/>
                </a:ext>
              </a:extLst>
            </p:cNvPr>
            <p:cNvSpPr txBox="1"/>
            <p:nvPr/>
          </p:nvSpPr>
          <p:spPr>
            <a:xfrm>
              <a:off x="8260080" y="2094378"/>
              <a:ext cx="3931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400" b="1" dirty="0">
                  <a:solidFill>
                    <a:srgbClr val="FFC000"/>
                  </a:solidFill>
                </a:rPr>
                <a:t>4. Einwendungsbericht</a:t>
              </a: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A0C52C2B-65A5-6B0A-4DFA-43878F00F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453" y="2458384"/>
              <a:ext cx="7264509" cy="1386940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610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4F5A1F-EC3D-A3C1-A0B7-13D160630C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Ziele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455F6-1294-8D22-14D8-F520D1F661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e-DE" dirty="0"/>
              <a:t>Erster Prototyp einer Plattform BZO digital</a:t>
            </a:r>
          </a:p>
          <a:p>
            <a:pPr marL="342900" indent="-342900">
              <a:buAutoNum type="arabicPeriod"/>
            </a:pPr>
            <a:r>
              <a:rPr lang="de-DE" dirty="0"/>
              <a:t>(Grundlage schaffen, auf welcher die vollständige Plattform später weiterentwickelt werden kann)</a:t>
            </a:r>
          </a:p>
          <a:p>
            <a:pPr marL="342900" indent="-342900">
              <a:buAutoNum type="arabicPeriod"/>
            </a:pPr>
            <a:r>
              <a:rPr lang="de-DE" dirty="0"/>
              <a:t>(Grundlage für weitere solche Projekte schaffen)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BA41C84-ECA6-565E-B29C-BE5D13B0AF9D}"/>
              </a:ext>
            </a:extLst>
          </p:cNvPr>
          <p:cNvGrpSpPr/>
          <p:nvPr/>
        </p:nvGrpSpPr>
        <p:grpSpPr>
          <a:xfrm rot="21186976">
            <a:off x="4985729" y="3494634"/>
            <a:ext cx="5836740" cy="3266366"/>
            <a:chOff x="3395818" y="3059101"/>
            <a:chExt cx="5836740" cy="3266366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781F4DE-3D3F-800A-1EB3-1D0FA3DAA639}"/>
                </a:ext>
              </a:extLst>
            </p:cNvPr>
            <p:cNvSpPr/>
            <p:nvPr/>
          </p:nvSpPr>
          <p:spPr>
            <a:xfrm>
              <a:off x="3395818" y="3059101"/>
              <a:ext cx="5675376" cy="59615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90726E7-E185-B6CA-3351-BA9394F8ACD7}"/>
                </a:ext>
              </a:extLst>
            </p:cNvPr>
            <p:cNvGrpSpPr/>
            <p:nvPr/>
          </p:nvGrpSpPr>
          <p:grpSpPr>
            <a:xfrm>
              <a:off x="3395818" y="3655258"/>
              <a:ext cx="5836740" cy="2670209"/>
              <a:chOff x="4169664" y="3478624"/>
              <a:chExt cx="5836740" cy="2670209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77974CC8-D419-43B8-07E0-38B89B6F5209}"/>
                  </a:ext>
                </a:extLst>
              </p:cNvPr>
              <p:cNvSpPr/>
              <p:nvPr/>
            </p:nvSpPr>
            <p:spPr>
              <a:xfrm>
                <a:off x="4169664" y="3478624"/>
                <a:ext cx="5675376" cy="2670209"/>
              </a:xfrm>
              <a:prstGeom prst="rect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54A366D-1AD6-52DA-F898-6F1631DDA6DF}"/>
                  </a:ext>
                </a:extLst>
              </p:cNvPr>
              <p:cNvSpPr txBox="1"/>
              <p:nvPr/>
            </p:nvSpPr>
            <p:spPr>
              <a:xfrm>
                <a:off x="4406901" y="3622265"/>
                <a:ext cx="18211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2400" dirty="0">
                    <a:solidFill>
                      <a:srgbClr val="00B050"/>
                    </a:solidFill>
                  </a:rPr>
                  <a:t>Art. 15 </a:t>
                </a:r>
                <a:r>
                  <a:rPr lang="de-CH" sz="2400" dirty="0" err="1">
                    <a:solidFill>
                      <a:srgbClr val="00B050"/>
                    </a:solidFill>
                  </a:rPr>
                  <a:t>nBZO</a:t>
                </a:r>
                <a:endParaRPr lang="de-CH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25CA637-A44F-778F-DB55-8CD257AE9C0D}"/>
                  </a:ext>
                </a:extLst>
              </p:cNvPr>
              <p:cNvSpPr txBox="1"/>
              <p:nvPr/>
            </p:nvSpPr>
            <p:spPr>
              <a:xfrm>
                <a:off x="4843780" y="4079465"/>
                <a:ext cx="4544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2400" dirty="0">
                    <a:solidFill>
                      <a:srgbClr val="FFC000"/>
                    </a:solidFill>
                  </a:rPr>
                  <a:t>Vergleich mit altem Gesetzestext </a:t>
                </a: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6C62722-2852-435C-0326-DFFDD55E5F10}"/>
                  </a:ext>
                </a:extLst>
              </p:cNvPr>
              <p:cNvSpPr txBox="1"/>
              <p:nvPr/>
            </p:nvSpPr>
            <p:spPr>
              <a:xfrm>
                <a:off x="4843780" y="4516345"/>
                <a:ext cx="45440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2400" dirty="0">
                    <a:solidFill>
                      <a:srgbClr val="FFC000"/>
                    </a:solidFill>
                  </a:rPr>
                  <a:t>Erläuterungen zu Art. 15 </a:t>
                </a:r>
                <a:r>
                  <a:rPr lang="de-CH" sz="2400" dirty="0" err="1">
                    <a:solidFill>
                      <a:srgbClr val="FFC000"/>
                    </a:solidFill>
                  </a:rPr>
                  <a:t>nBZO</a:t>
                </a:r>
                <a:endParaRPr lang="de-CH" sz="2400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56CA463-0060-BAEE-F5AD-AEA5AD267C7C}"/>
                  </a:ext>
                </a:extLst>
              </p:cNvPr>
              <p:cNvSpPr txBox="1"/>
              <p:nvPr/>
            </p:nvSpPr>
            <p:spPr>
              <a:xfrm>
                <a:off x="4843779" y="5004025"/>
                <a:ext cx="51626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2400" dirty="0">
                    <a:solidFill>
                      <a:srgbClr val="FFC000"/>
                    </a:solidFill>
                  </a:rPr>
                  <a:t>Einwendungen gegen Art. 15 </a:t>
                </a:r>
                <a:r>
                  <a:rPr lang="de-CH" sz="2400" dirty="0" err="1">
                    <a:solidFill>
                      <a:srgbClr val="FFC000"/>
                    </a:solidFill>
                  </a:rPr>
                  <a:t>nBZO</a:t>
                </a:r>
                <a:endParaRPr lang="de-CH" sz="2400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D6995C9-F310-FB61-AB7E-7E32C7048FC0}"/>
                  </a:ext>
                </a:extLst>
              </p:cNvPr>
              <p:cNvSpPr txBox="1"/>
              <p:nvPr/>
            </p:nvSpPr>
            <p:spPr>
              <a:xfrm>
                <a:off x="4843779" y="5523978"/>
                <a:ext cx="51626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sz="2400" dirty="0">
                    <a:solidFill>
                      <a:srgbClr val="FFC000"/>
                    </a:solidFill>
                  </a:rPr>
                  <a:t>Ausführungen GR zu Art. 15 </a:t>
                </a:r>
                <a:r>
                  <a:rPr lang="de-CH" sz="2400" dirty="0" err="1">
                    <a:solidFill>
                      <a:srgbClr val="FFC000"/>
                    </a:solidFill>
                  </a:rPr>
                  <a:t>nBZO</a:t>
                </a:r>
                <a:endParaRPr lang="de-CH" sz="2400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F9D17D79-217B-38AC-351F-17DAE6E2A795}"/>
                </a:ext>
              </a:extLst>
            </p:cNvPr>
            <p:cNvSpPr txBox="1"/>
            <p:nvPr/>
          </p:nvSpPr>
          <p:spPr>
            <a:xfrm>
              <a:off x="3633054" y="3113395"/>
              <a:ext cx="37381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400" b="1" dirty="0">
                  <a:solidFill>
                    <a:srgbClr val="7030A0"/>
                  </a:solidFill>
                </a:rPr>
                <a:t>https://nupla.info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AE4BB34-BE67-F812-7193-9F4FAC64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4115" y="3812006"/>
            <a:ext cx="34798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2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A3853A-AC55-3AF0-EC2F-DFD0C4F668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DD7C-3392-5164-6E0D-B4B84C7F2F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Vorgehen</a:t>
            </a:r>
            <a:endParaRPr lang="en-CH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D1633C8-6D3C-8D7E-1FB2-5C7B2B0B5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9300" y="2160000"/>
            <a:ext cx="10515600" cy="4152023"/>
          </a:xfrm>
        </p:spPr>
        <p:txBody>
          <a:bodyPr/>
          <a:lstStyle/>
          <a:p>
            <a:r>
              <a:rPr lang="de-CH" dirty="0"/>
              <a:t>Naives </a:t>
            </a:r>
            <a:r>
              <a:rPr lang="de-CH" dirty="0" err="1"/>
              <a:t>Prompting</a:t>
            </a:r>
            <a:r>
              <a:rPr lang="de-CH" dirty="0"/>
              <a:t> vs. Entwicklung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5177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DD7C-3392-5164-6E0D-B4B84C7F2F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Vorgehen: Entwicklung</a:t>
            </a:r>
            <a:endParaRPr lang="en-CH" dirty="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E815558-9C71-5B16-CA2B-C6810F17E66B}"/>
              </a:ext>
            </a:extLst>
          </p:cNvPr>
          <p:cNvGrpSpPr/>
          <p:nvPr/>
        </p:nvGrpSpPr>
        <p:grpSpPr>
          <a:xfrm>
            <a:off x="1790529" y="2289312"/>
            <a:ext cx="1610852" cy="1416729"/>
            <a:chOff x="1199321" y="2435086"/>
            <a:chExt cx="1610852" cy="1416729"/>
          </a:xfrm>
        </p:grpSpPr>
        <p:pic>
          <p:nvPicPr>
            <p:cNvPr id="8" name="Grafik 7" descr="Dokument mit einfarbiger Füllung">
              <a:extLst>
                <a:ext uri="{FF2B5EF4-FFF2-40B4-BE49-F238E27FC236}">
                  <a16:creationId xmlns:a16="http://schemas.microsoft.com/office/drawing/2014/main" id="{22566E70-3D6F-2100-C0D5-7655D3E439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99321" y="2653747"/>
              <a:ext cx="855615" cy="855615"/>
            </a:xfrm>
            <a:prstGeom prst="rect">
              <a:avLst/>
            </a:prstGeom>
          </p:spPr>
        </p:pic>
        <p:pic>
          <p:nvPicPr>
            <p:cNvPr id="9" name="Grafik 8" descr="Dokument mit einfarbiger Füllung">
              <a:extLst>
                <a:ext uri="{FF2B5EF4-FFF2-40B4-BE49-F238E27FC236}">
                  <a16:creationId xmlns:a16="http://schemas.microsoft.com/office/drawing/2014/main" id="{73DE5329-D318-04A5-C6D9-E40C549930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10747" y="2435086"/>
              <a:ext cx="855615" cy="855615"/>
            </a:xfrm>
            <a:prstGeom prst="rect">
              <a:avLst/>
            </a:prstGeom>
          </p:spPr>
        </p:pic>
        <p:pic>
          <p:nvPicPr>
            <p:cNvPr id="10" name="Grafik 9" descr="Dokument mit einfarbiger Füllung">
              <a:extLst>
                <a:ext uri="{FF2B5EF4-FFF2-40B4-BE49-F238E27FC236}">
                  <a16:creationId xmlns:a16="http://schemas.microsoft.com/office/drawing/2014/main" id="{7465379E-E849-520F-33DA-9C3690A740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54558" y="2996200"/>
              <a:ext cx="855615" cy="855615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439EEFF9-AD45-BDCF-8F52-8EB855E66D86}"/>
              </a:ext>
            </a:extLst>
          </p:cNvPr>
          <p:cNvSpPr txBox="1"/>
          <p:nvPr/>
        </p:nvSpPr>
        <p:spPr>
          <a:xfrm>
            <a:off x="2241957" y="37642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"/>
              </a:rPr>
              <a:t>PDF</a:t>
            </a:r>
          </a:p>
        </p:txBody>
      </p:sp>
      <p:pic>
        <p:nvPicPr>
          <p:cNvPr id="17" name="Grafik 16" descr="Internet mit einfarbiger Füllung">
            <a:extLst>
              <a:ext uri="{FF2B5EF4-FFF2-40B4-BE49-F238E27FC236}">
                <a16:creationId xmlns:a16="http://schemas.microsoft.com/office/drawing/2014/main" id="{70C5158F-9CE6-A290-A917-15D2F6B2A6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0143" y="4392816"/>
            <a:ext cx="1479238" cy="1479238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47C9B659-0236-438E-0057-854BF1D10F05}"/>
              </a:ext>
            </a:extLst>
          </p:cNvPr>
          <p:cNvSpPr txBox="1"/>
          <p:nvPr/>
        </p:nvSpPr>
        <p:spPr>
          <a:xfrm>
            <a:off x="1456359" y="5946585"/>
            <a:ext cx="2146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"/>
              </a:rPr>
              <a:t>www.oberrieden.ch</a:t>
            </a:r>
            <a:endParaRPr lang="de-DE" dirty="0">
              <a:latin typeface=""/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3E1FE324-508A-5974-7CBE-DA9C0E4E17F6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2565123" y="4133619"/>
            <a:ext cx="0" cy="534235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D97CAB7-6EA2-74C6-B89C-92D3872F12D9}"/>
              </a:ext>
            </a:extLst>
          </p:cNvPr>
          <p:cNvCxnSpPr>
            <a:cxnSpLocks/>
          </p:cNvCxnSpPr>
          <p:nvPr/>
        </p:nvCxnSpPr>
        <p:spPr>
          <a:xfrm>
            <a:off x="3494147" y="2987541"/>
            <a:ext cx="701653" cy="0"/>
          </a:xfrm>
          <a:prstGeom prst="straightConnector1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62743DC-FD44-B788-0092-4217DF15DE57}"/>
              </a:ext>
            </a:extLst>
          </p:cNvPr>
          <p:cNvGrpSpPr/>
          <p:nvPr/>
        </p:nvGrpSpPr>
        <p:grpSpPr>
          <a:xfrm>
            <a:off x="6212239" y="5345860"/>
            <a:ext cx="2389437" cy="1052388"/>
            <a:chOff x="6212239" y="5345860"/>
            <a:chExt cx="2389437" cy="1052388"/>
          </a:xfrm>
        </p:grpSpPr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7854D4C4-A962-9D1B-F9FE-C8B824E7ED35}"/>
                </a:ext>
              </a:extLst>
            </p:cNvPr>
            <p:cNvSpPr txBox="1"/>
            <p:nvPr/>
          </p:nvSpPr>
          <p:spPr>
            <a:xfrm>
              <a:off x="7416736" y="5967419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"/>
                </a:rPr>
                <a:t>nupla.info</a:t>
              </a:r>
            </a:p>
          </p:txBody>
        </p:sp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A4FF2CE6-A13D-992F-B136-6D220B0B9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 l="22705" t="13591" r="25109" b="44346"/>
            <a:stretch>
              <a:fillRect/>
            </a:stretch>
          </p:blipFill>
          <p:spPr>
            <a:xfrm>
              <a:off x="6212239" y="5345860"/>
              <a:ext cx="1305700" cy="1052388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2C334BCE-3339-001A-670F-5CFB103649D1}"/>
              </a:ext>
            </a:extLst>
          </p:cNvPr>
          <p:cNvGrpSpPr/>
          <p:nvPr/>
        </p:nvGrpSpPr>
        <p:grpSpPr>
          <a:xfrm>
            <a:off x="4816483" y="830239"/>
            <a:ext cx="5892652" cy="4314604"/>
            <a:chOff x="4842988" y="1188001"/>
            <a:chExt cx="5892652" cy="4314604"/>
          </a:xfrm>
        </p:grpSpPr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885BE99-0672-024D-CE2A-C50BF1363F38}"/>
                </a:ext>
              </a:extLst>
            </p:cNvPr>
            <p:cNvSpPr txBox="1"/>
            <p:nvPr/>
          </p:nvSpPr>
          <p:spPr>
            <a:xfrm>
              <a:off x="5387695" y="4432368"/>
              <a:ext cx="590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"/>
                </a:rPr>
                <a:t>ALT</a:t>
              </a:r>
            </a:p>
          </p:txBody>
        </p:sp>
        <p:sp>
          <p:nvSpPr>
            <p:cNvPr id="13" name="Abgerundetes Rechteck 12">
              <a:extLst>
                <a:ext uri="{FF2B5EF4-FFF2-40B4-BE49-F238E27FC236}">
                  <a16:creationId xmlns:a16="http://schemas.microsoft.com/office/drawing/2014/main" id="{E3686D3C-ABCB-4EFA-92C8-823C69D15982}"/>
                </a:ext>
              </a:extLst>
            </p:cNvPr>
            <p:cNvSpPr/>
            <p:nvPr/>
          </p:nvSpPr>
          <p:spPr>
            <a:xfrm>
              <a:off x="6535465" y="1995553"/>
              <a:ext cx="1126749" cy="1869961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1AFF569B-7E78-A1B3-A44C-DAE9BA1428F7}"/>
                </a:ext>
              </a:extLst>
            </p:cNvPr>
            <p:cNvSpPr txBox="1"/>
            <p:nvPr/>
          </p:nvSpPr>
          <p:spPr>
            <a:xfrm>
              <a:off x="6737201" y="4434737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"/>
                </a:rPr>
                <a:t>NEU</a:t>
              </a:r>
            </a:p>
          </p:txBody>
        </p:sp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2B19E248-C346-BBBB-ACC2-38CCD37379A1}"/>
                </a:ext>
              </a:extLst>
            </p:cNvPr>
            <p:cNvSpPr/>
            <p:nvPr/>
          </p:nvSpPr>
          <p:spPr>
            <a:xfrm>
              <a:off x="7951240" y="1188001"/>
              <a:ext cx="368214" cy="2720728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Abgerundetes Rechteck 24">
              <a:extLst>
                <a:ext uri="{FF2B5EF4-FFF2-40B4-BE49-F238E27FC236}">
                  <a16:creationId xmlns:a16="http://schemas.microsoft.com/office/drawing/2014/main" id="{6723A0CE-07F2-6B7D-B5D9-A1A439ADF984}"/>
                </a:ext>
              </a:extLst>
            </p:cNvPr>
            <p:cNvSpPr/>
            <p:nvPr/>
          </p:nvSpPr>
          <p:spPr>
            <a:xfrm>
              <a:off x="8525777" y="1836080"/>
              <a:ext cx="368214" cy="186996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A27F4B00-4E8D-A21A-7875-09900B79B2C5}"/>
                </a:ext>
              </a:extLst>
            </p:cNvPr>
            <p:cNvSpPr/>
            <p:nvPr/>
          </p:nvSpPr>
          <p:spPr>
            <a:xfrm>
              <a:off x="9074645" y="1656000"/>
              <a:ext cx="368214" cy="2505777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9" name="Abgerundetes Rechteck 28">
              <a:extLst>
                <a:ext uri="{FF2B5EF4-FFF2-40B4-BE49-F238E27FC236}">
                  <a16:creationId xmlns:a16="http://schemas.microsoft.com/office/drawing/2014/main" id="{603696FE-FB3B-AE53-2523-6A235369EEED}"/>
                </a:ext>
              </a:extLst>
            </p:cNvPr>
            <p:cNvSpPr/>
            <p:nvPr/>
          </p:nvSpPr>
          <p:spPr>
            <a:xfrm>
              <a:off x="5119691" y="2018395"/>
              <a:ext cx="1126749" cy="1869961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26B39B00-E6A0-F1FC-F2E8-3925459CD3F0}"/>
                </a:ext>
              </a:extLst>
            </p:cNvPr>
            <p:cNvSpPr txBox="1"/>
            <p:nvPr/>
          </p:nvSpPr>
          <p:spPr>
            <a:xfrm>
              <a:off x="7745517" y="4296238"/>
              <a:ext cx="19287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"/>
                </a:rPr>
                <a:t>ZUSÄTZLICHER</a:t>
              </a:r>
              <a:br>
                <a:rPr lang="de-DE" dirty="0">
                  <a:latin typeface=""/>
                </a:rPr>
              </a:br>
              <a:r>
                <a:rPr lang="de-DE" dirty="0">
                  <a:latin typeface=""/>
                </a:rPr>
                <a:t>INHALT</a:t>
              </a:r>
            </a:p>
          </p:txBody>
        </p:sp>
        <p:sp>
          <p:nvSpPr>
            <p:cNvPr id="34" name="Abgerundetes Rechteck 33">
              <a:extLst>
                <a:ext uri="{FF2B5EF4-FFF2-40B4-BE49-F238E27FC236}">
                  <a16:creationId xmlns:a16="http://schemas.microsoft.com/office/drawing/2014/main" id="{01D2E91E-F5A0-AD12-7CF9-5062FF1AB0D0}"/>
                </a:ext>
              </a:extLst>
            </p:cNvPr>
            <p:cNvSpPr/>
            <p:nvPr/>
          </p:nvSpPr>
          <p:spPr>
            <a:xfrm rot="16200000">
              <a:off x="7087012" y="457355"/>
              <a:ext cx="368214" cy="4751609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EABB1B99-1889-0C30-01D5-C2C11BF61577}"/>
                </a:ext>
              </a:extLst>
            </p:cNvPr>
            <p:cNvSpPr txBox="1"/>
            <p:nvPr/>
          </p:nvSpPr>
          <p:spPr>
            <a:xfrm>
              <a:off x="9871301" y="2649052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"/>
                </a:rPr>
                <a:t>Art. 15</a:t>
              </a:r>
            </a:p>
          </p:txBody>
        </p:sp>
        <p:sp>
          <p:nvSpPr>
            <p:cNvPr id="39" name="Abgerundetes Rechteck 38">
              <a:extLst>
                <a:ext uri="{FF2B5EF4-FFF2-40B4-BE49-F238E27FC236}">
                  <a16:creationId xmlns:a16="http://schemas.microsoft.com/office/drawing/2014/main" id="{C2C021FD-62BC-3233-9131-A1FEA876E78B}"/>
                </a:ext>
              </a:extLst>
            </p:cNvPr>
            <p:cNvSpPr/>
            <p:nvPr/>
          </p:nvSpPr>
          <p:spPr>
            <a:xfrm rot="16200000">
              <a:off x="9085837" y="1938389"/>
              <a:ext cx="368214" cy="60835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0" name="Abgerundetes Rechteck 39">
              <a:extLst>
                <a:ext uri="{FF2B5EF4-FFF2-40B4-BE49-F238E27FC236}">
                  <a16:creationId xmlns:a16="http://schemas.microsoft.com/office/drawing/2014/main" id="{2EB279A4-78ED-F461-2ACD-0DE70F6975DD}"/>
                </a:ext>
              </a:extLst>
            </p:cNvPr>
            <p:cNvSpPr/>
            <p:nvPr/>
          </p:nvSpPr>
          <p:spPr>
            <a:xfrm rot="16200000">
              <a:off x="7965717" y="3208229"/>
              <a:ext cx="368214" cy="60835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" name="Geschweifte Klammer rechts 45">
              <a:extLst>
                <a:ext uri="{FF2B5EF4-FFF2-40B4-BE49-F238E27FC236}">
                  <a16:creationId xmlns:a16="http://schemas.microsoft.com/office/drawing/2014/main" id="{0F0F1340-5C09-33DB-AB28-6E3532F923C8}"/>
                </a:ext>
              </a:extLst>
            </p:cNvPr>
            <p:cNvSpPr/>
            <p:nvPr/>
          </p:nvSpPr>
          <p:spPr>
            <a:xfrm rot="5400000">
              <a:off x="7275843" y="2335052"/>
              <a:ext cx="734698" cy="5600408"/>
            </a:xfrm>
            <a:prstGeom prst="rightBrac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83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A3853A-AC55-3AF0-EC2F-DFD0C4F668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DD7C-3392-5164-6E0D-B4B84C7F2F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Demo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7639E-D171-BF2A-62FD-C35E24DF38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00AEA81-DAC0-0A8B-0A34-E3ED33900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4074"/>
          <a:stretch>
            <a:fillRect/>
          </a:stretch>
        </p:blipFill>
        <p:spPr>
          <a:xfrm>
            <a:off x="4248534" y="1603533"/>
            <a:ext cx="3479800" cy="194612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5210D5-B13A-F02D-1713-8A4D5D9C5537}"/>
              </a:ext>
            </a:extLst>
          </p:cNvPr>
          <p:cNvSpPr txBox="1">
            <a:spLocks/>
          </p:cNvSpPr>
          <p:nvPr/>
        </p:nvSpPr>
        <p:spPr>
          <a:xfrm>
            <a:off x="2106440" y="3768011"/>
            <a:ext cx="7979120" cy="468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1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6000" b="1" dirty="0">
                <a:solidFill>
                  <a:schemeClr val="bg2">
                    <a:lumMod val="10000"/>
                  </a:schemeClr>
                </a:solidFill>
                <a:hlinkClick r:id="rId3"/>
              </a:rPr>
              <a:t>https://nupla.info</a:t>
            </a:r>
            <a:endParaRPr lang="de-CH" sz="6000" b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de-CH" sz="6000" b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de-CH" sz="6000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307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A3853A-AC55-3AF0-EC2F-DFD0C4F668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EDD7C-3392-5164-6E0D-B4B84C7F2F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CH" dirty="0"/>
              <a:t>Vision / Nächste Schritte</a:t>
            </a:r>
            <a:endParaRPr lang="en-C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7639E-D171-BF2A-62FD-C35E24DF38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CH" dirty="0"/>
              <a:t>Auf die ganze Schweiz erweitern</a:t>
            </a:r>
          </a:p>
          <a:p>
            <a:pPr marL="285750" indent="-285750">
              <a:buFontTx/>
              <a:buChar char="-"/>
            </a:pPr>
            <a:r>
              <a:rPr lang="de-CH" dirty="0"/>
              <a:t>GIS-Daten integrieren</a:t>
            </a:r>
          </a:p>
          <a:p>
            <a:pPr marL="971550" lvl="1" indent="-285750">
              <a:buFontTx/>
              <a:buChar char="-"/>
            </a:pPr>
            <a:r>
              <a:rPr lang="de-CH" dirty="0"/>
              <a:t>Parzellen bezogene Informationen über Änderungen</a:t>
            </a:r>
          </a:p>
          <a:p>
            <a:pPr marL="971550" lvl="1" indent="-285750">
              <a:buFontTx/>
              <a:buChar char="-"/>
            </a:pPr>
            <a:r>
              <a:rPr lang="de-CH" dirty="0"/>
              <a:t>Genauere Daten</a:t>
            </a:r>
          </a:p>
          <a:p>
            <a:pPr marL="285750" indent="-285750">
              <a:buFontTx/>
              <a:buChar char="-"/>
            </a:pPr>
            <a:r>
              <a:rPr lang="de-CH" dirty="0"/>
              <a:t>Amtsblatt-Daten integrieren</a:t>
            </a:r>
          </a:p>
          <a:p>
            <a:pPr marL="971550" lvl="1" indent="-285750">
              <a:buFontTx/>
              <a:buChar char="-"/>
            </a:pPr>
            <a:r>
              <a:rPr lang="de-CH" dirty="0"/>
              <a:t>Einbezug der Fristen für Eigentümer</a:t>
            </a:r>
          </a:p>
          <a:p>
            <a:pPr marL="971550" lvl="1" indent="-285750">
              <a:buFontTx/>
              <a:buChar char="-"/>
            </a:pPr>
            <a:r>
              <a:rPr lang="de-CH" dirty="0"/>
              <a:t>Genauere Daten</a:t>
            </a:r>
          </a:p>
        </p:txBody>
      </p:sp>
    </p:spTree>
    <p:extLst>
      <p:ext uri="{BB962C8B-B14F-4D97-AF65-F5344CB8AC3E}">
        <p14:creationId xmlns:p14="http://schemas.microsoft.com/office/powerpoint/2010/main" val="43218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4BD20AE-7FDD-F0F1-6624-A1B4B23EBBC0}"/>
              </a:ext>
            </a:extLst>
          </p:cNvPr>
          <p:cNvGrpSpPr/>
          <p:nvPr/>
        </p:nvGrpSpPr>
        <p:grpSpPr>
          <a:xfrm>
            <a:off x="11730926" y="6075446"/>
            <a:ext cx="1675861" cy="1190084"/>
            <a:chOff x="11730926" y="6075446"/>
            <a:chExt cx="1675861" cy="1190084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3508A01-54D3-43BB-EDC9-42772EC2314E}"/>
                </a:ext>
              </a:extLst>
            </p:cNvPr>
            <p:cNvSpPr/>
            <p:nvPr/>
          </p:nvSpPr>
          <p:spPr>
            <a:xfrm>
              <a:off x="11730926" y="6478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523E7A6-D6C6-E6CB-FE33-94BC492B8CA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7A694056-7972-3E09-14A3-9F346E28B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11815413" y="6075446"/>
              <a:ext cx="1591374" cy="11900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430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F2AF13D-E690-3560-F955-5B8ABBB2F5AA}"/>
              </a:ext>
            </a:extLst>
          </p:cNvPr>
          <p:cNvGrpSpPr/>
          <p:nvPr/>
        </p:nvGrpSpPr>
        <p:grpSpPr>
          <a:xfrm>
            <a:off x="11273726" y="5746750"/>
            <a:ext cx="1117600" cy="1582654"/>
            <a:chOff x="11273726" y="5746750"/>
            <a:chExt cx="1117600" cy="1582654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3508A01-54D3-43BB-EDC9-42772EC2314E}"/>
                </a:ext>
              </a:extLst>
            </p:cNvPr>
            <p:cNvSpPr/>
            <p:nvPr/>
          </p:nvSpPr>
          <p:spPr>
            <a:xfrm>
              <a:off x="11730926" y="6478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523E7A6-D6C6-E6CB-FE33-94BC492B8CA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2407A1B-2243-8098-7113-FF4266DBFAE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EFA50947-19A7-5089-49A1-3C6E4BB66EBA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5BA2D6C-8B50-7981-C373-DE23785AB01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1B9CDD9-01C6-0EF5-8456-3B4990A507AD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14" name="Ellipse 13">
            <a:extLst>
              <a:ext uri="{FF2B5EF4-FFF2-40B4-BE49-F238E27FC236}">
                <a16:creationId xmlns:a16="http://schemas.microsoft.com/office/drawing/2014/main" id="{29D2212B-D2BD-D73F-4946-1472CD2DA8C4}"/>
              </a:ext>
            </a:extLst>
          </p:cNvPr>
          <p:cNvSpPr/>
          <p:nvPr/>
        </p:nvSpPr>
        <p:spPr>
          <a:xfrm>
            <a:off x="11730926" y="647850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97E62FC-0E15-79F7-CCBF-887BEDA3EAFC}"/>
              </a:ext>
            </a:extLst>
          </p:cNvPr>
          <p:cNvSpPr/>
          <p:nvPr/>
        </p:nvSpPr>
        <p:spPr>
          <a:xfrm>
            <a:off x="11743626" y="61150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0A147AC-B7B7-2D15-8030-4E3FD3DCD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 flipH="1">
            <a:off x="11261663" y="5985062"/>
            <a:ext cx="1591374" cy="11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62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2">
            <a:extLst>
              <a:ext uri="{FF2B5EF4-FFF2-40B4-BE49-F238E27FC236}">
                <a16:creationId xmlns:a16="http://schemas.microsoft.com/office/drawing/2014/main" id="{F3508A01-54D3-43BB-EDC9-42772EC2314E}"/>
              </a:ext>
            </a:extLst>
          </p:cNvPr>
          <p:cNvSpPr/>
          <p:nvPr/>
        </p:nvSpPr>
        <p:spPr>
          <a:xfrm>
            <a:off x="11584949" y="644250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523E7A6-D6C6-E6CB-FE33-94BC492B8CAB}"/>
              </a:ext>
            </a:extLst>
          </p:cNvPr>
          <p:cNvSpPr/>
          <p:nvPr/>
        </p:nvSpPr>
        <p:spPr>
          <a:xfrm>
            <a:off x="11743626" y="61150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2407A1B-2243-8098-7113-FF4266DBFAEB}"/>
              </a:ext>
            </a:extLst>
          </p:cNvPr>
          <p:cNvSpPr/>
          <p:nvPr/>
        </p:nvSpPr>
        <p:spPr>
          <a:xfrm>
            <a:off x="11692826" y="57467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FA50947-19A7-5089-49A1-3C6E4BB66EBA}"/>
              </a:ext>
            </a:extLst>
          </p:cNvPr>
          <p:cNvSpPr/>
          <p:nvPr/>
        </p:nvSpPr>
        <p:spPr>
          <a:xfrm>
            <a:off x="11362626" y="668170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5BA2D6C-8B50-7981-C373-DE23785AB016}"/>
              </a:ext>
            </a:extLst>
          </p:cNvPr>
          <p:cNvSpPr/>
          <p:nvPr/>
        </p:nvSpPr>
        <p:spPr>
          <a:xfrm>
            <a:off x="11273726" y="645310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1B9CDD9-01C6-0EF5-8456-3B4990A507AD}"/>
              </a:ext>
            </a:extLst>
          </p:cNvPr>
          <p:cNvSpPr/>
          <p:nvPr/>
        </p:nvSpPr>
        <p:spPr>
          <a:xfrm>
            <a:off x="11409650" y="623068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2AB450F-B409-E9C0-5151-C8E66B234FD5}"/>
              </a:ext>
            </a:extLst>
          </p:cNvPr>
          <p:cNvSpPr/>
          <p:nvPr/>
        </p:nvSpPr>
        <p:spPr>
          <a:xfrm>
            <a:off x="11335607" y="54841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09BF052-2187-5006-4EC0-D21E0CD88CA8}"/>
              </a:ext>
            </a:extLst>
          </p:cNvPr>
          <p:cNvSpPr/>
          <p:nvPr/>
        </p:nvSpPr>
        <p:spPr>
          <a:xfrm>
            <a:off x="10841239" y="647781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50838AE-881B-9439-C5CD-2CCC03045F1C}"/>
              </a:ext>
            </a:extLst>
          </p:cNvPr>
          <p:cNvSpPr/>
          <p:nvPr/>
        </p:nvSpPr>
        <p:spPr>
          <a:xfrm>
            <a:off x="11840813" y="53530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E6B9716-5596-F226-87A6-5359DA1C3D23}"/>
              </a:ext>
            </a:extLst>
          </p:cNvPr>
          <p:cNvSpPr/>
          <p:nvPr/>
        </p:nvSpPr>
        <p:spPr>
          <a:xfrm>
            <a:off x="11199683" y="589192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14FF0F3-CCED-FF55-16EF-4B1D103EFCAD}"/>
              </a:ext>
            </a:extLst>
          </p:cNvPr>
          <p:cNvSpPr/>
          <p:nvPr/>
        </p:nvSpPr>
        <p:spPr>
          <a:xfrm>
            <a:off x="10866050" y="605256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A694056-7972-3E09-14A3-9F346E28B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 flipH="1">
            <a:off x="10650623" y="5959595"/>
            <a:ext cx="1591374" cy="11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6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47907896-BF8F-3403-813F-E8A40B2493B0}"/>
              </a:ext>
            </a:extLst>
          </p:cNvPr>
          <p:cNvGrpSpPr/>
          <p:nvPr/>
        </p:nvGrpSpPr>
        <p:grpSpPr>
          <a:xfrm>
            <a:off x="9292442" y="4663981"/>
            <a:ext cx="3196071" cy="2665423"/>
            <a:chOff x="9292442" y="4663981"/>
            <a:chExt cx="3196071" cy="2665423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3508A01-54D3-43BB-EDC9-42772EC2314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523E7A6-D6C6-E6CB-FE33-94BC492B8CA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2407A1B-2243-8098-7113-FF4266DBFAE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EFA50947-19A7-5089-49A1-3C6E4BB66EBA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5BA2D6C-8B50-7981-C373-DE23785AB01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1B9CDD9-01C6-0EF5-8456-3B4990A507AD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2AB450F-B409-E9C0-5151-C8E66B234FD5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9BF052-2187-5006-4EC0-D21E0CD88CA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A50838AE-881B-9439-C5CD-2CCC03045F1C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E6B9716-5596-F226-87A6-5359DA1C3D2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14FF0F3-CCED-FF55-16EF-4B1D103EFCA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590B972-BA33-7347-6D6D-82AAE758F36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4DEB6B6-8CC5-45B1-FB17-9350516439F2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C55A0D6B-2203-C513-DAA2-32FCEFD6B23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C688E4B-704C-F984-661E-F28616C2C90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FFD6861-C610-2DCE-F543-7E2EEDB8880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BD358BF-188E-E674-BD40-54C1129FE8ED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AEC65661-EF1D-7858-8B00-F5400813175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126F37A3-C26D-16F8-7D7B-3F9A953FE64F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9A1426C8-1843-2FEC-BF3A-BFE06DCB233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EA82C4E-B016-85C3-BCDE-6E1DEE2A5FAC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28FF631-422B-302B-8C64-6AC385A6645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4362DBA-960F-4EC6-48A5-FCFBB1934D6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F51497-68B2-A300-FF22-209C1678372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7CB4E08E-78C6-4662-0EFB-48687DD2737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7A694056-7972-3E09-14A3-9F346E28B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9292442" y="5350252"/>
              <a:ext cx="1591374" cy="11900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087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964E16AE-34DC-B04D-8DF9-EF50AE3AE445}"/>
              </a:ext>
            </a:extLst>
          </p:cNvPr>
          <p:cNvGrpSpPr/>
          <p:nvPr/>
        </p:nvGrpSpPr>
        <p:grpSpPr>
          <a:xfrm>
            <a:off x="7252907" y="4663981"/>
            <a:ext cx="5235606" cy="3638709"/>
            <a:chOff x="7252907" y="4663981"/>
            <a:chExt cx="5235606" cy="3638709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535110" y="4663981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0C49DB19-29E8-9FF5-B911-E4D1DAAB751E}"/>
                </a:ext>
              </a:extLst>
            </p:cNvPr>
            <p:cNvGrpSpPr/>
            <p:nvPr/>
          </p:nvGrpSpPr>
          <p:grpSpPr>
            <a:xfrm rot="9412871">
              <a:off x="7374622" y="5637267"/>
              <a:ext cx="2953403" cy="2665423"/>
              <a:chOff x="9535110" y="4663981"/>
              <a:chExt cx="2953403" cy="2665423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F0B22222-0AAE-9888-8472-8430CFEABB1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FD915AA2-21C3-D0AC-7594-787BA01BEAB8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85F56718-10C2-02CA-5B71-BB4CF1AE7FA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30B08C8-4C6A-F2C8-94ED-AA60B8050301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C53283AB-8F8D-3121-4166-575A0804497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354BD956-ECEE-E690-D629-95CECF1CD173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1DAEFE60-B08E-F559-FB39-6E224C42821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17AE697A-FE0B-DF50-102F-2214A416682F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2CF5AE3-6F62-582C-E471-30A7286DB1F0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55B6797-AF2C-1DBA-3EF0-D21845B2B9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3B4093E4-AD2B-DFFF-687E-69CC4528DC9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733E19C-8476-7A79-7BEB-F16B6029BBFF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DDB43284-DAD1-D7DE-EF8E-759841734E6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C5C0AD9-0EC0-D83E-EC01-07B7B1BB937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670CBF29-1F31-2B6F-18AA-17E7F373543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DB46C942-425C-1FDA-77D7-7C797752FBC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1FB3F88F-F133-C727-EA13-100671F2589E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3E9A5B5-E7FB-2064-901D-1BC45D01949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29389C3D-205E-309A-6AA4-F716EAD9E60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6634CDF1-E48E-CFE7-496A-C8862A900C04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82144D62-7BD3-0A18-B7E6-D704047A3F9F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87708D8D-A19F-B7F1-6FA1-BDF633997AF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B187B003-BC0F-EB37-91C6-0FC00818EE77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3BB6FEF-F10D-A4E0-F815-AF3BCB5A6C2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CE078B4-7FC3-3CFC-482C-55173A13CD6C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7A694056-7972-3E09-14A3-9F346E28B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7252907" y="5810369"/>
              <a:ext cx="1591374" cy="11900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594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uppieren 210">
            <a:extLst>
              <a:ext uri="{FF2B5EF4-FFF2-40B4-BE49-F238E27FC236}">
                <a16:creationId xmlns:a16="http://schemas.microsoft.com/office/drawing/2014/main" id="{EEB384D8-49FE-2A27-2C9D-7615CD14E374}"/>
              </a:ext>
            </a:extLst>
          </p:cNvPr>
          <p:cNvGrpSpPr/>
          <p:nvPr/>
        </p:nvGrpSpPr>
        <p:grpSpPr>
          <a:xfrm>
            <a:off x="5587494" y="3088345"/>
            <a:ext cx="6901019" cy="5214345"/>
            <a:chOff x="5587494" y="3088345"/>
            <a:chExt cx="6901019" cy="5214345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535110" y="4663981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0C49DB19-29E8-9FF5-B911-E4D1DAAB751E}"/>
                </a:ext>
              </a:extLst>
            </p:cNvPr>
            <p:cNvGrpSpPr/>
            <p:nvPr/>
          </p:nvGrpSpPr>
          <p:grpSpPr>
            <a:xfrm rot="9412871">
              <a:off x="7374622" y="5637267"/>
              <a:ext cx="2953403" cy="2665423"/>
              <a:chOff x="9535110" y="4663981"/>
              <a:chExt cx="2953403" cy="2665423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F0B22222-0AAE-9888-8472-8430CFEABB1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FD915AA2-21C3-D0AC-7594-787BA01BEAB8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85F56718-10C2-02CA-5B71-BB4CF1AE7FA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30B08C8-4C6A-F2C8-94ED-AA60B8050301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C53283AB-8F8D-3121-4166-575A0804497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354BD956-ECEE-E690-D629-95CECF1CD173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1DAEFE60-B08E-F559-FB39-6E224C42821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17AE697A-FE0B-DF50-102F-2214A416682F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2CF5AE3-6F62-582C-E471-30A7286DB1F0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55B6797-AF2C-1DBA-3EF0-D21845B2B9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3B4093E4-AD2B-DFFF-687E-69CC4528DC9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733E19C-8476-7A79-7BEB-F16B6029BBFF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DDB43284-DAD1-D7DE-EF8E-759841734E6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C5C0AD9-0EC0-D83E-EC01-07B7B1BB937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670CBF29-1F31-2B6F-18AA-17E7F373543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DB46C942-425C-1FDA-77D7-7C797752FBC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1FB3F88F-F133-C727-EA13-100671F2589E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3E9A5B5-E7FB-2064-901D-1BC45D01949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29389C3D-205E-309A-6AA4-F716EAD9E60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6634CDF1-E48E-CFE7-496A-C8862A900C04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82144D62-7BD3-0A18-B7E6-D704047A3F9F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87708D8D-A19F-B7F1-6FA1-BDF633997AF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B187B003-BC0F-EB37-91C6-0FC00818EE77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3BB6FEF-F10D-A4E0-F815-AF3BCB5A6C2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CE078B4-7FC3-3CFC-482C-55173A13CD6C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1BBC266-D341-39A2-F128-AEE70399AE5C}"/>
                </a:ext>
              </a:extLst>
            </p:cNvPr>
            <p:cNvGrpSpPr/>
            <p:nvPr/>
          </p:nvGrpSpPr>
          <p:grpSpPr>
            <a:xfrm rot="19191760" flipV="1">
              <a:off x="6860998" y="4780734"/>
              <a:ext cx="2953403" cy="2665423"/>
              <a:chOff x="9535110" y="4663981"/>
              <a:chExt cx="2953403" cy="2665423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3A87B7C-DD1C-4CCC-3043-D112F613CAA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CBA64A0-81FF-7C1A-A9BE-CED7CA8590B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C31F732-52FE-94DC-6262-99CA3C0C369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C406F40-C0E7-F6AA-7C32-28BADEE373E2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4D544D04-BE9B-22D5-18DC-ECF0660732C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6D047B1D-232C-716E-40B5-24211133E0C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50E803FE-1F39-F269-C71E-B19C739A559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9D2E2B9-2062-04E8-D06E-DAABA9956BC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D5D5B255-65EC-2301-1C71-8AA232D44F1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4AA743B8-E7F5-C305-0674-74B786B6C5F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86E7DE3-17A8-810C-7A16-9C7C0D436F6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274B6950-BB96-91DF-DD2D-FEF80C32910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4B7FC131-6E36-C71D-0225-EC1572482FE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532CD24-3BE5-3C2B-2CAB-0D0550A117D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68799D3-1492-381C-1A7C-0E383EAA8BD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65C07DB-29CB-98A8-8B76-420561B4006E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FA248155-BE42-AA09-8982-79E17060D8E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7974652-4C32-0662-02D8-DBD93709CA1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7F7534AB-1446-F297-28DD-2A7C4188EC1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06810B89-F205-39E3-F820-FACD81F0D86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B3855C14-2FCA-6EA4-D1E1-CAC4967BA4A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2758FE1B-274F-F4F0-09B0-DC0FBD2EE78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CAAACE48-7C9D-2BF3-1587-FCD917322B0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CEC1516-4408-640D-8B5D-9DF9CC53C8E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BD87E6C-9884-6F03-C38E-B50D8DA25D82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F904D34B-FE9F-813A-DFAC-000491511909}"/>
                </a:ext>
              </a:extLst>
            </p:cNvPr>
            <p:cNvGrpSpPr/>
            <p:nvPr/>
          </p:nvGrpSpPr>
          <p:grpSpPr>
            <a:xfrm rot="12187129" flipH="1">
              <a:off x="5587494" y="3088345"/>
              <a:ext cx="2953403" cy="2665423"/>
              <a:chOff x="9535110" y="4663981"/>
              <a:chExt cx="2953403" cy="2665423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8C12844D-7D7F-F091-0933-51DAA20901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EE4AF275-4A2E-47DB-4A7B-FA65FE4B01E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CD7F8F94-21F4-6A35-7964-02869845063C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939926E-962E-C947-2FB7-AA786261B46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89DA6602-C4EB-CFB6-E8AF-F719C3DF770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611320C4-4DAB-13FA-841A-716535D869C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C3BFE47B-CD5B-CFD5-1F36-C3E1F467364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95A274A-188E-7E11-C18F-CDA7A69DB0FD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E79DEE3A-C277-8BEC-14AB-5998CE16C68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97DB6AB7-9418-6123-88D2-EFEB6BB1A5E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BC0A7B3-AA40-DC5D-2A87-4C675D5FF1D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CBD7B500-E846-33E4-7E8A-E27482CD514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6CA6FD97-97A7-1692-516B-60C76C494F3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0365B15-2713-0846-587F-2282084948D6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B3DB54CF-8A0C-4632-B863-62AB58FE5F2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0A440BDB-475F-00DF-6B86-1E2C381BD41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95553DD0-24BE-B47A-1F92-CBA135C4553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E636D544-C83D-3D8D-53FD-9C631C555B99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D832E891-E124-9CFB-6787-2F702F3DE70E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51B72512-A7DE-9E05-6C66-4395B0BC007F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" name="Ellipse 101">
                <a:extLst>
                  <a:ext uri="{FF2B5EF4-FFF2-40B4-BE49-F238E27FC236}">
                    <a16:creationId xmlns:a16="http://schemas.microsoft.com/office/drawing/2014/main" id="{0B241A68-63EA-C66B-557E-0FB119564E5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" name="Ellipse 102">
                <a:extLst>
                  <a:ext uri="{FF2B5EF4-FFF2-40B4-BE49-F238E27FC236}">
                    <a16:creationId xmlns:a16="http://schemas.microsoft.com/office/drawing/2014/main" id="{0BAC5B23-90A6-AD81-FBE9-DDDD71828B03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5ECB8434-1A8B-B11E-796E-6B06F292054A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" name="Ellipse 104">
                <a:extLst>
                  <a:ext uri="{FF2B5EF4-FFF2-40B4-BE49-F238E27FC236}">
                    <a16:creationId xmlns:a16="http://schemas.microsoft.com/office/drawing/2014/main" id="{3D72EBA4-6AB3-C64C-4BF5-C153704B703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96510AAC-2222-9701-D528-0325367AE2C3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7A694056-7972-3E09-14A3-9F346E28B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6772259" y="4614568"/>
              <a:ext cx="1591374" cy="11900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461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uppieren 237">
            <a:extLst>
              <a:ext uri="{FF2B5EF4-FFF2-40B4-BE49-F238E27FC236}">
                <a16:creationId xmlns:a16="http://schemas.microsoft.com/office/drawing/2014/main" id="{413B6513-1D32-199C-888B-D3AAED2942D2}"/>
              </a:ext>
            </a:extLst>
          </p:cNvPr>
          <p:cNvGrpSpPr/>
          <p:nvPr/>
        </p:nvGrpSpPr>
        <p:grpSpPr>
          <a:xfrm rot="9412871">
            <a:off x="5705141" y="5786333"/>
            <a:ext cx="2953403" cy="2665423"/>
            <a:chOff x="9535110" y="4663981"/>
            <a:chExt cx="2953403" cy="2665423"/>
          </a:xfrm>
        </p:grpSpPr>
        <p:sp>
          <p:nvSpPr>
            <p:cNvPr id="239" name="Ellipse 238">
              <a:extLst>
                <a:ext uri="{FF2B5EF4-FFF2-40B4-BE49-F238E27FC236}">
                  <a16:creationId xmlns:a16="http://schemas.microsoft.com/office/drawing/2014/main" id="{D338F6E1-7201-D479-A039-D31BFC6427F3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0" name="Ellipse 239">
              <a:extLst>
                <a:ext uri="{FF2B5EF4-FFF2-40B4-BE49-F238E27FC236}">
                  <a16:creationId xmlns:a16="http://schemas.microsoft.com/office/drawing/2014/main" id="{EA83280B-D5E4-B65C-A715-42565A0DBFE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1" name="Ellipse 240">
              <a:extLst>
                <a:ext uri="{FF2B5EF4-FFF2-40B4-BE49-F238E27FC236}">
                  <a16:creationId xmlns:a16="http://schemas.microsoft.com/office/drawing/2014/main" id="{A11533CE-A044-F60C-B40A-A5CB9240C68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2" name="Ellipse 241">
              <a:extLst>
                <a:ext uri="{FF2B5EF4-FFF2-40B4-BE49-F238E27FC236}">
                  <a16:creationId xmlns:a16="http://schemas.microsoft.com/office/drawing/2014/main" id="{115DD772-C0F1-3FE0-D4BB-DE56D8FE1421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3D6727D7-D9C3-C171-69BF-A571EFB4AA95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1160A156-0AB6-0219-FCA2-05AD1EEA056F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5" name="Ellipse 244">
              <a:extLst>
                <a:ext uri="{FF2B5EF4-FFF2-40B4-BE49-F238E27FC236}">
                  <a16:creationId xmlns:a16="http://schemas.microsoft.com/office/drawing/2014/main" id="{C003E3A0-A197-0229-7053-94D525F2CFB5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6" name="Ellipse 245">
              <a:extLst>
                <a:ext uri="{FF2B5EF4-FFF2-40B4-BE49-F238E27FC236}">
                  <a16:creationId xmlns:a16="http://schemas.microsoft.com/office/drawing/2014/main" id="{E3836ABF-9CD7-FDF6-88A5-B2D2F5B2D0F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7" name="Ellipse 246">
              <a:extLst>
                <a:ext uri="{FF2B5EF4-FFF2-40B4-BE49-F238E27FC236}">
                  <a16:creationId xmlns:a16="http://schemas.microsoft.com/office/drawing/2014/main" id="{AA923FBF-CE62-A556-8905-453E49058209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8" name="Ellipse 247">
              <a:extLst>
                <a:ext uri="{FF2B5EF4-FFF2-40B4-BE49-F238E27FC236}">
                  <a16:creationId xmlns:a16="http://schemas.microsoft.com/office/drawing/2014/main" id="{7466D7BD-24F0-52E2-A8FA-940D2A39BB8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0A787186-D461-C4D6-B5AB-89FDCC1A71B4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0" name="Ellipse 249">
              <a:extLst>
                <a:ext uri="{FF2B5EF4-FFF2-40B4-BE49-F238E27FC236}">
                  <a16:creationId xmlns:a16="http://schemas.microsoft.com/office/drawing/2014/main" id="{ADAF31BC-89B3-4F7B-2ADD-92F38A7F769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8D8B6677-ED32-4063-BCFA-2944D87EC991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2" name="Ellipse 251">
              <a:extLst>
                <a:ext uri="{FF2B5EF4-FFF2-40B4-BE49-F238E27FC236}">
                  <a16:creationId xmlns:a16="http://schemas.microsoft.com/office/drawing/2014/main" id="{A2413531-098B-50C0-3B1B-EA6C4E1B36B6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3" name="Ellipse 252">
              <a:extLst>
                <a:ext uri="{FF2B5EF4-FFF2-40B4-BE49-F238E27FC236}">
                  <a16:creationId xmlns:a16="http://schemas.microsoft.com/office/drawing/2014/main" id="{45A68A9A-6D8C-BCFC-6C33-1D1B1091C392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4" name="Ellipse 253">
              <a:extLst>
                <a:ext uri="{FF2B5EF4-FFF2-40B4-BE49-F238E27FC236}">
                  <a16:creationId xmlns:a16="http://schemas.microsoft.com/office/drawing/2014/main" id="{E755A575-67FD-D7BB-087A-F03E4776A29F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5" name="Ellipse 254">
              <a:extLst>
                <a:ext uri="{FF2B5EF4-FFF2-40B4-BE49-F238E27FC236}">
                  <a16:creationId xmlns:a16="http://schemas.microsoft.com/office/drawing/2014/main" id="{ADCE1282-CD74-71C0-20FB-27E8A279E751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6" name="Ellipse 255">
              <a:extLst>
                <a:ext uri="{FF2B5EF4-FFF2-40B4-BE49-F238E27FC236}">
                  <a16:creationId xmlns:a16="http://schemas.microsoft.com/office/drawing/2014/main" id="{E3C52115-3526-02E3-F104-04DCBF2D9F65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8AB65F3B-FD7F-7A1B-01A7-1AECDA3600CE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8" name="Ellipse 257">
              <a:extLst>
                <a:ext uri="{FF2B5EF4-FFF2-40B4-BE49-F238E27FC236}">
                  <a16:creationId xmlns:a16="http://schemas.microsoft.com/office/drawing/2014/main" id="{09D0731B-F648-4069-96F3-70DC48DAFE77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9" name="Ellipse 258">
              <a:extLst>
                <a:ext uri="{FF2B5EF4-FFF2-40B4-BE49-F238E27FC236}">
                  <a16:creationId xmlns:a16="http://schemas.microsoft.com/office/drawing/2014/main" id="{B743E685-6E78-6646-CB8C-4AB6FF546F41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0" name="Ellipse 259">
              <a:extLst>
                <a:ext uri="{FF2B5EF4-FFF2-40B4-BE49-F238E27FC236}">
                  <a16:creationId xmlns:a16="http://schemas.microsoft.com/office/drawing/2014/main" id="{9855BC3F-9A7F-454C-3C9D-FE3BE18E87BC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1" name="Ellipse 260">
              <a:extLst>
                <a:ext uri="{FF2B5EF4-FFF2-40B4-BE49-F238E27FC236}">
                  <a16:creationId xmlns:a16="http://schemas.microsoft.com/office/drawing/2014/main" id="{79B0B550-2C44-EDFA-78E8-96CE9144B273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FB416AC8-9241-DBC5-E58F-EB4FC96365B1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3" name="Ellipse 262">
              <a:extLst>
                <a:ext uri="{FF2B5EF4-FFF2-40B4-BE49-F238E27FC236}">
                  <a16:creationId xmlns:a16="http://schemas.microsoft.com/office/drawing/2014/main" id="{4C8EFEFF-8C51-2125-B620-8FB6D6E4FC2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42B75FA8-9BFE-771B-3BAF-E36BD5C0FCB8}"/>
              </a:ext>
            </a:extLst>
          </p:cNvPr>
          <p:cNvGrpSpPr/>
          <p:nvPr/>
        </p:nvGrpSpPr>
        <p:grpSpPr>
          <a:xfrm>
            <a:off x="652593" y="3088345"/>
            <a:ext cx="11835920" cy="5214345"/>
            <a:chOff x="652593" y="3088345"/>
            <a:chExt cx="11835920" cy="5214345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535110" y="4663981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0C49DB19-29E8-9FF5-B911-E4D1DAAB751E}"/>
                </a:ext>
              </a:extLst>
            </p:cNvPr>
            <p:cNvGrpSpPr/>
            <p:nvPr/>
          </p:nvGrpSpPr>
          <p:grpSpPr>
            <a:xfrm rot="9412871">
              <a:off x="7374622" y="5637267"/>
              <a:ext cx="2953403" cy="2665423"/>
              <a:chOff x="9535110" y="4663981"/>
              <a:chExt cx="2953403" cy="2665423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F0B22222-0AAE-9888-8472-8430CFEABB1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FD915AA2-21C3-D0AC-7594-787BA01BEAB8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85F56718-10C2-02CA-5B71-BB4CF1AE7FA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30B08C8-4C6A-F2C8-94ED-AA60B8050301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C53283AB-8F8D-3121-4166-575A0804497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354BD956-ECEE-E690-D629-95CECF1CD173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1DAEFE60-B08E-F559-FB39-6E224C42821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17AE697A-FE0B-DF50-102F-2214A416682F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2CF5AE3-6F62-582C-E471-30A7286DB1F0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55B6797-AF2C-1DBA-3EF0-D21845B2B9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3B4093E4-AD2B-DFFF-687E-69CC4528DC9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733E19C-8476-7A79-7BEB-F16B6029BBFF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DDB43284-DAD1-D7DE-EF8E-759841734E6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C5C0AD9-0EC0-D83E-EC01-07B7B1BB937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670CBF29-1F31-2B6F-18AA-17E7F373543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DB46C942-425C-1FDA-77D7-7C797752FBC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1FB3F88F-F133-C727-EA13-100671F2589E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3E9A5B5-E7FB-2064-901D-1BC45D01949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29389C3D-205E-309A-6AA4-F716EAD9E60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6634CDF1-E48E-CFE7-496A-C8862A900C04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82144D62-7BD3-0A18-B7E6-D704047A3F9F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87708D8D-A19F-B7F1-6FA1-BDF633997AF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B187B003-BC0F-EB37-91C6-0FC00818EE77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3BB6FEF-F10D-A4E0-F815-AF3BCB5A6C2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CE078B4-7FC3-3CFC-482C-55173A13CD6C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1BBC266-D341-39A2-F128-AEE70399AE5C}"/>
                </a:ext>
              </a:extLst>
            </p:cNvPr>
            <p:cNvGrpSpPr/>
            <p:nvPr/>
          </p:nvGrpSpPr>
          <p:grpSpPr>
            <a:xfrm rot="19191760" flipV="1">
              <a:off x="6860998" y="4780734"/>
              <a:ext cx="2953403" cy="2665423"/>
              <a:chOff x="9535110" y="4663981"/>
              <a:chExt cx="2953403" cy="2665423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3A87B7C-DD1C-4CCC-3043-D112F613CAA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CBA64A0-81FF-7C1A-A9BE-CED7CA8590B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C31F732-52FE-94DC-6262-99CA3C0C369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C406F40-C0E7-F6AA-7C32-28BADEE373E2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4D544D04-BE9B-22D5-18DC-ECF0660732C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6D047B1D-232C-716E-40B5-24211133E0C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50E803FE-1F39-F269-C71E-B19C739A559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9D2E2B9-2062-04E8-D06E-DAABA9956BC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D5D5B255-65EC-2301-1C71-8AA232D44F1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4AA743B8-E7F5-C305-0674-74B786B6C5F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86E7DE3-17A8-810C-7A16-9C7C0D436F6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274B6950-BB96-91DF-DD2D-FEF80C32910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4B7FC131-6E36-C71D-0225-EC1572482FE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532CD24-3BE5-3C2B-2CAB-0D0550A117D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68799D3-1492-381C-1A7C-0E383EAA8BD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65C07DB-29CB-98A8-8B76-420561B4006E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FA248155-BE42-AA09-8982-79E17060D8E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7974652-4C32-0662-02D8-DBD93709CA1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7F7534AB-1446-F297-28DD-2A7C4188EC1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06810B89-F205-39E3-F820-FACD81F0D86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B3855C14-2FCA-6EA4-D1E1-CAC4967BA4A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2758FE1B-274F-F4F0-09B0-DC0FBD2EE78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CAAACE48-7C9D-2BF3-1587-FCD917322B0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CEC1516-4408-640D-8B5D-9DF9CC53C8E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BD87E6C-9884-6F03-C38E-B50D8DA25D82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F904D34B-FE9F-813A-DFAC-000491511909}"/>
                </a:ext>
              </a:extLst>
            </p:cNvPr>
            <p:cNvGrpSpPr/>
            <p:nvPr/>
          </p:nvGrpSpPr>
          <p:grpSpPr>
            <a:xfrm rot="12187129" flipH="1">
              <a:off x="5587494" y="3088345"/>
              <a:ext cx="2953403" cy="2665423"/>
              <a:chOff x="9535110" y="4663981"/>
              <a:chExt cx="2953403" cy="2665423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8C12844D-7D7F-F091-0933-51DAA20901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EE4AF275-4A2E-47DB-4A7B-FA65FE4B01E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CD7F8F94-21F4-6A35-7964-02869845063C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939926E-962E-C947-2FB7-AA786261B46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89DA6602-C4EB-CFB6-E8AF-F719C3DF770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611320C4-4DAB-13FA-841A-716535D869C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C3BFE47B-CD5B-CFD5-1F36-C3E1F467364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95A274A-188E-7E11-C18F-CDA7A69DB0FD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E79DEE3A-C277-8BEC-14AB-5998CE16C68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97DB6AB7-9418-6123-88D2-EFEB6BB1A5E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BC0A7B3-AA40-DC5D-2A87-4C675D5FF1D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CBD7B500-E846-33E4-7E8A-E27482CD514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6CA6FD97-97A7-1692-516B-60C76C494F3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0365B15-2713-0846-587F-2282084948D6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B3DB54CF-8A0C-4632-B863-62AB58FE5F2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0A440BDB-475F-00DF-6B86-1E2C381BD41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95553DD0-24BE-B47A-1F92-CBA135C4553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E636D544-C83D-3D8D-53FD-9C631C555B99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D832E891-E124-9CFB-6787-2F702F3DE70E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51B72512-A7DE-9E05-6C66-4395B0BC007F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" name="Ellipse 101">
                <a:extLst>
                  <a:ext uri="{FF2B5EF4-FFF2-40B4-BE49-F238E27FC236}">
                    <a16:creationId xmlns:a16="http://schemas.microsoft.com/office/drawing/2014/main" id="{0B241A68-63EA-C66B-557E-0FB119564E5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" name="Ellipse 102">
                <a:extLst>
                  <a:ext uri="{FF2B5EF4-FFF2-40B4-BE49-F238E27FC236}">
                    <a16:creationId xmlns:a16="http://schemas.microsoft.com/office/drawing/2014/main" id="{0BAC5B23-90A6-AD81-FBE9-DDDD71828B03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5ECB8434-1A8B-B11E-796E-6B06F292054A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" name="Ellipse 104">
                <a:extLst>
                  <a:ext uri="{FF2B5EF4-FFF2-40B4-BE49-F238E27FC236}">
                    <a16:creationId xmlns:a16="http://schemas.microsoft.com/office/drawing/2014/main" id="{3D72EBA4-6AB3-C64C-4BF5-C153704B703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96510AAC-2222-9701-D528-0325367AE2C3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FE9C48E3-D7EC-1552-CAA1-05685CA535B3}"/>
                </a:ext>
              </a:extLst>
            </p:cNvPr>
            <p:cNvGrpSpPr/>
            <p:nvPr/>
          </p:nvGrpSpPr>
          <p:grpSpPr>
            <a:xfrm>
              <a:off x="6694555" y="4331783"/>
              <a:ext cx="2953403" cy="2665423"/>
              <a:chOff x="9535110" y="4663981"/>
              <a:chExt cx="2953403" cy="2665423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5AFDA0DA-1905-AC49-E7D7-50EAA1CB74D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24AC9EBD-2334-41E8-1A71-7D21CC7BC6E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B96CED08-C254-F0D7-016A-7B3306D364E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D2C63E-2029-931D-217E-F99BD4FBE67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C95AE07F-1695-E354-07D8-ED12CA3A0067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81736510-B2DE-B46A-5A72-9B30320ED6B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" name="Ellipse 113">
                <a:extLst>
                  <a:ext uri="{FF2B5EF4-FFF2-40B4-BE49-F238E27FC236}">
                    <a16:creationId xmlns:a16="http://schemas.microsoft.com/office/drawing/2014/main" id="{EEA985AE-8EE2-74DC-0054-CF9703E2963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8B6CDADA-AC4C-329B-5DBA-E27E6487DB3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A8B4842D-59C5-73A1-543E-D442A0DEA4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31672C7F-0884-99F8-8FAD-B337FBE3266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6268EB5B-0E7D-781E-4EED-47A50D28EB3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10F00B31-0B77-DE1D-6ABE-10568C860765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448E7501-CEDE-D72B-717E-C282F5B1A9BD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3EC71D15-0067-2FC0-EC6E-F0DA3B16361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2825F0A3-7DE5-E078-A420-E1B6A35E4ACB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1123543E-CBB0-C4A0-04CB-EBB2E2E899D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5017D1D6-DC86-7CD8-BCFD-CAAA14A46B1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0033AE9D-7FA9-E2A3-6DDF-D5F67F98CAF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8400A037-40DC-E373-C8D8-AD5944D713A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961AD9CE-8520-89CF-64ED-3574201688E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A43415F9-484B-6CF1-1900-0E547328BA7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DACE5737-1117-BF34-ECFD-64B345D9F89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" name="Ellipse 129">
                <a:extLst>
                  <a:ext uri="{FF2B5EF4-FFF2-40B4-BE49-F238E27FC236}">
                    <a16:creationId xmlns:a16="http://schemas.microsoft.com/office/drawing/2014/main" id="{5598B4F6-B115-E2EE-5995-B5931DEF9F9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D76F051B-11C9-16C1-97FB-F340393437E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" name="Ellipse 131">
                <a:extLst>
                  <a:ext uri="{FF2B5EF4-FFF2-40B4-BE49-F238E27FC236}">
                    <a16:creationId xmlns:a16="http://schemas.microsoft.com/office/drawing/2014/main" id="{786110BC-C541-6FDC-6E69-E633BAC860B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93C68318-0DA9-1BCF-3377-378AA56DBFAF}"/>
                </a:ext>
              </a:extLst>
            </p:cNvPr>
            <p:cNvGrpSpPr/>
            <p:nvPr/>
          </p:nvGrpSpPr>
          <p:grpSpPr>
            <a:xfrm rot="9412871">
              <a:off x="4534067" y="5305069"/>
              <a:ext cx="2953403" cy="2665423"/>
              <a:chOff x="9535110" y="4663981"/>
              <a:chExt cx="2953403" cy="2665423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CC19915E-876C-CDF9-39C5-6D224428F9D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BFCECDC2-7AA5-8387-B87F-A28207F66F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41BA206-0AC8-8651-1713-4EB0E7ABEBF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790AA228-D892-F563-0133-A7B1807F69FD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6E8F30EB-C5A2-F137-56D2-A9DC2D4A4F5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907824BB-126C-B396-7A16-6FD0E3E0147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7A0FF3AE-29A9-E3A0-3BD8-30503EB99B2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2" name="Ellipse 141">
                <a:extLst>
                  <a:ext uri="{FF2B5EF4-FFF2-40B4-BE49-F238E27FC236}">
                    <a16:creationId xmlns:a16="http://schemas.microsoft.com/office/drawing/2014/main" id="{51503583-2FFE-10D4-1B90-15F9AD0FA99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D597D0A-ED60-3BF1-8657-92D88F69915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8C7B853D-9735-850A-372C-CB6E2A66FE9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5" name="Ellipse 144">
                <a:extLst>
                  <a:ext uri="{FF2B5EF4-FFF2-40B4-BE49-F238E27FC236}">
                    <a16:creationId xmlns:a16="http://schemas.microsoft.com/office/drawing/2014/main" id="{6E91EBDC-902D-BE5E-BFC7-446CFE2E3436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43E601C8-3A28-26D6-A8B8-C423EFEA794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7" name="Ellipse 146">
                <a:extLst>
                  <a:ext uri="{FF2B5EF4-FFF2-40B4-BE49-F238E27FC236}">
                    <a16:creationId xmlns:a16="http://schemas.microsoft.com/office/drawing/2014/main" id="{5E861B2A-6C5D-8D1B-B9D3-B00904E6B948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8" name="Ellipse 147">
                <a:extLst>
                  <a:ext uri="{FF2B5EF4-FFF2-40B4-BE49-F238E27FC236}">
                    <a16:creationId xmlns:a16="http://schemas.microsoft.com/office/drawing/2014/main" id="{94F9D362-D2DA-33C9-ABBB-E02859458840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6884446-9D80-8BAC-B9F2-EBA3BEE6A2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0" name="Ellipse 149">
                <a:extLst>
                  <a:ext uri="{FF2B5EF4-FFF2-40B4-BE49-F238E27FC236}">
                    <a16:creationId xmlns:a16="http://schemas.microsoft.com/office/drawing/2014/main" id="{911461E7-6FE0-9BED-C5F5-8B6AEA566A51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1" name="Ellipse 150">
                <a:extLst>
                  <a:ext uri="{FF2B5EF4-FFF2-40B4-BE49-F238E27FC236}">
                    <a16:creationId xmlns:a16="http://schemas.microsoft.com/office/drawing/2014/main" id="{B009AB69-F6AD-D72B-9CC9-615C36E7D4F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8247737B-F8A7-E5FB-FACE-C2DB1D5F15E8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3" name="Ellipse 152">
                <a:extLst>
                  <a:ext uri="{FF2B5EF4-FFF2-40B4-BE49-F238E27FC236}">
                    <a16:creationId xmlns:a16="http://schemas.microsoft.com/office/drawing/2014/main" id="{747CDD99-F104-6120-8F56-B574BC9083E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0E7D2B5-0F35-5FBE-F3CF-C7C355F1DAB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BA46D33B-D158-6B66-C029-FAA26E11551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116B78D2-05A1-0487-6135-77A1DA70308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72CD923E-AF29-03BB-591D-735D097567A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91A2DAED-9039-A6E5-9025-5710FCE0F1A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9" name="Ellipse 158">
                <a:extLst>
                  <a:ext uri="{FF2B5EF4-FFF2-40B4-BE49-F238E27FC236}">
                    <a16:creationId xmlns:a16="http://schemas.microsoft.com/office/drawing/2014/main" id="{9F22B741-84E1-7534-EE22-49F209681A8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AF26BD02-FF28-9BB1-D711-BE846F44CC13}"/>
                </a:ext>
              </a:extLst>
            </p:cNvPr>
            <p:cNvGrpSpPr/>
            <p:nvPr/>
          </p:nvGrpSpPr>
          <p:grpSpPr>
            <a:xfrm rot="19191760" flipV="1">
              <a:off x="4521749" y="4350398"/>
              <a:ext cx="2953403" cy="2665423"/>
              <a:chOff x="9535110" y="4663981"/>
              <a:chExt cx="2953403" cy="2665423"/>
            </a:xfrm>
          </p:grpSpPr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0F2336CA-F2F9-0A04-78FE-DA9D8348965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A37A526E-487C-7ED2-08B3-1EAD98D8D44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04275869-DD7B-2907-A561-FED740C8C293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006256B9-526B-61F6-22AB-4BA29A4E0FC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5" name="Ellipse 164">
                <a:extLst>
                  <a:ext uri="{FF2B5EF4-FFF2-40B4-BE49-F238E27FC236}">
                    <a16:creationId xmlns:a16="http://schemas.microsoft.com/office/drawing/2014/main" id="{DE2D52E3-CBA5-D712-A58B-06A34CF68E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6" name="Ellipse 165">
                <a:extLst>
                  <a:ext uri="{FF2B5EF4-FFF2-40B4-BE49-F238E27FC236}">
                    <a16:creationId xmlns:a16="http://schemas.microsoft.com/office/drawing/2014/main" id="{E44A2DAF-BE09-3ABB-FBAD-8E76FF39F44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49C9C55D-9A40-52D4-CDBD-EB797CB604A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2CBD06F-5523-120E-BAE1-BBD90C7DD91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EDCB781B-2149-6E67-3C23-3C0ECF30370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4028AF3D-ABE1-9BDD-0C39-05F128A1AC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1" name="Ellipse 170">
                <a:extLst>
                  <a:ext uri="{FF2B5EF4-FFF2-40B4-BE49-F238E27FC236}">
                    <a16:creationId xmlns:a16="http://schemas.microsoft.com/office/drawing/2014/main" id="{898BA7AF-E3D4-85B1-95D4-3D8D95E3280A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2" name="Ellipse 171">
                <a:extLst>
                  <a:ext uri="{FF2B5EF4-FFF2-40B4-BE49-F238E27FC236}">
                    <a16:creationId xmlns:a16="http://schemas.microsoft.com/office/drawing/2014/main" id="{E6AE16BA-8603-D814-E68E-42504F2A9B9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CF4AC4AE-B5B8-2AD8-E57D-8E0BD6C9089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2F7F071-D4EC-A6CF-B16C-B6453D1C92B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5FB71F44-C53B-7A72-2797-44F0BEEA589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55102CB9-50EA-281A-58DD-3058D001624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013AA3EC-29D0-454D-D598-39DFE3125C6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F2114684-5C32-8528-7320-390F16F09FE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C75C4D69-667C-C008-28DF-8215ED457B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EAE9212D-FE19-0F4F-967E-0B9DA82A20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1" name="Ellipse 180">
                <a:extLst>
                  <a:ext uri="{FF2B5EF4-FFF2-40B4-BE49-F238E27FC236}">
                    <a16:creationId xmlns:a16="http://schemas.microsoft.com/office/drawing/2014/main" id="{431F3A43-D122-67E8-F773-FDAECC0EB1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F8D9B119-F046-712F-96A5-DCBDCC222A0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3" name="Ellipse 182">
                <a:extLst>
                  <a:ext uri="{FF2B5EF4-FFF2-40B4-BE49-F238E27FC236}">
                    <a16:creationId xmlns:a16="http://schemas.microsoft.com/office/drawing/2014/main" id="{1425A6D2-ECE4-81A8-3BB9-A42F4CA601B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6306649B-7AA1-ADE4-AE2A-D38A3283440D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5DA3BCA7-8D15-A017-3C8F-FDDF0EC8F96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9CE11D0C-3C9E-69BD-BF2A-7B1B9AC92DBD}"/>
                </a:ext>
              </a:extLst>
            </p:cNvPr>
            <p:cNvGrpSpPr/>
            <p:nvPr/>
          </p:nvGrpSpPr>
          <p:grpSpPr>
            <a:xfrm>
              <a:off x="2194162" y="4621016"/>
              <a:ext cx="2953403" cy="2665423"/>
              <a:chOff x="9535110" y="4663981"/>
              <a:chExt cx="2953403" cy="2665423"/>
            </a:xfrm>
          </p:grpSpPr>
          <p:sp>
            <p:nvSpPr>
              <p:cNvPr id="187" name="Ellipse 186">
                <a:extLst>
                  <a:ext uri="{FF2B5EF4-FFF2-40B4-BE49-F238E27FC236}">
                    <a16:creationId xmlns:a16="http://schemas.microsoft.com/office/drawing/2014/main" id="{50BA4B9E-6409-C141-ACE2-166068D6153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E5330FCA-77F6-EB3A-3A1E-F2B01F5DBFE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9" name="Ellipse 188">
                <a:extLst>
                  <a:ext uri="{FF2B5EF4-FFF2-40B4-BE49-F238E27FC236}">
                    <a16:creationId xmlns:a16="http://schemas.microsoft.com/office/drawing/2014/main" id="{FB5FBAE6-E345-8BCD-5D46-7A76D49E461F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0" name="Ellipse 189">
                <a:extLst>
                  <a:ext uri="{FF2B5EF4-FFF2-40B4-BE49-F238E27FC236}">
                    <a16:creationId xmlns:a16="http://schemas.microsoft.com/office/drawing/2014/main" id="{CE9C437F-F043-94DA-EE4C-CC5B58C80DC8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20266608-FF8E-58B6-1BC5-B00A23163FC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2" name="Ellipse 191">
                <a:extLst>
                  <a:ext uri="{FF2B5EF4-FFF2-40B4-BE49-F238E27FC236}">
                    <a16:creationId xmlns:a16="http://schemas.microsoft.com/office/drawing/2014/main" id="{E47627D7-07CD-CAF3-F4A2-C6262FAA8D3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0C05E565-4BC9-50E9-2EA9-7C0D4F43412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D31CBC1F-4124-DACD-BC44-4FA1E993720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5" name="Ellipse 194">
                <a:extLst>
                  <a:ext uri="{FF2B5EF4-FFF2-40B4-BE49-F238E27FC236}">
                    <a16:creationId xmlns:a16="http://schemas.microsoft.com/office/drawing/2014/main" id="{A1B60E96-5E65-AC66-8F9B-8C62C7BBCF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256F7897-452E-CD9E-B60D-27B5BA1A7D95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BA18432E-06A9-24C5-5695-CF97B617C27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B9AA6552-1F1D-D3BF-7455-9F7E09AD039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AFD7DD45-6FB7-5C83-4271-32855836AE2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6928541-5FEC-9E7C-4072-14034497FB5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58463564-47F1-1083-7842-7156BFE5F6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16D1B8CC-83B1-427B-5C37-567ECBD1235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AD9688DC-C581-29DD-F001-50EA63D1E77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4" name="Ellipse 203">
                <a:extLst>
                  <a:ext uri="{FF2B5EF4-FFF2-40B4-BE49-F238E27FC236}">
                    <a16:creationId xmlns:a16="http://schemas.microsoft.com/office/drawing/2014/main" id="{7642C375-F131-D500-E3C1-6A69BC83E95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86F4DEED-1BBA-DEAF-7471-569270E07C2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9868A7CB-ED26-DE3C-10C9-F49D3EE674A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7" name="Ellipse 206">
                <a:extLst>
                  <a:ext uri="{FF2B5EF4-FFF2-40B4-BE49-F238E27FC236}">
                    <a16:creationId xmlns:a16="http://schemas.microsoft.com/office/drawing/2014/main" id="{881B755B-47CD-2714-2A6F-3E213962281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88EFC239-3244-1860-6AB2-AFE4E1BF0A0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71733C1D-9CDD-C666-0DFE-44253367751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0" name="Ellipse 209">
                <a:extLst>
                  <a:ext uri="{FF2B5EF4-FFF2-40B4-BE49-F238E27FC236}">
                    <a16:creationId xmlns:a16="http://schemas.microsoft.com/office/drawing/2014/main" id="{52A8F6EE-C343-3225-C20B-AB1870D60C3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3B80FF34-C1FB-D01D-9A39-8E8ECBDBC388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6A3873F1-75EF-9F4D-55C0-E006C92E835C}"/>
                </a:ext>
              </a:extLst>
            </p:cNvPr>
            <p:cNvGrpSpPr/>
            <p:nvPr/>
          </p:nvGrpSpPr>
          <p:grpSpPr>
            <a:xfrm rot="9412871">
              <a:off x="815115" y="5387074"/>
              <a:ext cx="2953403" cy="2665423"/>
              <a:chOff x="9535110" y="4663981"/>
              <a:chExt cx="2953403" cy="2665423"/>
            </a:xfrm>
          </p:grpSpPr>
          <p:sp>
            <p:nvSpPr>
              <p:cNvPr id="213" name="Ellipse 212">
                <a:extLst>
                  <a:ext uri="{FF2B5EF4-FFF2-40B4-BE49-F238E27FC236}">
                    <a16:creationId xmlns:a16="http://schemas.microsoft.com/office/drawing/2014/main" id="{6E212A14-96C5-9CCA-DE73-248A1C7ACF6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C5E1CA5E-F4F4-719E-2509-89B68526A7ED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5" name="Ellipse 214">
                <a:extLst>
                  <a:ext uri="{FF2B5EF4-FFF2-40B4-BE49-F238E27FC236}">
                    <a16:creationId xmlns:a16="http://schemas.microsoft.com/office/drawing/2014/main" id="{4172E599-3EB4-0D0C-B9A2-FAF4107F9C25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6" name="Ellipse 215">
                <a:extLst>
                  <a:ext uri="{FF2B5EF4-FFF2-40B4-BE49-F238E27FC236}">
                    <a16:creationId xmlns:a16="http://schemas.microsoft.com/office/drawing/2014/main" id="{2F3CCED4-DE03-C016-4394-5B38587F3A5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F0B37DAA-92CE-BEBE-7C47-46A38B5B51E3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01A05B29-26F0-E6FD-51A7-27B06998070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9" name="Ellipse 218">
                <a:extLst>
                  <a:ext uri="{FF2B5EF4-FFF2-40B4-BE49-F238E27FC236}">
                    <a16:creationId xmlns:a16="http://schemas.microsoft.com/office/drawing/2014/main" id="{B7171E76-75C2-B15E-A2A2-EFFB51AB4C0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0" name="Ellipse 219">
                <a:extLst>
                  <a:ext uri="{FF2B5EF4-FFF2-40B4-BE49-F238E27FC236}">
                    <a16:creationId xmlns:a16="http://schemas.microsoft.com/office/drawing/2014/main" id="{4C75D649-05FE-0CC1-2882-8E5C311708D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1" name="Ellipse 220">
                <a:extLst>
                  <a:ext uri="{FF2B5EF4-FFF2-40B4-BE49-F238E27FC236}">
                    <a16:creationId xmlns:a16="http://schemas.microsoft.com/office/drawing/2014/main" id="{38BB9797-8344-62D9-435B-4310FDE349A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2" name="Ellipse 221">
                <a:extLst>
                  <a:ext uri="{FF2B5EF4-FFF2-40B4-BE49-F238E27FC236}">
                    <a16:creationId xmlns:a16="http://schemas.microsoft.com/office/drawing/2014/main" id="{6A9F19EF-E968-F98A-BCA1-D5009A848D30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3" name="Ellipse 222">
                <a:extLst>
                  <a:ext uri="{FF2B5EF4-FFF2-40B4-BE49-F238E27FC236}">
                    <a16:creationId xmlns:a16="http://schemas.microsoft.com/office/drawing/2014/main" id="{2A3E0ED6-E045-FF43-6B08-02B3170DFE3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4" name="Ellipse 223">
                <a:extLst>
                  <a:ext uri="{FF2B5EF4-FFF2-40B4-BE49-F238E27FC236}">
                    <a16:creationId xmlns:a16="http://schemas.microsoft.com/office/drawing/2014/main" id="{FA5D18B7-3736-C50F-C0AF-D76DE2BD1AC5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5" name="Ellipse 224">
                <a:extLst>
                  <a:ext uri="{FF2B5EF4-FFF2-40B4-BE49-F238E27FC236}">
                    <a16:creationId xmlns:a16="http://schemas.microsoft.com/office/drawing/2014/main" id="{E12874B2-3CD0-8E49-26B9-DA0D70ECF49A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6" name="Ellipse 225">
                <a:extLst>
                  <a:ext uri="{FF2B5EF4-FFF2-40B4-BE49-F238E27FC236}">
                    <a16:creationId xmlns:a16="http://schemas.microsoft.com/office/drawing/2014/main" id="{D6DF41DE-ECF3-8DB8-3003-C3AE2D84D3F5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7" name="Ellipse 226">
                <a:extLst>
                  <a:ext uri="{FF2B5EF4-FFF2-40B4-BE49-F238E27FC236}">
                    <a16:creationId xmlns:a16="http://schemas.microsoft.com/office/drawing/2014/main" id="{1E3F331E-CC81-81A4-F135-3211D4A029E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8" name="Ellipse 227">
                <a:extLst>
                  <a:ext uri="{FF2B5EF4-FFF2-40B4-BE49-F238E27FC236}">
                    <a16:creationId xmlns:a16="http://schemas.microsoft.com/office/drawing/2014/main" id="{FD4B6B2E-3775-2825-DAF9-1B50C9678FA7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9" name="Ellipse 228">
                <a:extLst>
                  <a:ext uri="{FF2B5EF4-FFF2-40B4-BE49-F238E27FC236}">
                    <a16:creationId xmlns:a16="http://schemas.microsoft.com/office/drawing/2014/main" id="{D320D5EE-BAD6-C89E-7217-F87900D0F9B6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0" name="Ellipse 229">
                <a:extLst>
                  <a:ext uri="{FF2B5EF4-FFF2-40B4-BE49-F238E27FC236}">
                    <a16:creationId xmlns:a16="http://schemas.microsoft.com/office/drawing/2014/main" id="{7AA6B1E6-4824-F4A2-D09D-58DD60AAB873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1" name="Ellipse 230">
                <a:extLst>
                  <a:ext uri="{FF2B5EF4-FFF2-40B4-BE49-F238E27FC236}">
                    <a16:creationId xmlns:a16="http://schemas.microsoft.com/office/drawing/2014/main" id="{827C5408-D922-2D59-3572-D285E20533B0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2" name="Ellipse 231">
                <a:extLst>
                  <a:ext uri="{FF2B5EF4-FFF2-40B4-BE49-F238E27FC236}">
                    <a16:creationId xmlns:a16="http://schemas.microsoft.com/office/drawing/2014/main" id="{A9F76DDD-CD9F-E517-299A-C9ECAAF5ABB0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3" name="Ellipse 232">
                <a:extLst>
                  <a:ext uri="{FF2B5EF4-FFF2-40B4-BE49-F238E27FC236}">
                    <a16:creationId xmlns:a16="http://schemas.microsoft.com/office/drawing/2014/main" id="{E041D804-B3D2-5C9A-03E3-25ABB2F6C9E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4" name="Ellipse 233">
                <a:extLst>
                  <a:ext uri="{FF2B5EF4-FFF2-40B4-BE49-F238E27FC236}">
                    <a16:creationId xmlns:a16="http://schemas.microsoft.com/office/drawing/2014/main" id="{71C5A3C7-7B32-F5C6-B648-AABD7A493724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5" name="Ellipse 234">
                <a:extLst>
                  <a:ext uri="{FF2B5EF4-FFF2-40B4-BE49-F238E27FC236}">
                    <a16:creationId xmlns:a16="http://schemas.microsoft.com/office/drawing/2014/main" id="{C5ECC047-FCEF-9ACF-10F9-03932D647303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6" name="Ellipse 235">
                <a:extLst>
                  <a:ext uri="{FF2B5EF4-FFF2-40B4-BE49-F238E27FC236}">
                    <a16:creationId xmlns:a16="http://schemas.microsoft.com/office/drawing/2014/main" id="{560545AF-34D6-697B-4EE4-5BD05E05431C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7" name="Ellipse 236">
                <a:extLst>
                  <a:ext uri="{FF2B5EF4-FFF2-40B4-BE49-F238E27FC236}">
                    <a16:creationId xmlns:a16="http://schemas.microsoft.com/office/drawing/2014/main" id="{BCFB9394-669C-4E08-9B56-8A253A1F9978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6BEE164E-42CB-28F8-102E-BA8B2A6CA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652593" y="5580856"/>
              <a:ext cx="1591374" cy="1190084"/>
            </a:xfrm>
            <a:prstGeom prst="rect">
              <a:avLst/>
            </a:prstGeom>
          </p:spPr>
        </p:pic>
      </p:grpSp>
      <p:sp>
        <p:nvSpPr>
          <p:cNvPr id="266" name="Ellipse 265">
            <a:extLst>
              <a:ext uri="{FF2B5EF4-FFF2-40B4-BE49-F238E27FC236}">
                <a16:creationId xmlns:a16="http://schemas.microsoft.com/office/drawing/2014/main" id="{94FB85C4-8DF7-440D-50D5-9D7A87E0907E}"/>
              </a:ext>
            </a:extLst>
          </p:cNvPr>
          <p:cNvSpPr/>
          <p:nvPr/>
        </p:nvSpPr>
        <p:spPr>
          <a:xfrm>
            <a:off x="3101081" y="640818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7" name="Ellipse 266">
            <a:extLst>
              <a:ext uri="{FF2B5EF4-FFF2-40B4-BE49-F238E27FC236}">
                <a16:creationId xmlns:a16="http://schemas.microsoft.com/office/drawing/2014/main" id="{781B05A5-4FF6-C07B-0037-DCB384114FD4}"/>
              </a:ext>
            </a:extLst>
          </p:cNvPr>
          <p:cNvSpPr/>
          <p:nvPr/>
        </p:nvSpPr>
        <p:spPr>
          <a:xfrm>
            <a:off x="2260240" y="64819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9072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uppieren 267">
            <a:extLst>
              <a:ext uri="{FF2B5EF4-FFF2-40B4-BE49-F238E27FC236}">
                <a16:creationId xmlns:a16="http://schemas.microsoft.com/office/drawing/2014/main" id="{ABC47E66-886D-D302-4E5A-88DB139B4CD7}"/>
              </a:ext>
            </a:extLst>
          </p:cNvPr>
          <p:cNvGrpSpPr/>
          <p:nvPr/>
        </p:nvGrpSpPr>
        <p:grpSpPr>
          <a:xfrm>
            <a:off x="-324210" y="3088345"/>
            <a:ext cx="12812723" cy="5344539"/>
            <a:chOff x="-324210" y="3088345"/>
            <a:chExt cx="12812723" cy="5344539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535110" y="4663981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F0B22222-0AAE-9888-8472-8430CFEABB17}"/>
                </a:ext>
              </a:extLst>
            </p:cNvPr>
            <p:cNvSpPr/>
            <p:nvPr/>
          </p:nvSpPr>
          <p:spPr>
            <a:xfrm rot="9412871">
              <a:off x="7400321" y="629046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D915AA2-21C3-D0AC-7594-787BA01BEAB8}"/>
                </a:ext>
              </a:extLst>
            </p:cNvPr>
            <p:cNvSpPr/>
            <p:nvPr/>
          </p:nvSpPr>
          <p:spPr>
            <a:xfrm rot="9412871">
              <a:off x="7382959" y="66539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85F56718-10C2-02CA-5B71-BB4CF1AE7FAB}"/>
                </a:ext>
              </a:extLst>
            </p:cNvPr>
            <p:cNvSpPr/>
            <p:nvPr/>
          </p:nvSpPr>
          <p:spPr>
            <a:xfrm rot="9412871">
              <a:off x="7574288" y="697270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30B08C8-4C6A-F2C8-94ED-AA60B8050301}"/>
                </a:ext>
              </a:extLst>
            </p:cNvPr>
            <p:cNvSpPr/>
            <p:nvPr/>
          </p:nvSpPr>
          <p:spPr>
            <a:xfrm rot="9412871">
              <a:off x="7510871" y="598318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53283AB-8F8D-3121-4166-575A0804497D}"/>
                </a:ext>
              </a:extLst>
            </p:cNvPr>
            <p:cNvSpPr/>
            <p:nvPr/>
          </p:nvSpPr>
          <p:spPr>
            <a:xfrm rot="9412871">
              <a:off x="7682389" y="615852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354BD956-ECEE-E690-D629-95CECF1CD173}"/>
                </a:ext>
              </a:extLst>
            </p:cNvPr>
            <p:cNvSpPr/>
            <p:nvPr/>
          </p:nvSpPr>
          <p:spPr>
            <a:xfrm rot="9412871">
              <a:off x="7644712" y="64164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DAEFE60-B08E-F559-FB39-6E224C428213}"/>
                </a:ext>
              </a:extLst>
            </p:cNvPr>
            <p:cNvSpPr/>
            <p:nvPr/>
          </p:nvSpPr>
          <p:spPr>
            <a:xfrm rot="9412871">
              <a:off x="8005927" y="707395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7AE697A-FE0B-DF50-102F-2214A416682F}"/>
                </a:ext>
              </a:extLst>
            </p:cNvPr>
            <p:cNvSpPr/>
            <p:nvPr/>
          </p:nvSpPr>
          <p:spPr>
            <a:xfrm rot="9412871">
              <a:off x="8070440" y="5965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72CF5AE3-6F62-582C-E471-30A7286DB1F0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F55B6797-AF2C-1DBA-3EF0-D21845B2B932}"/>
                </a:ext>
              </a:extLst>
            </p:cNvPr>
            <p:cNvSpPr/>
            <p:nvPr/>
          </p:nvSpPr>
          <p:spPr>
            <a:xfrm rot="9412871">
              <a:off x="7970827" y="664556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3B4093E4-AD2B-DFFF-687E-69CC4528DC98}"/>
                </a:ext>
              </a:extLst>
            </p:cNvPr>
            <p:cNvSpPr/>
            <p:nvPr/>
          </p:nvSpPr>
          <p:spPr>
            <a:xfrm rot="9412871">
              <a:off x="8214594" y="63668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4733E19C-8476-7A79-7BEB-F16B6029BBF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DB43284-DAD1-D7DE-EF8E-759841734E6E}"/>
                </a:ext>
              </a:extLst>
            </p:cNvPr>
            <p:cNvSpPr/>
            <p:nvPr/>
          </p:nvSpPr>
          <p:spPr>
            <a:xfrm rot="9412871">
              <a:off x="5513836" y="56539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6C5C0AD9-0EC0-D83E-EC01-07B7B1BB937E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70CBF29-1F31-2B6F-18AA-17E7F3735437}"/>
                </a:ext>
              </a:extLst>
            </p:cNvPr>
            <p:cNvSpPr/>
            <p:nvPr/>
          </p:nvSpPr>
          <p:spPr>
            <a:xfrm rot="9412871">
              <a:off x="8402175" y="70984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DB46C942-425C-1FDA-77D7-7C797752FBCD}"/>
                </a:ext>
              </a:extLst>
            </p:cNvPr>
            <p:cNvSpPr/>
            <p:nvPr/>
          </p:nvSpPr>
          <p:spPr>
            <a:xfrm rot="9412871">
              <a:off x="8454211" y="68079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1FB3F88F-F133-C727-EA13-100671F2589E}"/>
                </a:ext>
              </a:extLst>
            </p:cNvPr>
            <p:cNvSpPr/>
            <p:nvPr/>
          </p:nvSpPr>
          <p:spPr>
            <a:xfrm rot="9412871">
              <a:off x="8650974" y="64549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53E9A5B5-E7FB-2064-901D-1BC45D019497}"/>
                </a:ext>
              </a:extLst>
            </p:cNvPr>
            <p:cNvSpPr/>
            <p:nvPr/>
          </p:nvSpPr>
          <p:spPr>
            <a:xfrm rot="9412871">
              <a:off x="8645218" y="596522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29389C3D-205E-309A-6AA4-F716EAD9E605}"/>
                </a:ext>
              </a:extLst>
            </p:cNvPr>
            <p:cNvSpPr/>
            <p:nvPr/>
          </p:nvSpPr>
          <p:spPr>
            <a:xfrm rot="9412871">
              <a:off x="8890255" y="562627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6634CDF1-E48E-CFE7-496A-C8862A900C04}"/>
                </a:ext>
              </a:extLst>
            </p:cNvPr>
            <p:cNvSpPr/>
            <p:nvPr/>
          </p:nvSpPr>
          <p:spPr>
            <a:xfrm rot="9412871">
              <a:off x="9032314" y="602209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2144D62-7BD3-0A18-B7E6-D704047A3F9F}"/>
                </a:ext>
              </a:extLst>
            </p:cNvPr>
            <p:cNvSpPr/>
            <p:nvPr/>
          </p:nvSpPr>
          <p:spPr>
            <a:xfrm rot="9412871">
              <a:off x="9161188" y="639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87708D8D-A19F-B7F1-6FA1-BDF633997AF7}"/>
                </a:ext>
              </a:extLst>
            </p:cNvPr>
            <p:cNvSpPr/>
            <p:nvPr/>
          </p:nvSpPr>
          <p:spPr>
            <a:xfrm rot="9412871">
              <a:off x="9661831" y="636701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B187B003-BC0F-EB37-91C6-0FC00818EE77}"/>
                </a:ext>
              </a:extLst>
            </p:cNvPr>
            <p:cNvSpPr/>
            <p:nvPr/>
          </p:nvSpPr>
          <p:spPr>
            <a:xfrm rot="9412871">
              <a:off x="9489888" y="609111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A3BB6FEF-F10D-A4E0-F815-AF3BCB5A6C25}"/>
                </a:ext>
              </a:extLst>
            </p:cNvPr>
            <p:cNvSpPr/>
            <p:nvPr/>
          </p:nvSpPr>
          <p:spPr>
            <a:xfrm rot="9412871">
              <a:off x="9407472" y="58980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CE078B4-7FC3-3CFC-482C-55173A13CD6C}"/>
                </a:ext>
              </a:extLst>
            </p:cNvPr>
            <p:cNvSpPr/>
            <p:nvPr/>
          </p:nvSpPr>
          <p:spPr>
            <a:xfrm rot="9412871">
              <a:off x="9359610" y="569026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1BBC266-D341-39A2-F128-AEE70399AE5C}"/>
                </a:ext>
              </a:extLst>
            </p:cNvPr>
            <p:cNvGrpSpPr/>
            <p:nvPr/>
          </p:nvGrpSpPr>
          <p:grpSpPr>
            <a:xfrm rot="19191760" flipV="1">
              <a:off x="6860998" y="4780734"/>
              <a:ext cx="2953403" cy="2665423"/>
              <a:chOff x="9535110" y="4663981"/>
              <a:chExt cx="2953403" cy="2665423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3A87B7C-DD1C-4CCC-3043-D112F613CAA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CBA64A0-81FF-7C1A-A9BE-CED7CA8590B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C31F732-52FE-94DC-6262-99CA3C0C369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C406F40-C0E7-F6AA-7C32-28BADEE373E2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4D544D04-BE9B-22D5-18DC-ECF0660732C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6D047B1D-232C-716E-40B5-24211133E0C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50E803FE-1F39-F269-C71E-B19C739A559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9D2E2B9-2062-04E8-D06E-DAABA9956BC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D5D5B255-65EC-2301-1C71-8AA232D44F1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4AA743B8-E7F5-C305-0674-74B786B6C5F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86E7DE3-17A8-810C-7A16-9C7C0D436F6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274B6950-BB96-91DF-DD2D-FEF80C32910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4B7FC131-6E36-C71D-0225-EC1572482FE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532CD24-3BE5-3C2B-2CAB-0D0550A117D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68799D3-1492-381C-1A7C-0E383EAA8BD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65C07DB-29CB-98A8-8B76-420561B4006E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FA248155-BE42-AA09-8982-79E17060D8E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7974652-4C32-0662-02D8-DBD93709CA1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7F7534AB-1446-F297-28DD-2A7C4188EC1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06810B89-F205-39E3-F820-FACD81F0D86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B3855C14-2FCA-6EA4-D1E1-CAC4967BA4A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2758FE1B-274F-F4F0-09B0-DC0FBD2EE78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CAAACE48-7C9D-2BF3-1587-FCD917322B0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CEC1516-4408-640D-8B5D-9DF9CC53C8E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BD87E6C-9884-6F03-C38E-B50D8DA25D82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F904D34B-FE9F-813A-DFAC-000491511909}"/>
                </a:ext>
              </a:extLst>
            </p:cNvPr>
            <p:cNvGrpSpPr/>
            <p:nvPr/>
          </p:nvGrpSpPr>
          <p:grpSpPr>
            <a:xfrm rot="12187129" flipH="1">
              <a:off x="5587494" y="3088345"/>
              <a:ext cx="2953403" cy="2665423"/>
              <a:chOff x="9535110" y="4663981"/>
              <a:chExt cx="2953403" cy="2665423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8C12844D-7D7F-F091-0933-51DAA20901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EE4AF275-4A2E-47DB-4A7B-FA65FE4B01E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CD7F8F94-21F4-6A35-7964-02869845063C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939926E-962E-C947-2FB7-AA786261B46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89DA6602-C4EB-CFB6-E8AF-F719C3DF770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611320C4-4DAB-13FA-841A-716535D869C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C3BFE47B-CD5B-CFD5-1F36-C3E1F467364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95A274A-188E-7E11-C18F-CDA7A69DB0FD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E79DEE3A-C277-8BEC-14AB-5998CE16C68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97DB6AB7-9418-6123-88D2-EFEB6BB1A5E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BC0A7B3-AA40-DC5D-2A87-4C675D5FF1D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CBD7B500-E846-33E4-7E8A-E27482CD514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6CA6FD97-97A7-1692-516B-60C76C494F3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0365B15-2713-0846-587F-2282084948D6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B3DB54CF-8A0C-4632-B863-62AB58FE5F2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0A440BDB-475F-00DF-6B86-1E2C381BD41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95553DD0-24BE-B47A-1F92-CBA135C4553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E636D544-C83D-3D8D-53FD-9C631C555B99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D832E891-E124-9CFB-6787-2F702F3DE70E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51B72512-A7DE-9E05-6C66-4395B0BC007F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" name="Ellipse 101">
                <a:extLst>
                  <a:ext uri="{FF2B5EF4-FFF2-40B4-BE49-F238E27FC236}">
                    <a16:creationId xmlns:a16="http://schemas.microsoft.com/office/drawing/2014/main" id="{0B241A68-63EA-C66B-557E-0FB119564E5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" name="Ellipse 102">
                <a:extLst>
                  <a:ext uri="{FF2B5EF4-FFF2-40B4-BE49-F238E27FC236}">
                    <a16:creationId xmlns:a16="http://schemas.microsoft.com/office/drawing/2014/main" id="{0BAC5B23-90A6-AD81-FBE9-DDDD71828B03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5ECB8434-1A8B-B11E-796E-6B06F292054A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" name="Ellipse 104">
                <a:extLst>
                  <a:ext uri="{FF2B5EF4-FFF2-40B4-BE49-F238E27FC236}">
                    <a16:creationId xmlns:a16="http://schemas.microsoft.com/office/drawing/2014/main" id="{3D72EBA4-6AB3-C64C-4BF5-C153704B703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96510AAC-2222-9701-D528-0325367AE2C3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FE9C48E3-D7EC-1552-CAA1-05685CA535B3}"/>
                </a:ext>
              </a:extLst>
            </p:cNvPr>
            <p:cNvGrpSpPr/>
            <p:nvPr/>
          </p:nvGrpSpPr>
          <p:grpSpPr>
            <a:xfrm>
              <a:off x="6694555" y="4331783"/>
              <a:ext cx="2953403" cy="2665423"/>
              <a:chOff x="9535110" y="4663981"/>
              <a:chExt cx="2953403" cy="2665423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5AFDA0DA-1905-AC49-E7D7-50EAA1CB74D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24AC9EBD-2334-41E8-1A71-7D21CC7BC6E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B96CED08-C254-F0D7-016A-7B3306D364E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D2C63E-2029-931D-217E-F99BD4FBE67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C95AE07F-1695-E354-07D8-ED12CA3A0067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81736510-B2DE-B46A-5A72-9B30320ED6B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" name="Ellipse 113">
                <a:extLst>
                  <a:ext uri="{FF2B5EF4-FFF2-40B4-BE49-F238E27FC236}">
                    <a16:creationId xmlns:a16="http://schemas.microsoft.com/office/drawing/2014/main" id="{EEA985AE-8EE2-74DC-0054-CF9703E2963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8B6CDADA-AC4C-329B-5DBA-E27E6487DB3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A8B4842D-59C5-73A1-543E-D442A0DEA4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31672C7F-0884-99F8-8FAD-B337FBE3266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6268EB5B-0E7D-781E-4EED-47A50D28EB3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10F00B31-0B77-DE1D-6ABE-10568C860765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448E7501-CEDE-D72B-717E-C282F5B1A9BD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3EC71D15-0067-2FC0-EC6E-F0DA3B16361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2825F0A3-7DE5-E078-A420-E1B6A35E4ACB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1123543E-CBB0-C4A0-04CB-EBB2E2E899D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5017D1D6-DC86-7CD8-BCFD-CAAA14A46B1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0033AE9D-7FA9-E2A3-6DDF-D5F67F98CAF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8400A037-40DC-E373-C8D8-AD5944D713A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961AD9CE-8520-89CF-64ED-3574201688E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A43415F9-484B-6CF1-1900-0E547328BA7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DACE5737-1117-BF34-ECFD-64B345D9F89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" name="Ellipse 129">
                <a:extLst>
                  <a:ext uri="{FF2B5EF4-FFF2-40B4-BE49-F238E27FC236}">
                    <a16:creationId xmlns:a16="http://schemas.microsoft.com/office/drawing/2014/main" id="{5598B4F6-B115-E2EE-5995-B5931DEF9F9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D76F051B-11C9-16C1-97FB-F340393437E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" name="Ellipse 131">
                <a:extLst>
                  <a:ext uri="{FF2B5EF4-FFF2-40B4-BE49-F238E27FC236}">
                    <a16:creationId xmlns:a16="http://schemas.microsoft.com/office/drawing/2014/main" id="{786110BC-C541-6FDC-6E69-E633BAC860B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6BEE164E-42CB-28F8-102E-BA8B2A6CA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4604856" y="7242800"/>
              <a:ext cx="1591374" cy="1190084"/>
            </a:xfrm>
            <a:prstGeom prst="rect">
              <a:avLst/>
            </a:prstGeom>
          </p:spPr>
        </p:pic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93C68318-0DA9-1BCF-3377-378AA56DBFAF}"/>
                </a:ext>
              </a:extLst>
            </p:cNvPr>
            <p:cNvGrpSpPr/>
            <p:nvPr/>
          </p:nvGrpSpPr>
          <p:grpSpPr>
            <a:xfrm rot="9412871">
              <a:off x="4672180" y="5579665"/>
              <a:ext cx="2953403" cy="2665423"/>
              <a:chOff x="9535110" y="4663981"/>
              <a:chExt cx="2953403" cy="2665423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CC19915E-876C-CDF9-39C5-6D224428F9D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BFCECDC2-7AA5-8387-B87F-A28207F66F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41BA206-0AC8-8651-1713-4EB0E7ABEBF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790AA228-D892-F563-0133-A7B1807F69FD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6E8F30EB-C5A2-F137-56D2-A9DC2D4A4F5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907824BB-126C-B396-7A16-6FD0E3E0147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7A0FF3AE-29A9-E3A0-3BD8-30503EB99B2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2" name="Ellipse 141">
                <a:extLst>
                  <a:ext uri="{FF2B5EF4-FFF2-40B4-BE49-F238E27FC236}">
                    <a16:creationId xmlns:a16="http://schemas.microsoft.com/office/drawing/2014/main" id="{51503583-2FFE-10D4-1B90-15F9AD0FA99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D597D0A-ED60-3BF1-8657-92D88F69915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8C7B853D-9735-850A-372C-CB6E2A66FE9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5" name="Ellipse 144">
                <a:extLst>
                  <a:ext uri="{FF2B5EF4-FFF2-40B4-BE49-F238E27FC236}">
                    <a16:creationId xmlns:a16="http://schemas.microsoft.com/office/drawing/2014/main" id="{6E91EBDC-902D-BE5E-BFC7-446CFE2E3436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43E601C8-3A28-26D6-A8B8-C423EFEA794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7" name="Ellipse 146">
                <a:extLst>
                  <a:ext uri="{FF2B5EF4-FFF2-40B4-BE49-F238E27FC236}">
                    <a16:creationId xmlns:a16="http://schemas.microsoft.com/office/drawing/2014/main" id="{5E861B2A-6C5D-8D1B-B9D3-B00904E6B948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8" name="Ellipse 147">
                <a:extLst>
                  <a:ext uri="{FF2B5EF4-FFF2-40B4-BE49-F238E27FC236}">
                    <a16:creationId xmlns:a16="http://schemas.microsoft.com/office/drawing/2014/main" id="{94F9D362-D2DA-33C9-ABBB-E02859458840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6884446-9D80-8BAC-B9F2-EBA3BEE6A2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0" name="Ellipse 149">
                <a:extLst>
                  <a:ext uri="{FF2B5EF4-FFF2-40B4-BE49-F238E27FC236}">
                    <a16:creationId xmlns:a16="http://schemas.microsoft.com/office/drawing/2014/main" id="{911461E7-6FE0-9BED-C5F5-8B6AEA566A51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1" name="Ellipse 150">
                <a:extLst>
                  <a:ext uri="{FF2B5EF4-FFF2-40B4-BE49-F238E27FC236}">
                    <a16:creationId xmlns:a16="http://schemas.microsoft.com/office/drawing/2014/main" id="{B009AB69-F6AD-D72B-9CC9-615C36E7D4F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8247737B-F8A7-E5FB-FACE-C2DB1D5F15E8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3" name="Ellipse 152">
                <a:extLst>
                  <a:ext uri="{FF2B5EF4-FFF2-40B4-BE49-F238E27FC236}">
                    <a16:creationId xmlns:a16="http://schemas.microsoft.com/office/drawing/2014/main" id="{747CDD99-F104-6120-8F56-B574BC9083E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0E7D2B5-0F35-5FBE-F3CF-C7C355F1DAB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BA46D33B-D158-6B66-C029-FAA26E11551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116B78D2-05A1-0487-6135-77A1DA70308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72CD923E-AF29-03BB-591D-735D097567A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91A2DAED-9039-A6E5-9025-5710FCE0F1A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9" name="Ellipse 158">
                <a:extLst>
                  <a:ext uri="{FF2B5EF4-FFF2-40B4-BE49-F238E27FC236}">
                    <a16:creationId xmlns:a16="http://schemas.microsoft.com/office/drawing/2014/main" id="{9F22B741-84E1-7534-EE22-49F209681A8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AF26BD02-FF28-9BB1-D711-BE846F44CC13}"/>
                </a:ext>
              </a:extLst>
            </p:cNvPr>
            <p:cNvGrpSpPr/>
            <p:nvPr/>
          </p:nvGrpSpPr>
          <p:grpSpPr>
            <a:xfrm rot="19191760" flipV="1">
              <a:off x="4521749" y="4350398"/>
              <a:ext cx="2953403" cy="2665423"/>
              <a:chOff x="9535110" y="4663981"/>
              <a:chExt cx="2953403" cy="2665423"/>
            </a:xfrm>
          </p:grpSpPr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0F2336CA-F2F9-0A04-78FE-DA9D8348965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A37A526E-487C-7ED2-08B3-1EAD98D8D44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04275869-DD7B-2907-A561-FED740C8C293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006256B9-526B-61F6-22AB-4BA29A4E0FC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5" name="Ellipse 164">
                <a:extLst>
                  <a:ext uri="{FF2B5EF4-FFF2-40B4-BE49-F238E27FC236}">
                    <a16:creationId xmlns:a16="http://schemas.microsoft.com/office/drawing/2014/main" id="{DE2D52E3-CBA5-D712-A58B-06A34CF68E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6" name="Ellipse 165">
                <a:extLst>
                  <a:ext uri="{FF2B5EF4-FFF2-40B4-BE49-F238E27FC236}">
                    <a16:creationId xmlns:a16="http://schemas.microsoft.com/office/drawing/2014/main" id="{E44A2DAF-BE09-3ABB-FBAD-8E76FF39F44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49C9C55D-9A40-52D4-CDBD-EB797CB604A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2CBD06F-5523-120E-BAE1-BBD90C7DD91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EDCB781B-2149-6E67-3C23-3C0ECF30370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4028AF3D-ABE1-9BDD-0C39-05F128A1AC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1" name="Ellipse 170">
                <a:extLst>
                  <a:ext uri="{FF2B5EF4-FFF2-40B4-BE49-F238E27FC236}">
                    <a16:creationId xmlns:a16="http://schemas.microsoft.com/office/drawing/2014/main" id="{898BA7AF-E3D4-85B1-95D4-3D8D95E3280A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2" name="Ellipse 171">
                <a:extLst>
                  <a:ext uri="{FF2B5EF4-FFF2-40B4-BE49-F238E27FC236}">
                    <a16:creationId xmlns:a16="http://schemas.microsoft.com/office/drawing/2014/main" id="{E6AE16BA-8603-D814-E68E-42504F2A9B9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CF4AC4AE-B5B8-2AD8-E57D-8E0BD6C9089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2F7F071-D4EC-A6CF-B16C-B6453D1C92B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5FB71F44-C53B-7A72-2797-44F0BEEA589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55102CB9-50EA-281A-58DD-3058D001624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013AA3EC-29D0-454D-D598-39DFE3125C6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F2114684-5C32-8528-7320-390F16F09FE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C75C4D69-667C-C008-28DF-8215ED457B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EAE9212D-FE19-0F4F-967E-0B9DA82A20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1" name="Ellipse 180">
                <a:extLst>
                  <a:ext uri="{FF2B5EF4-FFF2-40B4-BE49-F238E27FC236}">
                    <a16:creationId xmlns:a16="http://schemas.microsoft.com/office/drawing/2014/main" id="{431F3A43-D122-67E8-F773-FDAECC0EB1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F8D9B119-F046-712F-96A5-DCBDCC222A0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3" name="Ellipse 182">
                <a:extLst>
                  <a:ext uri="{FF2B5EF4-FFF2-40B4-BE49-F238E27FC236}">
                    <a16:creationId xmlns:a16="http://schemas.microsoft.com/office/drawing/2014/main" id="{1425A6D2-ECE4-81A8-3BB9-A42F4CA601B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6306649B-7AA1-ADE4-AE2A-D38A3283440D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5DA3BCA7-8D15-A017-3C8F-FDDF0EC8F96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9CE11D0C-3C9E-69BD-BF2A-7B1B9AC92DBD}"/>
                </a:ext>
              </a:extLst>
            </p:cNvPr>
            <p:cNvGrpSpPr/>
            <p:nvPr/>
          </p:nvGrpSpPr>
          <p:grpSpPr>
            <a:xfrm>
              <a:off x="2194162" y="4621016"/>
              <a:ext cx="2953403" cy="2665423"/>
              <a:chOff x="9535110" y="4663981"/>
              <a:chExt cx="2953403" cy="2665423"/>
            </a:xfrm>
          </p:grpSpPr>
          <p:sp>
            <p:nvSpPr>
              <p:cNvPr id="187" name="Ellipse 186">
                <a:extLst>
                  <a:ext uri="{FF2B5EF4-FFF2-40B4-BE49-F238E27FC236}">
                    <a16:creationId xmlns:a16="http://schemas.microsoft.com/office/drawing/2014/main" id="{50BA4B9E-6409-C141-ACE2-166068D6153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E5330FCA-77F6-EB3A-3A1E-F2B01F5DBFE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9" name="Ellipse 188">
                <a:extLst>
                  <a:ext uri="{FF2B5EF4-FFF2-40B4-BE49-F238E27FC236}">
                    <a16:creationId xmlns:a16="http://schemas.microsoft.com/office/drawing/2014/main" id="{FB5FBAE6-E345-8BCD-5D46-7A76D49E461F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0" name="Ellipse 189">
                <a:extLst>
                  <a:ext uri="{FF2B5EF4-FFF2-40B4-BE49-F238E27FC236}">
                    <a16:creationId xmlns:a16="http://schemas.microsoft.com/office/drawing/2014/main" id="{CE9C437F-F043-94DA-EE4C-CC5B58C80DC8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20266608-FF8E-58B6-1BC5-B00A23163FC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2" name="Ellipse 191">
                <a:extLst>
                  <a:ext uri="{FF2B5EF4-FFF2-40B4-BE49-F238E27FC236}">
                    <a16:creationId xmlns:a16="http://schemas.microsoft.com/office/drawing/2014/main" id="{E47627D7-07CD-CAF3-F4A2-C6262FAA8D3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0C05E565-4BC9-50E9-2EA9-7C0D4F43412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D31CBC1F-4124-DACD-BC44-4FA1E993720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5" name="Ellipse 194">
                <a:extLst>
                  <a:ext uri="{FF2B5EF4-FFF2-40B4-BE49-F238E27FC236}">
                    <a16:creationId xmlns:a16="http://schemas.microsoft.com/office/drawing/2014/main" id="{A1B60E96-5E65-AC66-8F9B-8C62C7BBCF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256F7897-452E-CD9E-B60D-27B5BA1A7D95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BA18432E-06A9-24C5-5695-CF97B617C27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B9AA6552-1F1D-D3BF-7455-9F7E09AD039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AFD7DD45-6FB7-5C83-4271-32855836AE2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6928541-5FEC-9E7C-4072-14034497FB5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58463564-47F1-1083-7842-7156BFE5F6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16D1B8CC-83B1-427B-5C37-567ECBD1235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AD9688DC-C581-29DD-F001-50EA63D1E77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4" name="Ellipse 203">
                <a:extLst>
                  <a:ext uri="{FF2B5EF4-FFF2-40B4-BE49-F238E27FC236}">
                    <a16:creationId xmlns:a16="http://schemas.microsoft.com/office/drawing/2014/main" id="{7642C375-F131-D500-E3C1-6A69BC83E95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86F4DEED-1BBA-DEAF-7471-569270E07C2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9868A7CB-ED26-DE3C-10C9-F49D3EE674A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7" name="Ellipse 206">
                <a:extLst>
                  <a:ext uri="{FF2B5EF4-FFF2-40B4-BE49-F238E27FC236}">
                    <a16:creationId xmlns:a16="http://schemas.microsoft.com/office/drawing/2014/main" id="{881B755B-47CD-2714-2A6F-3E213962281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88EFC239-3244-1860-6AB2-AFE4E1BF0A0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71733C1D-9CDD-C666-0DFE-44253367751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0" name="Ellipse 209">
                <a:extLst>
                  <a:ext uri="{FF2B5EF4-FFF2-40B4-BE49-F238E27FC236}">
                    <a16:creationId xmlns:a16="http://schemas.microsoft.com/office/drawing/2014/main" id="{52A8F6EE-C343-3225-C20B-AB1870D60C3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3B80FF34-C1FB-D01D-9A39-8E8ECBDBC388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6E212A14-96C5-9CCA-DE73-248A1C7ACF68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4" name="Ellipse 213">
              <a:extLst>
                <a:ext uri="{FF2B5EF4-FFF2-40B4-BE49-F238E27FC236}">
                  <a16:creationId xmlns:a16="http://schemas.microsoft.com/office/drawing/2014/main" id="{C5E1CA5E-F4F4-719E-2509-89B68526A7ED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4172E599-3EB4-0D0C-B9A2-FAF4107F9C2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2F3CCED4-DE03-C016-4394-5B38587F3A5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F0B37DAA-92CE-BEBE-7C47-46A38B5B51E3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01A05B29-26F0-E6FD-51A7-27B06998070D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9" name="Ellipse 218">
              <a:extLst>
                <a:ext uri="{FF2B5EF4-FFF2-40B4-BE49-F238E27FC236}">
                  <a16:creationId xmlns:a16="http://schemas.microsoft.com/office/drawing/2014/main" id="{B7171E76-75C2-B15E-A2A2-EFFB51AB4C01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4C75D649-05FE-0CC1-2882-8E5C311708DA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6A9F19EF-E968-F98A-BCA1-D5009A848D30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3" name="Ellipse 222">
              <a:extLst>
                <a:ext uri="{FF2B5EF4-FFF2-40B4-BE49-F238E27FC236}">
                  <a16:creationId xmlns:a16="http://schemas.microsoft.com/office/drawing/2014/main" id="{2A3E0ED6-E045-FF43-6B08-02B3170DFE38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7" name="Ellipse 226">
              <a:extLst>
                <a:ext uri="{FF2B5EF4-FFF2-40B4-BE49-F238E27FC236}">
                  <a16:creationId xmlns:a16="http://schemas.microsoft.com/office/drawing/2014/main" id="{1E3F331E-CC81-81A4-F135-3211D4A029E7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8" name="Ellipse 227">
              <a:extLst>
                <a:ext uri="{FF2B5EF4-FFF2-40B4-BE49-F238E27FC236}">
                  <a16:creationId xmlns:a16="http://schemas.microsoft.com/office/drawing/2014/main" id="{FD4B6B2E-3775-2825-DAF9-1B50C9678FA7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9" name="Ellipse 228">
              <a:extLst>
                <a:ext uri="{FF2B5EF4-FFF2-40B4-BE49-F238E27FC236}">
                  <a16:creationId xmlns:a16="http://schemas.microsoft.com/office/drawing/2014/main" id="{D320D5EE-BAD6-C89E-7217-F87900D0F9B6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0" name="Ellipse 229">
              <a:extLst>
                <a:ext uri="{FF2B5EF4-FFF2-40B4-BE49-F238E27FC236}">
                  <a16:creationId xmlns:a16="http://schemas.microsoft.com/office/drawing/2014/main" id="{7AA6B1E6-4824-F4A2-D09D-58DD60AAB873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1" name="Ellipse 230">
              <a:extLst>
                <a:ext uri="{FF2B5EF4-FFF2-40B4-BE49-F238E27FC236}">
                  <a16:creationId xmlns:a16="http://schemas.microsoft.com/office/drawing/2014/main" id="{827C5408-D922-2D59-3572-D285E20533B0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2" name="Ellipse 231">
              <a:extLst>
                <a:ext uri="{FF2B5EF4-FFF2-40B4-BE49-F238E27FC236}">
                  <a16:creationId xmlns:a16="http://schemas.microsoft.com/office/drawing/2014/main" id="{A9F76DDD-CD9F-E517-299A-C9ECAAF5ABB0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3" name="Ellipse 232">
              <a:extLst>
                <a:ext uri="{FF2B5EF4-FFF2-40B4-BE49-F238E27FC236}">
                  <a16:creationId xmlns:a16="http://schemas.microsoft.com/office/drawing/2014/main" id="{E041D804-B3D2-5C9A-03E3-25ABB2F6C9EC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71C5A3C7-7B32-F5C6-B648-AABD7A493724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C5ECC047-FCEF-9ACF-10F9-03932D647303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6" name="Ellipse 235">
              <a:extLst>
                <a:ext uri="{FF2B5EF4-FFF2-40B4-BE49-F238E27FC236}">
                  <a16:creationId xmlns:a16="http://schemas.microsoft.com/office/drawing/2014/main" id="{560545AF-34D6-697B-4EE4-5BD05E05431C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7" name="Ellipse 236">
              <a:extLst>
                <a:ext uri="{FF2B5EF4-FFF2-40B4-BE49-F238E27FC236}">
                  <a16:creationId xmlns:a16="http://schemas.microsoft.com/office/drawing/2014/main" id="{BCFB9394-669C-4E08-9B56-8A253A1F9978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238" name="Gruppieren 237">
              <a:extLst>
                <a:ext uri="{FF2B5EF4-FFF2-40B4-BE49-F238E27FC236}">
                  <a16:creationId xmlns:a16="http://schemas.microsoft.com/office/drawing/2014/main" id="{9E1D096F-BA37-5707-5914-38D2B0231B5E}"/>
                </a:ext>
              </a:extLst>
            </p:cNvPr>
            <p:cNvGrpSpPr/>
            <p:nvPr/>
          </p:nvGrpSpPr>
          <p:grpSpPr>
            <a:xfrm rot="9412871">
              <a:off x="3772440" y="3309704"/>
              <a:ext cx="2953403" cy="2665423"/>
              <a:chOff x="9535110" y="4663981"/>
              <a:chExt cx="2953403" cy="2665423"/>
            </a:xfrm>
          </p:grpSpPr>
          <p:sp>
            <p:nvSpPr>
              <p:cNvPr id="239" name="Ellipse 238">
                <a:extLst>
                  <a:ext uri="{FF2B5EF4-FFF2-40B4-BE49-F238E27FC236}">
                    <a16:creationId xmlns:a16="http://schemas.microsoft.com/office/drawing/2014/main" id="{1B997747-5629-ADB0-A525-0B5E9504879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0" name="Ellipse 239">
                <a:extLst>
                  <a:ext uri="{FF2B5EF4-FFF2-40B4-BE49-F238E27FC236}">
                    <a16:creationId xmlns:a16="http://schemas.microsoft.com/office/drawing/2014/main" id="{68793F9E-8901-6CC8-D2E0-9B9239952AC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1" name="Ellipse 240">
                <a:extLst>
                  <a:ext uri="{FF2B5EF4-FFF2-40B4-BE49-F238E27FC236}">
                    <a16:creationId xmlns:a16="http://schemas.microsoft.com/office/drawing/2014/main" id="{BE86E8E3-C876-6AB8-A38B-C24499C04F9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2" name="Ellipse 241">
                <a:extLst>
                  <a:ext uri="{FF2B5EF4-FFF2-40B4-BE49-F238E27FC236}">
                    <a16:creationId xmlns:a16="http://schemas.microsoft.com/office/drawing/2014/main" id="{4A6A61DF-2FF3-BF7C-3E99-C848B210BEE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3" name="Ellipse 242">
                <a:extLst>
                  <a:ext uri="{FF2B5EF4-FFF2-40B4-BE49-F238E27FC236}">
                    <a16:creationId xmlns:a16="http://schemas.microsoft.com/office/drawing/2014/main" id="{B78D1FB0-BD77-3236-C93A-A050EE97545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4" name="Ellipse 243">
                <a:extLst>
                  <a:ext uri="{FF2B5EF4-FFF2-40B4-BE49-F238E27FC236}">
                    <a16:creationId xmlns:a16="http://schemas.microsoft.com/office/drawing/2014/main" id="{DBDE90DD-F773-F469-588E-7CC7B4430AA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5" name="Ellipse 244">
                <a:extLst>
                  <a:ext uri="{FF2B5EF4-FFF2-40B4-BE49-F238E27FC236}">
                    <a16:creationId xmlns:a16="http://schemas.microsoft.com/office/drawing/2014/main" id="{9FA4238A-BC60-E873-22B0-71BE09D8CD86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6" name="Ellipse 245">
                <a:extLst>
                  <a:ext uri="{FF2B5EF4-FFF2-40B4-BE49-F238E27FC236}">
                    <a16:creationId xmlns:a16="http://schemas.microsoft.com/office/drawing/2014/main" id="{5B028018-A9B6-7997-1C6D-110C817A883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7" name="Ellipse 246">
                <a:extLst>
                  <a:ext uri="{FF2B5EF4-FFF2-40B4-BE49-F238E27FC236}">
                    <a16:creationId xmlns:a16="http://schemas.microsoft.com/office/drawing/2014/main" id="{41DA0B15-20E2-6032-F154-19520EC07526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8" name="Ellipse 247">
                <a:extLst>
                  <a:ext uri="{FF2B5EF4-FFF2-40B4-BE49-F238E27FC236}">
                    <a16:creationId xmlns:a16="http://schemas.microsoft.com/office/drawing/2014/main" id="{B1AC9A44-103A-6B01-63AD-F9BAAA022014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9" name="Ellipse 248">
                <a:extLst>
                  <a:ext uri="{FF2B5EF4-FFF2-40B4-BE49-F238E27FC236}">
                    <a16:creationId xmlns:a16="http://schemas.microsoft.com/office/drawing/2014/main" id="{9459E113-CF63-5CAC-6F64-97ACCF872DC7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0" name="Ellipse 249">
                <a:extLst>
                  <a:ext uri="{FF2B5EF4-FFF2-40B4-BE49-F238E27FC236}">
                    <a16:creationId xmlns:a16="http://schemas.microsoft.com/office/drawing/2014/main" id="{99026EBA-172C-538E-03F1-B03F8E359D7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1" name="Ellipse 250">
                <a:extLst>
                  <a:ext uri="{FF2B5EF4-FFF2-40B4-BE49-F238E27FC236}">
                    <a16:creationId xmlns:a16="http://schemas.microsoft.com/office/drawing/2014/main" id="{A63A1514-9AB8-1812-F97F-CE3E6B72CD3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2" name="Ellipse 251">
                <a:extLst>
                  <a:ext uri="{FF2B5EF4-FFF2-40B4-BE49-F238E27FC236}">
                    <a16:creationId xmlns:a16="http://schemas.microsoft.com/office/drawing/2014/main" id="{110C1B26-0CE5-A50F-EB62-7418CAAA1E5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3" name="Ellipse 252">
                <a:extLst>
                  <a:ext uri="{FF2B5EF4-FFF2-40B4-BE49-F238E27FC236}">
                    <a16:creationId xmlns:a16="http://schemas.microsoft.com/office/drawing/2014/main" id="{9B78B74D-5AA6-5242-559E-E06AF72FE23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4" name="Ellipse 253">
                <a:extLst>
                  <a:ext uri="{FF2B5EF4-FFF2-40B4-BE49-F238E27FC236}">
                    <a16:creationId xmlns:a16="http://schemas.microsoft.com/office/drawing/2014/main" id="{71D05838-BA88-4370-E675-647121D1314B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5" name="Ellipse 254">
                <a:extLst>
                  <a:ext uri="{FF2B5EF4-FFF2-40B4-BE49-F238E27FC236}">
                    <a16:creationId xmlns:a16="http://schemas.microsoft.com/office/drawing/2014/main" id="{EBEC5E9A-F31A-5CAA-9629-D831A714E437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6" name="Ellipse 255">
                <a:extLst>
                  <a:ext uri="{FF2B5EF4-FFF2-40B4-BE49-F238E27FC236}">
                    <a16:creationId xmlns:a16="http://schemas.microsoft.com/office/drawing/2014/main" id="{36C1CF4A-B8C4-257E-43C9-6FB4317A1A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7" name="Ellipse 256">
                <a:extLst>
                  <a:ext uri="{FF2B5EF4-FFF2-40B4-BE49-F238E27FC236}">
                    <a16:creationId xmlns:a16="http://schemas.microsoft.com/office/drawing/2014/main" id="{04B08AC5-0996-D0A1-9830-C015865C8C5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8" name="Ellipse 257">
                <a:extLst>
                  <a:ext uri="{FF2B5EF4-FFF2-40B4-BE49-F238E27FC236}">
                    <a16:creationId xmlns:a16="http://schemas.microsoft.com/office/drawing/2014/main" id="{722FE81D-F509-9318-C196-BE263E86BEA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9" name="Ellipse 258">
                <a:extLst>
                  <a:ext uri="{FF2B5EF4-FFF2-40B4-BE49-F238E27FC236}">
                    <a16:creationId xmlns:a16="http://schemas.microsoft.com/office/drawing/2014/main" id="{5A6CBE6B-3A2A-F071-5CDD-32D490D561B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0" name="Ellipse 259">
                <a:extLst>
                  <a:ext uri="{FF2B5EF4-FFF2-40B4-BE49-F238E27FC236}">
                    <a16:creationId xmlns:a16="http://schemas.microsoft.com/office/drawing/2014/main" id="{0945B6E0-AD37-7573-5612-8FC7140BBF7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1" name="Ellipse 260">
                <a:extLst>
                  <a:ext uri="{FF2B5EF4-FFF2-40B4-BE49-F238E27FC236}">
                    <a16:creationId xmlns:a16="http://schemas.microsoft.com/office/drawing/2014/main" id="{F70B2A63-FDB3-2EAE-202A-F4159631AA0C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2" name="Ellipse 261">
                <a:extLst>
                  <a:ext uri="{FF2B5EF4-FFF2-40B4-BE49-F238E27FC236}">
                    <a16:creationId xmlns:a16="http://schemas.microsoft.com/office/drawing/2014/main" id="{CF8F3A8B-9B84-DCC3-48E8-95F096649C7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3" name="Ellipse 262">
                <a:extLst>
                  <a:ext uri="{FF2B5EF4-FFF2-40B4-BE49-F238E27FC236}">
                    <a16:creationId xmlns:a16="http://schemas.microsoft.com/office/drawing/2014/main" id="{F688C900-DFE3-5717-E9E6-540DF777C2B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264" name="Ellipse 263">
              <a:extLst>
                <a:ext uri="{FF2B5EF4-FFF2-40B4-BE49-F238E27FC236}">
                  <a16:creationId xmlns:a16="http://schemas.microsoft.com/office/drawing/2014/main" id="{38BB9797-8344-62D9-435B-4310FDE349A7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5" name="Ellipse 264">
              <a:extLst>
                <a:ext uri="{FF2B5EF4-FFF2-40B4-BE49-F238E27FC236}">
                  <a16:creationId xmlns:a16="http://schemas.microsoft.com/office/drawing/2014/main" id="{FA5D18B7-3736-C50F-C0AF-D76DE2BD1A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6" name="Ellipse 265">
              <a:extLst>
                <a:ext uri="{FF2B5EF4-FFF2-40B4-BE49-F238E27FC236}">
                  <a16:creationId xmlns:a16="http://schemas.microsoft.com/office/drawing/2014/main" id="{E12874B2-3CD0-8E49-26B9-DA0D70ECF49A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7" name="Ellipse 266">
              <a:extLst>
                <a:ext uri="{FF2B5EF4-FFF2-40B4-BE49-F238E27FC236}">
                  <a16:creationId xmlns:a16="http://schemas.microsoft.com/office/drawing/2014/main" id="{D6DF41DE-ECF3-8DB8-3003-C3AE2D84D3F5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7A694056-7972-3E09-14A3-9F346E28B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666154" y="5603826"/>
              <a:ext cx="1591374" cy="1190084"/>
            </a:xfrm>
            <a:prstGeom prst="rect">
              <a:avLst/>
            </a:prstGeom>
          </p:spPr>
        </p:pic>
      </p:grpSp>
      <p:sp>
        <p:nvSpPr>
          <p:cNvPr id="225" name="Ellipse 224">
            <a:extLst>
              <a:ext uri="{FF2B5EF4-FFF2-40B4-BE49-F238E27FC236}">
                <a16:creationId xmlns:a16="http://schemas.microsoft.com/office/drawing/2014/main" id="{FF92C24E-D054-44F8-84F8-F54A6C399238}"/>
              </a:ext>
            </a:extLst>
          </p:cNvPr>
          <p:cNvSpPr/>
          <p:nvPr/>
        </p:nvSpPr>
        <p:spPr>
          <a:xfrm>
            <a:off x="2436425" y="655692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29" name="Ellipse 528">
            <a:extLst>
              <a:ext uri="{FF2B5EF4-FFF2-40B4-BE49-F238E27FC236}">
                <a16:creationId xmlns:a16="http://schemas.microsoft.com/office/drawing/2014/main" id="{66370D24-6061-439F-59A3-EA98FEBBE6C7}"/>
              </a:ext>
            </a:extLst>
          </p:cNvPr>
          <p:cNvSpPr/>
          <p:nvPr/>
        </p:nvSpPr>
        <p:spPr>
          <a:xfrm>
            <a:off x="3014283" y="651985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512" name="Grafik 511">
            <a:extLst>
              <a:ext uri="{FF2B5EF4-FFF2-40B4-BE49-F238E27FC236}">
                <a16:creationId xmlns:a16="http://schemas.microsoft.com/office/drawing/2014/main" id="{3AC887DE-5262-0816-87ED-4FD9ECE8FA0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  <p:pic>
        <p:nvPicPr>
          <p:cNvPr id="224" name="Grafik 223">
            <a:extLst>
              <a:ext uri="{FF2B5EF4-FFF2-40B4-BE49-F238E27FC236}">
                <a16:creationId xmlns:a16="http://schemas.microsoft.com/office/drawing/2014/main" id="{0BECA739-C47F-43C6-BA14-07D623DB8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" y="0"/>
            <a:ext cx="12190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69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F904D34B-FE9F-813A-DFAC-000491511909}"/>
              </a:ext>
            </a:extLst>
          </p:cNvPr>
          <p:cNvGrpSpPr/>
          <p:nvPr/>
        </p:nvGrpSpPr>
        <p:grpSpPr>
          <a:xfrm rot="12187129" flipH="1">
            <a:off x="5587494" y="3088345"/>
            <a:ext cx="2953403" cy="2665423"/>
            <a:chOff x="9535110" y="4663981"/>
            <a:chExt cx="2953403" cy="2665423"/>
          </a:xfrm>
        </p:grpSpPr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8C12844D-7D7F-F091-0933-51DAA20901E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EE4AF275-4A2E-47DB-4A7B-FA65FE4B01E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CD7F8F94-21F4-6A35-7964-02869845063C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2939926E-962E-C947-2FB7-AA786261B469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89DA6602-C4EB-CFB6-E8AF-F719C3DF770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611320C4-4DAB-13FA-841A-716535D869C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C3BFE47B-CD5B-CFD5-1F36-C3E1F467364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C95A274A-188E-7E11-C18F-CDA7A69DB0FD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E79DEE3A-C277-8BEC-14AB-5998CE16C68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97DB6AB7-9418-6123-88D2-EFEB6BB1A5EF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EBC0A7B3-AA40-DC5D-2A87-4C675D5FF1D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CBD7B500-E846-33E4-7E8A-E27482CD5148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6CA6FD97-97A7-1692-516B-60C76C494F3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10365B15-2713-0846-587F-2282084948D6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B3DB54CF-8A0C-4632-B863-62AB58FE5F2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0A440BDB-475F-00DF-6B86-1E2C381BD41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95553DD0-24BE-B47A-1F92-CBA135C4553C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E636D544-C83D-3D8D-53FD-9C631C555B99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D832E891-E124-9CFB-6787-2F702F3DE70E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51B72512-A7DE-9E05-6C66-4395B0BC007F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0B241A68-63EA-C66B-557E-0FB119564E51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" name="Ellipse 102">
              <a:extLst>
                <a:ext uri="{FF2B5EF4-FFF2-40B4-BE49-F238E27FC236}">
                  <a16:creationId xmlns:a16="http://schemas.microsoft.com/office/drawing/2014/main" id="{0BAC5B23-90A6-AD81-FBE9-DDDD71828B03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5ECB8434-1A8B-B11E-796E-6B06F292054A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3D72EBA4-6AB3-C64C-4BF5-C153704B703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96510AAC-2222-9701-D528-0325367AE2C3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57" name="TextBox 3">
            <a:extLst>
              <a:ext uri="{FF2B5EF4-FFF2-40B4-BE49-F238E27FC236}">
                <a16:creationId xmlns:a16="http://schemas.microsoft.com/office/drawing/2014/main" id="{5CB482CA-741A-607B-21E1-0E17C3A1D55C}"/>
              </a:ext>
            </a:extLst>
          </p:cNvPr>
          <p:cNvSpPr txBox="1"/>
          <p:nvPr/>
        </p:nvSpPr>
        <p:spPr>
          <a:xfrm>
            <a:off x="748800" y="3502799"/>
            <a:ext cx="5677200" cy="182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28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Vielen Dank für Ihre Aufmerksamkeit</a:t>
            </a:r>
          </a:p>
        </p:txBody>
      </p: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58DAD78E-E82A-F143-5472-16C78E75A8F2}"/>
              </a:ext>
            </a:extLst>
          </p:cNvPr>
          <p:cNvGrpSpPr/>
          <p:nvPr/>
        </p:nvGrpSpPr>
        <p:grpSpPr>
          <a:xfrm>
            <a:off x="-1306118" y="3309704"/>
            <a:ext cx="13794631" cy="5123180"/>
            <a:chOff x="-1306118" y="3309704"/>
            <a:chExt cx="13794631" cy="5123180"/>
          </a:xfrm>
        </p:grpSpPr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4785E4A5-42E6-5232-1BAA-5C52498E54FC}"/>
                </a:ext>
              </a:extLst>
            </p:cNvPr>
            <p:cNvGrpSpPr/>
            <p:nvPr/>
          </p:nvGrpSpPr>
          <p:grpSpPr>
            <a:xfrm rot="10800000">
              <a:off x="464530" y="4166517"/>
              <a:ext cx="4629584" cy="2788981"/>
              <a:chOff x="-324210" y="4706992"/>
              <a:chExt cx="4629584" cy="2788981"/>
            </a:xfrm>
          </p:grpSpPr>
          <p:sp>
            <p:nvSpPr>
              <p:cNvPr id="221" name="Ellipse 220">
                <a:extLst>
                  <a:ext uri="{FF2B5EF4-FFF2-40B4-BE49-F238E27FC236}">
                    <a16:creationId xmlns:a16="http://schemas.microsoft.com/office/drawing/2014/main" id="{39583E6D-B5B8-BEA1-3621-28A44888FD44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4" name="Ellipse 223">
                <a:extLst>
                  <a:ext uri="{FF2B5EF4-FFF2-40B4-BE49-F238E27FC236}">
                    <a16:creationId xmlns:a16="http://schemas.microsoft.com/office/drawing/2014/main" id="{ADBF7BEB-F710-4478-E441-74D26A294207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5" name="Ellipse 224">
                <a:extLst>
                  <a:ext uri="{FF2B5EF4-FFF2-40B4-BE49-F238E27FC236}">
                    <a16:creationId xmlns:a16="http://schemas.microsoft.com/office/drawing/2014/main" id="{EA41BA9B-D7FA-AE98-96F5-0749FFE10B03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6" name="Ellipse 225">
                <a:extLst>
                  <a:ext uri="{FF2B5EF4-FFF2-40B4-BE49-F238E27FC236}">
                    <a16:creationId xmlns:a16="http://schemas.microsoft.com/office/drawing/2014/main" id="{F0BCFCBD-D7B1-0143-077D-759E8CC7958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8" name="Ellipse 267">
                <a:extLst>
                  <a:ext uri="{FF2B5EF4-FFF2-40B4-BE49-F238E27FC236}">
                    <a16:creationId xmlns:a16="http://schemas.microsoft.com/office/drawing/2014/main" id="{A112F99E-BCF1-7E92-793C-674E65795153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9" name="Ellipse 268">
                <a:extLst>
                  <a:ext uri="{FF2B5EF4-FFF2-40B4-BE49-F238E27FC236}">
                    <a16:creationId xmlns:a16="http://schemas.microsoft.com/office/drawing/2014/main" id="{A6BC01C2-6018-CF31-397A-D92180770F7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0" name="Ellipse 269">
                <a:extLst>
                  <a:ext uri="{FF2B5EF4-FFF2-40B4-BE49-F238E27FC236}">
                    <a16:creationId xmlns:a16="http://schemas.microsoft.com/office/drawing/2014/main" id="{572F8818-A479-6F01-18A1-8FFA13B0D69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1" name="Ellipse 270">
                <a:extLst>
                  <a:ext uri="{FF2B5EF4-FFF2-40B4-BE49-F238E27FC236}">
                    <a16:creationId xmlns:a16="http://schemas.microsoft.com/office/drawing/2014/main" id="{F925AF72-21CF-D0DC-71A4-C65EBDB2CA44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2" name="Ellipse 271">
                <a:extLst>
                  <a:ext uri="{FF2B5EF4-FFF2-40B4-BE49-F238E27FC236}">
                    <a16:creationId xmlns:a16="http://schemas.microsoft.com/office/drawing/2014/main" id="{AE9768FC-571E-27B7-8153-F65F4BC9F36A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3" name="Ellipse 272">
                <a:extLst>
                  <a:ext uri="{FF2B5EF4-FFF2-40B4-BE49-F238E27FC236}">
                    <a16:creationId xmlns:a16="http://schemas.microsoft.com/office/drawing/2014/main" id="{DF49D3C6-28CC-AC96-43A2-CC5A843840D0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4" name="Ellipse 273">
                <a:extLst>
                  <a:ext uri="{FF2B5EF4-FFF2-40B4-BE49-F238E27FC236}">
                    <a16:creationId xmlns:a16="http://schemas.microsoft.com/office/drawing/2014/main" id="{B393AA75-2B43-0B09-0025-EBD5D697C98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5" name="Ellipse 274">
                <a:extLst>
                  <a:ext uri="{FF2B5EF4-FFF2-40B4-BE49-F238E27FC236}">
                    <a16:creationId xmlns:a16="http://schemas.microsoft.com/office/drawing/2014/main" id="{AE955DA8-F8FB-57EC-968B-B5BA5D5BD60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6" name="Ellipse 275">
                <a:extLst>
                  <a:ext uri="{FF2B5EF4-FFF2-40B4-BE49-F238E27FC236}">
                    <a16:creationId xmlns:a16="http://schemas.microsoft.com/office/drawing/2014/main" id="{CDC3CFAE-68E4-CE7A-6382-01D2EC6FD909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7" name="Ellipse 276">
                <a:extLst>
                  <a:ext uri="{FF2B5EF4-FFF2-40B4-BE49-F238E27FC236}">
                    <a16:creationId xmlns:a16="http://schemas.microsoft.com/office/drawing/2014/main" id="{0DF1242F-C5F4-D23E-06B7-7D2356A4B0BC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8" name="Ellipse 277">
                <a:extLst>
                  <a:ext uri="{FF2B5EF4-FFF2-40B4-BE49-F238E27FC236}">
                    <a16:creationId xmlns:a16="http://schemas.microsoft.com/office/drawing/2014/main" id="{2B8F6BC3-BC14-5C2B-0B6B-8F0AEC5E005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9" name="Ellipse 278">
                <a:extLst>
                  <a:ext uri="{FF2B5EF4-FFF2-40B4-BE49-F238E27FC236}">
                    <a16:creationId xmlns:a16="http://schemas.microsoft.com/office/drawing/2014/main" id="{63F4666E-65C8-A4CB-893C-8A83F6F5160E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0" name="Ellipse 279">
                <a:extLst>
                  <a:ext uri="{FF2B5EF4-FFF2-40B4-BE49-F238E27FC236}">
                    <a16:creationId xmlns:a16="http://schemas.microsoft.com/office/drawing/2014/main" id="{97F62468-448D-8BD0-9954-342E8A0033F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1" name="Ellipse 280">
                <a:extLst>
                  <a:ext uri="{FF2B5EF4-FFF2-40B4-BE49-F238E27FC236}">
                    <a16:creationId xmlns:a16="http://schemas.microsoft.com/office/drawing/2014/main" id="{22D8E5E0-932C-A738-9AAC-2A184CE5580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2" name="Ellipse 281">
                <a:extLst>
                  <a:ext uri="{FF2B5EF4-FFF2-40B4-BE49-F238E27FC236}">
                    <a16:creationId xmlns:a16="http://schemas.microsoft.com/office/drawing/2014/main" id="{13429B3E-FF68-D8BC-3BE0-8511E5C7FE9A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3" name="Ellipse 282">
                <a:extLst>
                  <a:ext uri="{FF2B5EF4-FFF2-40B4-BE49-F238E27FC236}">
                    <a16:creationId xmlns:a16="http://schemas.microsoft.com/office/drawing/2014/main" id="{CACB2279-9125-11A0-A825-334BDD777F64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4" name="Ellipse 283">
                <a:extLst>
                  <a:ext uri="{FF2B5EF4-FFF2-40B4-BE49-F238E27FC236}">
                    <a16:creationId xmlns:a16="http://schemas.microsoft.com/office/drawing/2014/main" id="{28FAE4F3-99CA-AEF8-BA30-9FB8CC8F7EA6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5" name="Ellipse 284">
                <a:extLst>
                  <a:ext uri="{FF2B5EF4-FFF2-40B4-BE49-F238E27FC236}">
                    <a16:creationId xmlns:a16="http://schemas.microsoft.com/office/drawing/2014/main" id="{C2CDF820-DEE0-BE3B-67C1-73DF82E39985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6" name="Ellipse 285">
                <a:extLst>
                  <a:ext uri="{FF2B5EF4-FFF2-40B4-BE49-F238E27FC236}">
                    <a16:creationId xmlns:a16="http://schemas.microsoft.com/office/drawing/2014/main" id="{5EF8E7A0-70A0-7D69-D01A-2216FEB2D404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7" name="Ellipse 286">
                <a:extLst>
                  <a:ext uri="{FF2B5EF4-FFF2-40B4-BE49-F238E27FC236}">
                    <a16:creationId xmlns:a16="http://schemas.microsoft.com/office/drawing/2014/main" id="{AE60AFF9-C29D-E910-3793-A4B5C450E1A6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8" name="Ellipse 287">
                <a:extLst>
                  <a:ext uri="{FF2B5EF4-FFF2-40B4-BE49-F238E27FC236}">
                    <a16:creationId xmlns:a16="http://schemas.microsoft.com/office/drawing/2014/main" id="{635651D7-EC4C-8E80-8B33-A8F03464C218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9" name="Ellipse 288">
                <a:extLst>
                  <a:ext uri="{FF2B5EF4-FFF2-40B4-BE49-F238E27FC236}">
                    <a16:creationId xmlns:a16="http://schemas.microsoft.com/office/drawing/2014/main" id="{3DEBAB8B-E892-0659-CB23-313C19388C3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0" name="Ellipse 289">
                <a:extLst>
                  <a:ext uri="{FF2B5EF4-FFF2-40B4-BE49-F238E27FC236}">
                    <a16:creationId xmlns:a16="http://schemas.microsoft.com/office/drawing/2014/main" id="{57815560-5DF4-8836-3203-C356BF7D6775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1" name="Ellipse 290">
                <a:extLst>
                  <a:ext uri="{FF2B5EF4-FFF2-40B4-BE49-F238E27FC236}">
                    <a16:creationId xmlns:a16="http://schemas.microsoft.com/office/drawing/2014/main" id="{649C5B97-8175-9328-3493-DE124F8FF67F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21" name="Gruppieren 320">
              <a:extLst>
                <a:ext uri="{FF2B5EF4-FFF2-40B4-BE49-F238E27FC236}">
                  <a16:creationId xmlns:a16="http://schemas.microsoft.com/office/drawing/2014/main" id="{246ED9B0-5B5E-719B-ADFB-2947E7B2A9C5}"/>
                </a:ext>
              </a:extLst>
            </p:cNvPr>
            <p:cNvGrpSpPr/>
            <p:nvPr/>
          </p:nvGrpSpPr>
          <p:grpSpPr>
            <a:xfrm rot="10800000">
              <a:off x="-613189" y="3647214"/>
              <a:ext cx="4629584" cy="2788981"/>
              <a:chOff x="-324210" y="4706992"/>
              <a:chExt cx="4629584" cy="2788981"/>
            </a:xfrm>
          </p:grpSpPr>
          <p:sp>
            <p:nvSpPr>
              <p:cNvPr id="322" name="Ellipse 321">
                <a:extLst>
                  <a:ext uri="{FF2B5EF4-FFF2-40B4-BE49-F238E27FC236}">
                    <a16:creationId xmlns:a16="http://schemas.microsoft.com/office/drawing/2014/main" id="{AC7994E6-895D-DC18-BB1E-36D3F83375E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3" name="Ellipse 322">
                <a:extLst>
                  <a:ext uri="{FF2B5EF4-FFF2-40B4-BE49-F238E27FC236}">
                    <a16:creationId xmlns:a16="http://schemas.microsoft.com/office/drawing/2014/main" id="{E9A64DF2-85B8-DEA7-4B56-B0E845658CA7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4" name="Ellipse 323">
                <a:extLst>
                  <a:ext uri="{FF2B5EF4-FFF2-40B4-BE49-F238E27FC236}">
                    <a16:creationId xmlns:a16="http://schemas.microsoft.com/office/drawing/2014/main" id="{8AD60B23-E0A7-7354-E6BF-124EED3A9D3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5" name="Ellipse 324">
                <a:extLst>
                  <a:ext uri="{FF2B5EF4-FFF2-40B4-BE49-F238E27FC236}">
                    <a16:creationId xmlns:a16="http://schemas.microsoft.com/office/drawing/2014/main" id="{7C37D063-EEA0-E4E2-A69D-D4BEAA9F844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6" name="Ellipse 325">
                <a:extLst>
                  <a:ext uri="{FF2B5EF4-FFF2-40B4-BE49-F238E27FC236}">
                    <a16:creationId xmlns:a16="http://schemas.microsoft.com/office/drawing/2014/main" id="{026E8DCA-E88B-A0B9-A8E9-55E3226FB3D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7" name="Ellipse 326">
                <a:extLst>
                  <a:ext uri="{FF2B5EF4-FFF2-40B4-BE49-F238E27FC236}">
                    <a16:creationId xmlns:a16="http://schemas.microsoft.com/office/drawing/2014/main" id="{4E8865CE-2D4A-77EE-7FB4-380596CAACFB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8" name="Ellipse 327">
                <a:extLst>
                  <a:ext uri="{FF2B5EF4-FFF2-40B4-BE49-F238E27FC236}">
                    <a16:creationId xmlns:a16="http://schemas.microsoft.com/office/drawing/2014/main" id="{D4B98B52-2A3F-A3D5-3710-FF35D5A94721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9" name="Ellipse 328">
                <a:extLst>
                  <a:ext uri="{FF2B5EF4-FFF2-40B4-BE49-F238E27FC236}">
                    <a16:creationId xmlns:a16="http://schemas.microsoft.com/office/drawing/2014/main" id="{640D08E2-900F-9422-AB6D-8CCE63963626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0" name="Ellipse 329">
                <a:extLst>
                  <a:ext uri="{FF2B5EF4-FFF2-40B4-BE49-F238E27FC236}">
                    <a16:creationId xmlns:a16="http://schemas.microsoft.com/office/drawing/2014/main" id="{3CAF9A20-229A-6E81-A385-83A4914EB7A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1" name="Ellipse 330">
                <a:extLst>
                  <a:ext uri="{FF2B5EF4-FFF2-40B4-BE49-F238E27FC236}">
                    <a16:creationId xmlns:a16="http://schemas.microsoft.com/office/drawing/2014/main" id="{A0546622-4075-EC74-E198-36D84D328886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2" name="Ellipse 331">
                <a:extLst>
                  <a:ext uri="{FF2B5EF4-FFF2-40B4-BE49-F238E27FC236}">
                    <a16:creationId xmlns:a16="http://schemas.microsoft.com/office/drawing/2014/main" id="{570B19B2-1519-629D-CF61-637B6E68368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3" name="Ellipse 332">
                <a:extLst>
                  <a:ext uri="{FF2B5EF4-FFF2-40B4-BE49-F238E27FC236}">
                    <a16:creationId xmlns:a16="http://schemas.microsoft.com/office/drawing/2014/main" id="{8DAC8E9C-8BCB-5D94-6629-5B1668EB6C36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4" name="Ellipse 333">
                <a:extLst>
                  <a:ext uri="{FF2B5EF4-FFF2-40B4-BE49-F238E27FC236}">
                    <a16:creationId xmlns:a16="http://schemas.microsoft.com/office/drawing/2014/main" id="{064490D1-0FDA-DA2F-F7D2-9F1DA445A89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5" name="Ellipse 334">
                <a:extLst>
                  <a:ext uri="{FF2B5EF4-FFF2-40B4-BE49-F238E27FC236}">
                    <a16:creationId xmlns:a16="http://schemas.microsoft.com/office/drawing/2014/main" id="{1016CA08-ACDF-AF66-433E-F5647B95E5E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6" name="Ellipse 335">
                <a:extLst>
                  <a:ext uri="{FF2B5EF4-FFF2-40B4-BE49-F238E27FC236}">
                    <a16:creationId xmlns:a16="http://schemas.microsoft.com/office/drawing/2014/main" id="{835E0C87-3A23-CAB0-D2F6-461861449878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7" name="Ellipse 336">
                <a:extLst>
                  <a:ext uri="{FF2B5EF4-FFF2-40B4-BE49-F238E27FC236}">
                    <a16:creationId xmlns:a16="http://schemas.microsoft.com/office/drawing/2014/main" id="{870FCDA2-E166-D1D0-5DAE-7D3E3B0334B3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8" name="Ellipse 337">
                <a:extLst>
                  <a:ext uri="{FF2B5EF4-FFF2-40B4-BE49-F238E27FC236}">
                    <a16:creationId xmlns:a16="http://schemas.microsoft.com/office/drawing/2014/main" id="{8EA6FC0B-0270-34D5-CDFA-0890B69F5399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9" name="Ellipse 338">
                <a:extLst>
                  <a:ext uri="{FF2B5EF4-FFF2-40B4-BE49-F238E27FC236}">
                    <a16:creationId xmlns:a16="http://schemas.microsoft.com/office/drawing/2014/main" id="{16C3B7F3-FDF5-855E-961B-72FA910D1ECB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0" name="Ellipse 339">
                <a:extLst>
                  <a:ext uri="{FF2B5EF4-FFF2-40B4-BE49-F238E27FC236}">
                    <a16:creationId xmlns:a16="http://schemas.microsoft.com/office/drawing/2014/main" id="{4A8B15E5-0054-3E23-F498-2F85D7EF77BA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1" name="Ellipse 340">
                <a:extLst>
                  <a:ext uri="{FF2B5EF4-FFF2-40B4-BE49-F238E27FC236}">
                    <a16:creationId xmlns:a16="http://schemas.microsoft.com/office/drawing/2014/main" id="{B36B6F7E-9B6C-59CD-6F1B-B33CBD245FCE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2" name="Ellipse 341">
                <a:extLst>
                  <a:ext uri="{FF2B5EF4-FFF2-40B4-BE49-F238E27FC236}">
                    <a16:creationId xmlns:a16="http://schemas.microsoft.com/office/drawing/2014/main" id="{8054A7AC-E363-207F-E884-84C5767E865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3" name="Ellipse 342">
                <a:extLst>
                  <a:ext uri="{FF2B5EF4-FFF2-40B4-BE49-F238E27FC236}">
                    <a16:creationId xmlns:a16="http://schemas.microsoft.com/office/drawing/2014/main" id="{C6F019D3-E9C1-49CE-0307-FF77120361AE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4" name="Ellipse 343">
                <a:extLst>
                  <a:ext uri="{FF2B5EF4-FFF2-40B4-BE49-F238E27FC236}">
                    <a16:creationId xmlns:a16="http://schemas.microsoft.com/office/drawing/2014/main" id="{7E29B9DF-2F80-E427-436F-230034EC266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5" name="Ellipse 344">
                <a:extLst>
                  <a:ext uri="{FF2B5EF4-FFF2-40B4-BE49-F238E27FC236}">
                    <a16:creationId xmlns:a16="http://schemas.microsoft.com/office/drawing/2014/main" id="{761AAEAD-ED05-F854-188F-BBC990A4185F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6" name="Ellipse 345">
                <a:extLst>
                  <a:ext uri="{FF2B5EF4-FFF2-40B4-BE49-F238E27FC236}">
                    <a16:creationId xmlns:a16="http://schemas.microsoft.com/office/drawing/2014/main" id="{29676541-512D-2B15-58CB-180A9255350C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7" name="Ellipse 346">
                <a:extLst>
                  <a:ext uri="{FF2B5EF4-FFF2-40B4-BE49-F238E27FC236}">
                    <a16:creationId xmlns:a16="http://schemas.microsoft.com/office/drawing/2014/main" id="{5D1E2602-797B-07CC-9A21-9B8A83CC8ABE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8" name="Ellipse 347">
                <a:extLst>
                  <a:ext uri="{FF2B5EF4-FFF2-40B4-BE49-F238E27FC236}">
                    <a16:creationId xmlns:a16="http://schemas.microsoft.com/office/drawing/2014/main" id="{4FE6193F-70A1-7F48-E8CC-497A16279A3A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9" name="Ellipse 348">
                <a:extLst>
                  <a:ext uri="{FF2B5EF4-FFF2-40B4-BE49-F238E27FC236}">
                    <a16:creationId xmlns:a16="http://schemas.microsoft.com/office/drawing/2014/main" id="{34233697-BAED-0302-7C9B-95FA75C24D6B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535110" y="4663981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F0B22222-0AAE-9888-8472-8430CFEABB17}"/>
                </a:ext>
              </a:extLst>
            </p:cNvPr>
            <p:cNvSpPr/>
            <p:nvPr/>
          </p:nvSpPr>
          <p:spPr>
            <a:xfrm rot="9412871">
              <a:off x="7400321" y="629046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D915AA2-21C3-D0AC-7594-787BA01BEAB8}"/>
                </a:ext>
              </a:extLst>
            </p:cNvPr>
            <p:cNvSpPr/>
            <p:nvPr/>
          </p:nvSpPr>
          <p:spPr>
            <a:xfrm rot="9412871">
              <a:off x="7382959" y="66539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85F56718-10C2-02CA-5B71-BB4CF1AE7FAB}"/>
                </a:ext>
              </a:extLst>
            </p:cNvPr>
            <p:cNvSpPr/>
            <p:nvPr/>
          </p:nvSpPr>
          <p:spPr>
            <a:xfrm rot="9412871">
              <a:off x="7574288" y="697270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30B08C8-4C6A-F2C8-94ED-AA60B8050301}"/>
                </a:ext>
              </a:extLst>
            </p:cNvPr>
            <p:cNvSpPr/>
            <p:nvPr/>
          </p:nvSpPr>
          <p:spPr>
            <a:xfrm rot="9412871">
              <a:off x="7510871" y="598318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53283AB-8F8D-3121-4166-575A0804497D}"/>
                </a:ext>
              </a:extLst>
            </p:cNvPr>
            <p:cNvSpPr/>
            <p:nvPr/>
          </p:nvSpPr>
          <p:spPr>
            <a:xfrm rot="9412871">
              <a:off x="7682389" y="615852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354BD956-ECEE-E690-D629-95CECF1CD173}"/>
                </a:ext>
              </a:extLst>
            </p:cNvPr>
            <p:cNvSpPr/>
            <p:nvPr/>
          </p:nvSpPr>
          <p:spPr>
            <a:xfrm rot="9412871">
              <a:off x="7644712" y="64164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DAEFE60-B08E-F559-FB39-6E224C428213}"/>
                </a:ext>
              </a:extLst>
            </p:cNvPr>
            <p:cNvSpPr/>
            <p:nvPr/>
          </p:nvSpPr>
          <p:spPr>
            <a:xfrm rot="9412871">
              <a:off x="8005927" y="707395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7AE697A-FE0B-DF50-102F-2214A416682F}"/>
                </a:ext>
              </a:extLst>
            </p:cNvPr>
            <p:cNvSpPr/>
            <p:nvPr/>
          </p:nvSpPr>
          <p:spPr>
            <a:xfrm rot="9412871">
              <a:off x="8070440" y="5965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F55B6797-AF2C-1DBA-3EF0-D21845B2B932}"/>
                </a:ext>
              </a:extLst>
            </p:cNvPr>
            <p:cNvSpPr/>
            <p:nvPr/>
          </p:nvSpPr>
          <p:spPr>
            <a:xfrm rot="9412871">
              <a:off x="7970827" y="664556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3B4093E4-AD2B-DFFF-687E-69CC4528DC98}"/>
                </a:ext>
              </a:extLst>
            </p:cNvPr>
            <p:cNvSpPr/>
            <p:nvPr/>
          </p:nvSpPr>
          <p:spPr>
            <a:xfrm rot="9412871">
              <a:off x="8214594" y="63668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DB43284-DAD1-D7DE-EF8E-759841734E6E}"/>
                </a:ext>
              </a:extLst>
            </p:cNvPr>
            <p:cNvSpPr/>
            <p:nvPr/>
          </p:nvSpPr>
          <p:spPr>
            <a:xfrm rot="9412871">
              <a:off x="5513836" y="56539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70CBF29-1F31-2B6F-18AA-17E7F3735437}"/>
                </a:ext>
              </a:extLst>
            </p:cNvPr>
            <p:cNvSpPr/>
            <p:nvPr/>
          </p:nvSpPr>
          <p:spPr>
            <a:xfrm rot="9412871">
              <a:off x="8402175" y="70984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DB46C942-425C-1FDA-77D7-7C797752FBCD}"/>
                </a:ext>
              </a:extLst>
            </p:cNvPr>
            <p:cNvSpPr/>
            <p:nvPr/>
          </p:nvSpPr>
          <p:spPr>
            <a:xfrm rot="9412871">
              <a:off x="8454211" y="68079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1FB3F88F-F133-C727-EA13-100671F2589E}"/>
                </a:ext>
              </a:extLst>
            </p:cNvPr>
            <p:cNvSpPr/>
            <p:nvPr/>
          </p:nvSpPr>
          <p:spPr>
            <a:xfrm rot="9412871">
              <a:off x="8650974" y="64549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53E9A5B5-E7FB-2064-901D-1BC45D019497}"/>
                </a:ext>
              </a:extLst>
            </p:cNvPr>
            <p:cNvSpPr/>
            <p:nvPr/>
          </p:nvSpPr>
          <p:spPr>
            <a:xfrm rot="9412871">
              <a:off x="8645218" y="596522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29389C3D-205E-309A-6AA4-F716EAD9E605}"/>
                </a:ext>
              </a:extLst>
            </p:cNvPr>
            <p:cNvSpPr/>
            <p:nvPr/>
          </p:nvSpPr>
          <p:spPr>
            <a:xfrm rot="9412871">
              <a:off x="8890255" y="562627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6634CDF1-E48E-CFE7-496A-C8862A900C04}"/>
                </a:ext>
              </a:extLst>
            </p:cNvPr>
            <p:cNvSpPr/>
            <p:nvPr/>
          </p:nvSpPr>
          <p:spPr>
            <a:xfrm rot="9412871">
              <a:off x="9032314" y="602209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2144D62-7BD3-0A18-B7E6-D704047A3F9F}"/>
                </a:ext>
              </a:extLst>
            </p:cNvPr>
            <p:cNvSpPr/>
            <p:nvPr/>
          </p:nvSpPr>
          <p:spPr>
            <a:xfrm rot="9412871">
              <a:off x="9161188" y="639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87708D8D-A19F-B7F1-6FA1-BDF633997AF7}"/>
                </a:ext>
              </a:extLst>
            </p:cNvPr>
            <p:cNvSpPr/>
            <p:nvPr/>
          </p:nvSpPr>
          <p:spPr>
            <a:xfrm rot="9412871">
              <a:off x="9661831" y="636701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B187B003-BC0F-EB37-91C6-0FC00818EE77}"/>
                </a:ext>
              </a:extLst>
            </p:cNvPr>
            <p:cNvSpPr/>
            <p:nvPr/>
          </p:nvSpPr>
          <p:spPr>
            <a:xfrm rot="9412871">
              <a:off x="9489888" y="609111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A3BB6FEF-F10D-A4E0-F815-AF3BCB5A6C25}"/>
                </a:ext>
              </a:extLst>
            </p:cNvPr>
            <p:cNvSpPr/>
            <p:nvPr/>
          </p:nvSpPr>
          <p:spPr>
            <a:xfrm rot="9412871">
              <a:off x="9407472" y="58980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CE078B4-7FC3-3CFC-482C-55173A13CD6C}"/>
                </a:ext>
              </a:extLst>
            </p:cNvPr>
            <p:cNvSpPr/>
            <p:nvPr/>
          </p:nvSpPr>
          <p:spPr>
            <a:xfrm rot="9412871">
              <a:off x="9359610" y="569026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1BBC266-D341-39A2-F128-AEE70399AE5C}"/>
                </a:ext>
              </a:extLst>
            </p:cNvPr>
            <p:cNvGrpSpPr/>
            <p:nvPr/>
          </p:nvGrpSpPr>
          <p:grpSpPr>
            <a:xfrm rot="19191760" flipV="1">
              <a:off x="6860998" y="4780734"/>
              <a:ext cx="2953403" cy="2665423"/>
              <a:chOff x="9535110" y="4663981"/>
              <a:chExt cx="2953403" cy="2665423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3A87B7C-DD1C-4CCC-3043-D112F613CAA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CBA64A0-81FF-7C1A-A9BE-CED7CA8590B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C31F732-52FE-94DC-6262-99CA3C0C369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C406F40-C0E7-F6AA-7C32-28BADEE373E2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4D544D04-BE9B-22D5-18DC-ECF0660732C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6D047B1D-232C-716E-40B5-24211133E0C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50E803FE-1F39-F269-C71E-B19C739A559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9D2E2B9-2062-04E8-D06E-DAABA9956BC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D5D5B255-65EC-2301-1C71-8AA232D44F1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4AA743B8-E7F5-C305-0674-74B786B6C5F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86E7DE3-17A8-810C-7A16-9C7C0D436F6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274B6950-BB96-91DF-DD2D-FEF80C32910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4B7FC131-6E36-C71D-0225-EC1572482FE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532CD24-3BE5-3C2B-2CAB-0D0550A117D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68799D3-1492-381C-1A7C-0E383EAA8BD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65C07DB-29CB-98A8-8B76-420561B4006E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FA248155-BE42-AA09-8982-79E17060D8E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7974652-4C32-0662-02D8-DBD93709CA1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7F7534AB-1446-F297-28DD-2A7C4188EC1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06810B89-F205-39E3-F820-FACD81F0D86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B3855C14-2FCA-6EA4-D1E1-CAC4967BA4A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2758FE1B-274F-F4F0-09B0-DC0FBD2EE78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CAAACE48-7C9D-2BF3-1587-FCD917322B0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CEC1516-4408-640D-8B5D-9DF9CC53C8E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BD87E6C-9884-6F03-C38E-B50D8DA25D82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FE9C48E3-D7EC-1552-CAA1-05685CA535B3}"/>
                </a:ext>
              </a:extLst>
            </p:cNvPr>
            <p:cNvGrpSpPr/>
            <p:nvPr/>
          </p:nvGrpSpPr>
          <p:grpSpPr>
            <a:xfrm>
              <a:off x="6694555" y="4331783"/>
              <a:ext cx="2953403" cy="2665423"/>
              <a:chOff x="9535110" y="4663981"/>
              <a:chExt cx="2953403" cy="2665423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5AFDA0DA-1905-AC49-E7D7-50EAA1CB74D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24AC9EBD-2334-41E8-1A71-7D21CC7BC6E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B96CED08-C254-F0D7-016A-7B3306D364E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D2C63E-2029-931D-217E-F99BD4FBE67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C95AE07F-1695-E354-07D8-ED12CA3A0067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81736510-B2DE-B46A-5A72-9B30320ED6B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" name="Ellipse 113">
                <a:extLst>
                  <a:ext uri="{FF2B5EF4-FFF2-40B4-BE49-F238E27FC236}">
                    <a16:creationId xmlns:a16="http://schemas.microsoft.com/office/drawing/2014/main" id="{EEA985AE-8EE2-74DC-0054-CF9703E2963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8B6CDADA-AC4C-329B-5DBA-E27E6487DB3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A8B4842D-59C5-73A1-543E-D442A0DEA4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31672C7F-0884-99F8-8FAD-B337FBE3266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6268EB5B-0E7D-781E-4EED-47A50D28EB3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10F00B31-0B77-DE1D-6ABE-10568C860765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448E7501-CEDE-D72B-717E-C282F5B1A9BD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3EC71D15-0067-2FC0-EC6E-F0DA3B16361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2825F0A3-7DE5-E078-A420-E1B6A35E4ACB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1123543E-CBB0-C4A0-04CB-EBB2E2E899D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5017D1D6-DC86-7CD8-BCFD-CAAA14A46B1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0033AE9D-7FA9-E2A3-6DDF-D5F67F98CAF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8400A037-40DC-E373-C8D8-AD5944D713A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961AD9CE-8520-89CF-64ED-3574201688E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A43415F9-484B-6CF1-1900-0E547328BA7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DACE5737-1117-BF34-ECFD-64B345D9F89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" name="Ellipse 129">
                <a:extLst>
                  <a:ext uri="{FF2B5EF4-FFF2-40B4-BE49-F238E27FC236}">
                    <a16:creationId xmlns:a16="http://schemas.microsoft.com/office/drawing/2014/main" id="{5598B4F6-B115-E2EE-5995-B5931DEF9F9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D76F051B-11C9-16C1-97FB-F340393437E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" name="Ellipse 131">
                <a:extLst>
                  <a:ext uri="{FF2B5EF4-FFF2-40B4-BE49-F238E27FC236}">
                    <a16:creationId xmlns:a16="http://schemas.microsoft.com/office/drawing/2014/main" id="{786110BC-C541-6FDC-6E69-E633BAC860B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6BEE164E-42CB-28F8-102E-BA8B2A6CA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4604856" y="7242800"/>
              <a:ext cx="1591374" cy="1190084"/>
            </a:xfrm>
            <a:prstGeom prst="rect">
              <a:avLst/>
            </a:prstGeom>
          </p:spPr>
        </p:pic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93C68318-0DA9-1BCF-3377-378AA56DBFAF}"/>
                </a:ext>
              </a:extLst>
            </p:cNvPr>
            <p:cNvGrpSpPr/>
            <p:nvPr/>
          </p:nvGrpSpPr>
          <p:grpSpPr>
            <a:xfrm rot="9412871">
              <a:off x="4672180" y="5579665"/>
              <a:ext cx="2953403" cy="2665423"/>
              <a:chOff x="9535110" y="4663981"/>
              <a:chExt cx="2953403" cy="2665423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CC19915E-876C-CDF9-39C5-6D224428F9D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BFCECDC2-7AA5-8387-B87F-A28207F66F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41BA206-0AC8-8651-1713-4EB0E7ABEBF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790AA228-D892-F563-0133-A7B1807F69FD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6E8F30EB-C5A2-F137-56D2-A9DC2D4A4F5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907824BB-126C-B396-7A16-6FD0E3E0147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7A0FF3AE-29A9-E3A0-3BD8-30503EB99B2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2" name="Ellipse 141">
                <a:extLst>
                  <a:ext uri="{FF2B5EF4-FFF2-40B4-BE49-F238E27FC236}">
                    <a16:creationId xmlns:a16="http://schemas.microsoft.com/office/drawing/2014/main" id="{51503583-2FFE-10D4-1B90-15F9AD0FA99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D597D0A-ED60-3BF1-8657-92D88F69915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8C7B853D-9735-850A-372C-CB6E2A66FE9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5" name="Ellipse 144">
                <a:extLst>
                  <a:ext uri="{FF2B5EF4-FFF2-40B4-BE49-F238E27FC236}">
                    <a16:creationId xmlns:a16="http://schemas.microsoft.com/office/drawing/2014/main" id="{6E91EBDC-902D-BE5E-BFC7-446CFE2E3436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43E601C8-3A28-26D6-A8B8-C423EFEA794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7" name="Ellipse 146">
                <a:extLst>
                  <a:ext uri="{FF2B5EF4-FFF2-40B4-BE49-F238E27FC236}">
                    <a16:creationId xmlns:a16="http://schemas.microsoft.com/office/drawing/2014/main" id="{5E861B2A-6C5D-8D1B-B9D3-B00904E6B948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8" name="Ellipse 147">
                <a:extLst>
                  <a:ext uri="{FF2B5EF4-FFF2-40B4-BE49-F238E27FC236}">
                    <a16:creationId xmlns:a16="http://schemas.microsoft.com/office/drawing/2014/main" id="{94F9D362-D2DA-33C9-ABBB-E02859458840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6884446-9D80-8BAC-B9F2-EBA3BEE6A2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0" name="Ellipse 149">
                <a:extLst>
                  <a:ext uri="{FF2B5EF4-FFF2-40B4-BE49-F238E27FC236}">
                    <a16:creationId xmlns:a16="http://schemas.microsoft.com/office/drawing/2014/main" id="{911461E7-6FE0-9BED-C5F5-8B6AEA566A51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1" name="Ellipse 150">
                <a:extLst>
                  <a:ext uri="{FF2B5EF4-FFF2-40B4-BE49-F238E27FC236}">
                    <a16:creationId xmlns:a16="http://schemas.microsoft.com/office/drawing/2014/main" id="{B009AB69-F6AD-D72B-9CC9-615C36E7D4F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8247737B-F8A7-E5FB-FACE-C2DB1D5F15E8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3" name="Ellipse 152">
                <a:extLst>
                  <a:ext uri="{FF2B5EF4-FFF2-40B4-BE49-F238E27FC236}">
                    <a16:creationId xmlns:a16="http://schemas.microsoft.com/office/drawing/2014/main" id="{747CDD99-F104-6120-8F56-B574BC9083E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0E7D2B5-0F35-5FBE-F3CF-C7C355F1DAB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BA46D33B-D158-6B66-C029-FAA26E11551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116B78D2-05A1-0487-6135-77A1DA70308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72CD923E-AF29-03BB-591D-735D097567A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91A2DAED-9039-A6E5-9025-5710FCE0F1A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9" name="Ellipse 158">
                <a:extLst>
                  <a:ext uri="{FF2B5EF4-FFF2-40B4-BE49-F238E27FC236}">
                    <a16:creationId xmlns:a16="http://schemas.microsoft.com/office/drawing/2014/main" id="{9F22B741-84E1-7534-EE22-49F209681A8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AF26BD02-FF28-9BB1-D711-BE846F44CC13}"/>
                </a:ext>
              </a:extLst>
            </p:cNvPr>
            <p:cNvGrpSpPr/>
            <p:nvPr/>
          </p:nvGrpSpPr>
          <p:grpSpPr>
            <a:xfrm rot="19191760" flipV="1">
              <a:off x="4521749" y="4350398"/>
              <a:ext cx="2953403" cy="2665423"/>
              <a:chOff x="9535110" y="4663981"/>
              <a:chExt cx="2953403" cy="2665423"/>
            </a:xfrm>
          </p:grpSpPr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0F2336CA-F2F9-0A04-78FE-DA9D8348965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A37A526E-487C-7ED2-08B3-1EAD98D8D44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04275869-DD7B-2907-A561-FED740C8C293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006256B9-526B-61F6-22AB-4BA29A4E0FC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5" name="Ellipse 164">
                <a:extLst>
                  <a:ext uri="{FF2B5EF4-FFF2-40B4-BE49-F238E27FC236}">
                    <a16:creationId xmlns:a16="http://schemas.microsoft.com/office/drawing/2014/main" id="{DE2D52E3-CBA5-D712-A58B-06A34CF68E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6" name="Ellipse 165">
                <a:extLst>
                  <a:ext uri="{FF2B5EF4-FFF2-40B4-BE49-F238E27FC236}">
                    <a16:creationId xmlns:a16="http://schemas.microsoft.com/office/drawing/2014/main" id="{E44A2DAF-BE09-3ABB-FBAD-8E76FF39F44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49C9C55D-9A40-52D4-CDBD-EB797CB604A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2CBD06F-5523-120E-BAE1-BBD90C7DD91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EDCB781B-2149-6E67-3C23-3C0ECF30370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4028AF3D-ABE1-9BDD-0C39-05F128A1AC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1" name="Ellipse 170">
                <a:extLst>
                  <a:ext uri="{FF2B5EF4-FFF2-40B4-BE49-F238E27FC236}">
                    <a16:creationId xmlns:a16="http://schemas.microsoft.com/office/drawing/2014/main" id="{898BA7AF-E3D4-85B1-95D4-3D8D95E3280A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2" name="Ellipse 171">
                <a:extLst>
                  <a:ext uri="{FF2B5EF4-FFF2-40B4-BE49-F238E27FC236}">
                    <a16:creationId xmlns:a16="http://schemas.microsoft.com/office/drawing/2014/main" id="{E6AE16BA-8603-D814-E68E-42504F2A9B9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CF4AC4AE-B5B8-2AD8-E57D-8E0BD6C9089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2F7F071-D4EC-A6CF-B16C-B6453D1C92B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5FB71F44-C53B-7A72-2797-44F0BEEA589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55102CB9-50EA-281A-58DD-3058D001624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013AA3EC-29D0-454D-D598-39DFE3125C6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F2114684-5C32-8528-7320-390F16F09FE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C75C4D69-667C-C008-28DF-8215ED457B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EAE9212D-FE19-0F4F-967E-0B9DA82A20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1" name="Ellipse 180">
                <a:extLst>
                  <a:ext uri="{FF2B5EF4-FFF2-40B4-BE49-F238E27FC236}">
                    <a16:creationId xmlns:a16="http://schemas.microsoft.com/office/drawing/2014/main" id="{431F3A43-D122-67E8-F773-FDAECC0EB1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F8D9B119-F046-712F-96A5-DCBDCC222A0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3" name="Ellipse 182">
                <a:extLst>
                  <a:ext uri="{FF2B5EF4-FFF2-40B4-BE49-F238E27FC236}">
                    <a16:creationId xmlns:a16="http://schemas.microsoft.com/office/drawing/2014/main" id="{1425A6D2-ECE4-81A8-3BB9-A42F4CA601B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6306649B-7AA1-ADE4-AE2A-D38A3283440D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5DA3BCA7-8D15-A017-3C8F-FDDF0EC8F96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9CE11D0C-3C9E-69BD-BF2A-7B1B9AC92DBD}"/>
                </a:ext>
              </a:extLst>
            </p:cNvPr>
            <p:cNvGrpSpPr/>
            <p:nvPr/>
          </p:nvGrpSpPr>
          <p:grpSpPr>
            <a:xfrm>
              <a:off x="2194162" y="4621016"/>
              <a:ext cx="2953403" cy="2665423"/>
              <a:chOff x="9535110" y="4663981"/>
              <a:chExt cx="2953403" cy="2665423"/>
            </a:xfrm>
          </p:grpSpPr>
          <p:sp>
            <p:nvSpPr>
              <p:cNvPr id="187" name="Ellipse 186">
                <a:extLst>
                  <a:ext uri="{FF2B5EF4-FFF2-40B4-BE49-F238E27FC236}">
                    <a16:creationId xmlns:a16="http://schemas.microsoft.com/office/drawing/2014/main" id="{50BA4B9E-6409-C141-ACE2-166068D6153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E5330FCA-77F6-EB3A-3A1E-F2B01F5DBFE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9" name="Ellipse 188">
                <a:extLst>
                  <a:ext uri="{FF2B5EF4-FFF2-40B4-BE49-F238E27FC236}">
                    <a16:creationId xmlns:a16="http://schemas.microsoft.com/office/drawing/2014/main" id="{FB5FBAE6-E345-8BCD-5D46-7A76D49E461F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0" name="Ellipse 189">
                <a:extLst>
                  <a:ext uri="{FF2B5EF4-FFF2-40B4-BE49-F238E27FC236}">
                    <a16:creationId xmlns:a16="http://schemas.microsoft.com/office/drawing/2014/main" id="{CE9C437F-F043-94DA-EE4C-CC5B58C80DC8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20266608-FF8E-58B6-1BC5-B00A23163FC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2" name="Ellipse 191">
                <a:extLst>
                  <a:ext uri="{FF2B5EF4-FFF2-40B4-BE49-F238E27FC236}">
                    <a16:creationId xmlns:a16="http://schemas.microsoft.com/office/drawing/2014/main" id="{E47627D7-07CD-CAF3-F4A2-C6262FAA8D3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0C05E565-4BC9-50E9-2EA9-7C0D4F43412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D31CBC1F-4124-DACD-BC44-4FA1E993720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5" name="Ellipse 194">
                <a:extLst>
                  <a:ext uri="{FF2B5EF4-FFF2-40B4-BE49-F238E27FC236}">
                    <a16:creationId xmlns:a16="http://schemas.microsoft.com/office/drawing/2014/main" id="{A1B60E96-5E65-AC66-8F9B-8C62C7BBCF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256F7897-452E-CD9E-B60D-27B5BA1A7D95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BA18432E-06A9-24C5-5695-CF97B617C27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B9AA6552-1F1D-D3BF-7455-9F7E09AD039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AFD7DD45-6FB7-5C83-4271-32855836AE2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6928541-5FEC-9E7C-4072-14034497FB5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58463564-47F1-1083-7842-7156BFE5F6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16D1B8CC-83B1-427B-5C37-567ECBD1235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AD9688DC-C581-29DD-F001-50EA63D1E77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4" name="Ellipse 203">
                <a:extLst>
                  <a:ext uri="{FF2B5EF4-FFF2-40B4-BE49-F238E27FC236}">
                    <a16:creationId xmlns:a16="http://schemas.microsoft.com/office/drawing/2014/main" id="{7642C375-F131-D500-E3C1-6A69BC83E95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86F4DEED-1BBA-DEAF-7471-569270E07C2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9868A7CB-ED26-DE3C-10C9-F49D3EE674A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7" name="Ellipse 206">
                <a:extLst>
                  <a:ext uri="{FF2B5EF4-FFF2-40B4-BE49-F238E27FC236}">
                    <a16:creationId xmlns:a16="http://schemas.microsoft.com/office/drawing/2014/main" id="{881B755B-47CD-2714-2A6F-3E213962281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88EFC239-3244-1860-6AB2-AFE4E1BF0A0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71733C1D-9CDD-C666-0DFE-44253367751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0" name="Ellipse 209">
                <a:extLst>
                  <a:ext uri="{FF2B5EF4-FFF2-40B4-BE49-F238E27FC236}">
                    <a16:creationId xmlns:a16="http://schemas.microsoft.com/office/drawing/2014/main" id="{52A8F6EE-C343-3225-C20B-AB1870D60C3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3B80FF34-C1FB-D01D-9A39-8E8ECBDBC388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38" name="Gruppieren 237">
              <a:extLst>
                <a:ext uri="{FF2B5EF4-FFF2-40B4-BE49-F238E27FC236}">
                  <a16:creationId xmlns:a16="http://schemas.microsoft.com/office/drawing/2014/main" id="{9E1D096F-BA37-5707-5914-38D2B0231B5E}"/>
                </a:ext>
              </a:extLst>
            </p:cNvPr>
            <p:cNvGrpSpPr/>
            <p:nvPr/>
          </p:nvGrpSpPr>
          <p:grpSpPr>
            <a:xfrm rot="9412871">
              <a:off x="3772440" y="3309704"/>
              <a:ext cx="2953403" cy="2665423"/>
              <a:chOff x="9535110" y="4663981"/>
              <a:chExt cx="2953403" cy="2665423"/>
            </a:xfrm>
          </p:grpSpPr>
          <p:sp>
            <p:nvSpPr>
              <p:cNvPr id="239" name="Ellipse 238">
                <a:extLst>
                  <a:ext uri="{FF2B5EF4-FFF2-40B4-BE49-F238E27FC236}">
                    <a16:creationId xmlns:a16="http://schemas.microsoft.com/office/drawing/2014/main" id="{1B997747-5629-ADB0-A525-0B5E9504879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0" name="Ellipse 239">
                <a:extLst>
                  <a:ext uri="{FF2B5EF4-FFF2-40B4-BE49-F238E27FC236}">
                    <a16:creationId xmlns:a16="http://schemas.microsoft.com/office/drawing/2014/main" id="{68793F9E-8901-6CC8-D2E0-9B9239952AC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1" name="Ellipse 240">
                <a:extLst>
                  <a:ext uri="{FF2B5EF4-FFF2-40B4-BE49-F238E27FC236}">
                    <a16:creationId xmlns:a16="http://schemas.microsoft.com/office/drawing/2014/main" id="{BE86E8E3-C876-6AB8-A38B-C24499C04F9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2" name="Ellipse 241">
                <a:extLst>
                  <a:ext uri="{FF2B5EF4-FFF2-40B4-BE49-F238E27FC236}">
                    <a16:creationId xmlns:a16="http://schemas.microsoft.com/office/drawing/2014/main" id="{4A6A61DF-2FF3-BF7C-3E99-C848B210BEE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3" name="Ellipse 242">
                <a:extLst>
                  <a:ext uri="{FF2B5EF4-FFF2-40B4-BE49-F238E27FC236}">
                    <a16:creationId xmlns:a16="http://schemas.microsoft.com/office/drawing/2014/main" id="{B78D1FB0-BD77-3236-C93A-A050EE97545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4" name="Ellipse 243">
                <a:extLst>
                  <a:ext uri="{FF2B5EF4-FFF2-40B4-BE49-F238E27FC236}">
                    <a16:creationId xmlns:a16="http://schemas.microsoft.com/office/drawing/2014/main" id="{DBDE90DD-F773-F469-588E-7CC7B4430AA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5" name="Ellipse 244">
                <a:extLst>
                  <a:ext uri="{FF2B5EF4-FFF2-40B4-BE49-F238E27FC236}">
                    <a16:creationId xmlns:a16="http://schemas.microsoft.com/office/drawing/2014/main" id="{9FA4238A-BC60-E873-22B0-71BE09D8CD86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6" name="Ellipse 245">
                <a:extLst>
                  <a:ext uri="{FF2B5EF4-FFF2-40B4-BE49-F238E27FC236}">
                    <a16:creationId xmlns:a16="http://schemas.microsoft.com/office/drawing/2014/main" id="{5B028018-A9B6-7997-1C6D-110C817A883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7" name="Ellipse 246">
                <a:extLst>
                  <a:ext uri="{FF2B5EF4-FFF2-40B4-BE49-F238E27FC236}">
                    <a16:creationId xmlns:a16="http://schemas.microsoft.com/office/drawing/2014/main" id="{41DA0B15-20E2-6032-F154-19520EC07526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8" name="Ellipse 247">
                <a:extLst>
                  <a:ext uri="{FF2B5EF4-FFF2-40B4-BE49-F238E27FC236}">
                    <a16:creationId xmlns:a16="http://schemas.microsoft.com/office/drawing/2014/main" id="{B1AC9A44-103A-6B01-63AD-F9BAAA022014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9" name="Ellipse 248">
                <a:extLst>
                  <a:ext uri="{FF2B5EF4-FFF2-40B4-BE49-F238E27FC236}">
                    <a16:creationId xmlns:a16="http://schemas.microsoft.com/office/drawing/2014/main" id="{9459E113-CF63-5CAC-6F64-97ACCF872DC7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0" name="Ellipse 249">
                <a:extLst>
                  <a:ext uri="{FF2B5EF4-FFF2-40B4-BE49-F238E27FC236}">
                    <a16:creationId xmlns:a16="http://schemas.microsoft.com/office/drawing/2014/main" id="{99026EBA-172C-538E-03F1-B03F8E359D7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1" name="Ellipse 250">
                <a:extLst>
                  <a:ext uri="{FF2B5EF4-FFF2-40B4-BE49-F238E27FC236}">
                    <a16:creationId xmlns:a16="http://schemas.microsoft.com/office/drawing/2014/main" id="{A63A1514-9AB8-1812-F97F-CE3E6B72CD3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2" name="Ellipse 251">
                <a:extLst>
                  <a:ext uri="{FF2B5EF4-FFF2-40B4-BE49-F238E27FC236}">
                    <a16:creationId xmlns:a16="http://schemas.microsoft.com/office/drawing/2014/main" id="{110C1B26-0CE5-A50F-EB62-7418CAAA1E5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3" name="Ellipse 252">
                <a:extLst>
                  <a:ext uri="{FF2B5EF4-FFF2-40B4-BE49-F238E27FC236}">
                    <a16:creationId xmlns:a16="http://schemas.microsoft.com/office/drawing/2014/main" id="{9B78B74D-5AA6-5242-559E-E06AF72FE23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4" name="Ellipse 253">
                <a:extLst>
                  <a:ext uri="{FF2B5EF4-FFF2-40B4-BE49-F238E27FC236}">
                    <a16:creationId xmlns:a16="http://schemas.microsoft.com/office/drawing/2014/main" id="{71D05838-BA88-4370-E675-647121D1314B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5" name="Ellipse 254">
                <a:extLst>
                  <a:ext uri="{FF2B5EF4-FFF2-40B4-BE49-F238E27FC236}">
                    <a16:creationId xmlns:a16="http://schemas.microsoft.com/office/drawing/2014/main" id="{EBEC5E9A-F31A-5CAA-9629-D831A714E437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6" name="Ellipse 255">
                <a:extLst>
                  <a:ext uri="{FF2B5EF4-FFF2-40B4-BE49-F238E27FC236}">
                    <a16:creationId xmlns:a16="http://schemas.microsoft.com/office/drawing/2014/main" id="{36C1CF4A-B8C4-257E-43C9-6FB4317A1A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7" name="Ellipse 256">
                <a:extLst>
                  <a:ext uri="{FF2B5EF4-FFF2-40B4-BE49-F238E27FC236}">
                    <a16:creationId xmlns:a16="http://schemas.microsoft.com/office/drawing/2014/main" id="{04B08AC5-0996-D0A1-9830-C015865C8C5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8" name="Ellipse 257">
                <a:extLst>
                  <a:ext uri="{FF2B5EF4-FFF2-40B4-BE49-F238E27FC236}">
                    <a16:creationId xmlns:a16="http://schemas.microsoft.com/office/drawing/2014/main" id="{722FE81D-F509-9318-C196-BE263E86BEA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9" name="Ellipse 258">
                <a:extLst>
                  <a:ext uri="{FF2B5EF4-FFF2-40B4-BE49-F238E27FC236}">
                    <a16:creationId xmlns:a16="http://schemas.microsoft.com/office/drawing/2014/main" id="{5A6CBE6B-3A2A-F071-5CDD-32D490D561B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0" name="Ellipse 259">
                <a:extLst>
                  <a:ext uri="{FF2B5EF4-FFF2-40B4-BE49-F238E27FC236}">
                    <a16:creationId xmlns:a16="http://schemas.microsoft.com/office/drawing/2014/main" id="{0945B6E0-AD37-7573-5612-8FC7140BBF7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1" name="Ellipse 260">
                <a:extLst>
                  <a:ext uri="{FF2B5EF4-FFF2-40B4-BE49-F238E27FC236}">
                    <a16:creationId xmlns:a16="http://schemas.microsoft.com/office/drawing/2014/main" id="{F70B2A63-FDB3-2EAE-202A-F4159631AA0C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2" name="Ellipse 261">
                <a:extLst>
                  <a:ext uri="{FF2B5EF4-FFF2-40B4-BE49-F238E27FC236}">
                    <a16:creationId xmlns:a16="http://schemas.microsoft.com/office/drawing/2014/main" id="{CF8F3A8B-9B84-DCC3-48E8-95F096649C7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3" name="Ellipse 262">
                <a:extLst>
                  <a:ext uri="{FF2B5EF4-FFF2-40B4-BE49-F238E27FC236}">
                    <a16:creationId xmlns:a16="http://schemas.microsoft.com/office/drawing/2014/main" id="{F688C900-DFE3-5717-E9E6-540DF777C2B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65FFDDA-BFB4-B1C4-6FF6-853A31F4B767}"/>
                </a:ext>
              </a:extLst>
            </p:cNvPr>
            <p:cNvGrpSpPr/>
            <p:nvPr/>
          </p:nvGrpSpPr>
          <p:grpSpPr>
            <a:xfrm>
              <a:off x="-324210" y="4706992"/>
              <a:ext cx="4629584" cy="2788981"/>
              <a:chOff x="-324210" y="4706992"/>
              <a:chExt cx="4629584" cy="2788981"/>
            </a:xfrm>
          </p:grpSpPr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2CF5AE3-6F62-582C-E471-30A7286DB1F0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733E19C-8476-7A79-7BEB-F16B6029BBF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C5C0AD9-0EC0-D83E-EC01-07B7B1BB937E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3" name="Ellipse 212">
                <a:extLst>
                  <a:ext uri="{FF2B5EF4-FFF2-40B4-BE49-F238E27FC236}">
                    <a16:creationId xmlns:a16="http://schemas.microsoft.com/office/drawing/2014/main" id="{6E212A14-96C5-9CCA-DE73-248A1C7ACF68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C5E1CA5E-F4F4-719E-2509-89B68526A7ED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5" name="Ellipse 214">
                <a:extLst>
                  <a:ext uri="{FF2B5EF4-FFF2-40B4-BE49-F238E27FC236}">
                    <a16:creationId xmlns:a16="http://schemas.microsoft.com/office/drawing/2014/main" id="{4172E599-3EB4-0D0C-B9A2-FAF4107F9C2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6" name="Ellipse 215">
                <a:extLst>
                  <a:ext uri="{FF2B5EF4-FFF2-40B4-BE49-F238E27FC236}">
                    <a16:creationId xmlns:a16="http://schemas.microsoft.com/office/drawing/2014/main" id="{2F3CCED4-DE03-C016-4394-5B38587F3A5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F0B37DAA-92CE-BEBE-7C47-46A38B5B51E3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01A05B29-26F0-E6FD-51A7-27B06998070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9" name="Ellipse 218">
                <a:extLst>
                  <a:ext uri="{FF2B5EF4-FFF2-40B4-BE49-F238E27FC236}">
                    <a16:creationId xmlns:a16="http://schemas.microsoft.com/office/drawing/2014/main" id="{B7171E76-75C2-B15E-A2A2-EFFB51AB4C0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0" name="Ellipse 219">
                <a:extLst>
                  <a:ext uri="{FF2B5EF4-FFF2-40B4-BE49-F238E27FC236}">
                    <a16:creationId xmlns:a16="http://schemas.microsoft.com/office/drawing/2014/main" id="{4C75D649-05FE-0CC1-2882-8E5C311708DA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2" name="Ellipse 221">
                <a:extLst>
                  <a:ext uri="{FF2B5EF4-FFF2-40B4-BE49-F238E27FC236}">
                    <a16:creationId xmlns:a16="http://schemas.microsoft.com/office/drawing/2014/main" id="{6A9F19EF-E968-F98A-BCA1-D5009A848D30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3" name="Ellipse 222">
                <a:extLst>
                  <a:ext uri="{FF2B5EF4-FFF2-40B4-BE49-F238E27FC236}">
                    <a16:creationId xmlns:a16="http://schemas.microsoft.com/office/drawing/2014/main" id="{2A3E0ED6-E045-FF43-6B08-02B3170DFE3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7" name="Ellipse 226">
                <a:extLst>
                  <a:ext uri="{FF2B5EF4-FFF2-40B4-BE49-F238E27FC236}">
                    <a16:creationId xmlns:a16="http://schemas.microsoft.com/office/drawing/2014/main" id="{1E3F331E-CC81-81A4-F135-3211D4A029E7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8" name="Ellipse 227">
                <a:extLst>
                  <a:ext uri="{FF2B5EF4-FFF2-40B4-BE49-F238E27FC236}">
                    <a16:creationId xmlns:a16="http://schemas.microsoft.com/office/drawing/2014/main" id="{FD4B6B2E-3775-2825-DAF9-1B50C9678FA7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9" name="Ellipse 228">
                <a:extLst>
                  <a:ext uri="{FF2B5EF4-FFF2-40B4-BE49-F238E27FC236}">
                    <a16:creationId xmlns:a16="http://schemas.microsoft.com/office/drawing/2014/main" id="{D320D5EE-BAD6-C89E-7217-F87900D0F9B6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0" name="Ellipse 229">
                <a:extLst>
                  <a:ext uri="{FF2B5EF4-FFF2-40B4-BE49-F238E27FC236}">
                    <a16:creationId xmlns:a16="http://schemas.microsoft.com/office/drawing/2014/main" id="{7AA6B1E6-4824-F4A2-D09D-58DD60AAB87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1" name="Ellipse 230">
                <a:extLst>
                  <a:ext uri="{FF2B5EF4-FFF2-40B4-BE49-F238E27FC236}">
                    <a16:creationId xmlns:a16="http://schemas.microsoft.com/office/drawing/2014/main" id="{827C5408-D922-2D59-3572-D285E20533B0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2" name="Ellipse 231">
                <a:extLst>
                  <a:ext uri="{FF2B5EF4-FFF2-40B4-BE49-F238E27FC236}">
                    <a16:creationId xmlns:a16="http://schemas.microsoft.com/office/drawing/2014/main" id="{A9F76DDD-CD9F-E517-299A-C9ECAAF5ABB0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3" name="Ellipse 232">
                <a:extLst>
                  <a:ext uri="{FF2B5EF4-FFF2-40B4-BE49-F238E27FC236}">
                    <a16:creationId xmlns:a16="http://schemas.microsoft.com/office/drawing/2014/main" id="{E041D804-B3D2-5C9A-03E3-25ABB2F6C9EC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4" name="Ellipse 233">
                <a:extLst>
                  <a:ext uri="{FF2B5EF4-FFF2-40B4-BE49-F238E27FC236}">
                    <a16:creationId xmlns:a16="http://schemas.microsoft.com/office/drawing/2014/main" id="{71C5A3C7-7B32-F5C6-B648-AABD7A493724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5" name="Ellipse 234">
                <a:extLst>
                  <a:ext uri="{FF2B5EF4-FFF2-40B4-BE49-F238E27FC236}">
                    <a16:creationId xmlns:a16="http://schemas.microsoft.com/office/drawing/2014/main" id="{C5ECC047-FCEF-9ACF-10F9-03932D647303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6" name="Ellipse 235">
                <a:extLst>
                  <a:ext uri="{FF2B5EF4-FFF2-40B4-BE49-F238E27FC236}">
                    <a16:creationId xmlns:a16="http://schemas.microsoft.com/office/drawing/2014/main" id="{560545AF-34D6-697B-4EE4-5BD05E05431C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7" name="Ellipse 236">
                <a:extLst>
                  <a:ext uri="{FF2B5EF4-FFF2-40B4-BE49-F238E27FC236}">
                    <a16:creationId xmlns:a16="http://schemas.microsoft.com/office/drawing/2014/main" id="{BCFB9394-669C-4E08-9B56-8A253A1F9978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4" name="Ellipse 263">
                <a:extLst>
                  <a:ext uri="{FF2B5EF4-FFF2-40B4-BE49-F238E27FC236}">
                    <a16:creationId xmlns:a16="http://schemas.microsoft.com/office/drawing/2014/main" id="{38BB9797-8344-62D9-435B-4310FDE349A7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5" name="Ellipse 264">
                <a:extLst>
                  <a:ext uri="{FF2B5EF4-FFF2-40B4-BE49-F238E27FC236}">
                    <a16:creationId xmlns:a16="http://schemas.microsoft.com/office/drawing/2014/main" id="{FA5D18B7-3736-C50F-C0AF-D76DE2BD1A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6" name="Ellipse 265">
                <a:extLst>
                  <a:ext uri="{FF2B5EF4-FFF2-40B4-BE49-F238E27FC236}">
                    <a16:creationId xmlns:a16="http://schemas.microsoft.com/office/drawing/2014/main" id="{E12874B2-3CD0-8E49-26B9-DA0D70ECF49A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7" name="Ellipse 266">
                <a:extLst>
                  <a:ext uri="{FF2B5EF4-FFF2-40B4-BE49-F238E27FC236}">
                    <a16:creationId xmlns:a16="http://schemas.microsoft.com/office/drawing/2014/main" id="{D6DF41DE-ECF3-8DB8-3003-C3AE2D84D3F5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92" name="Gruppieren 291">
              <a:extLst>
                <a:ext uri="{FF2B5EF4-FFF2-40B4-BE49-F238E27FC236}">
                  <a16:creationId xmlns:a16="http://schemas.microsoft.com/office/drawing/2014/main" id="{5AD36017-9DFF-602B-3708-C3A028022B1E}"/>
                </a:ext>
              </a:extLst>
            </p:cNvPr>
            <p:cNvGrpSpPr/>
            <p:nvPr/>
          </p:nvGrpSpPr>
          <p:grpSpPr>
            <a:xfrm rot="10800000">
              <a:off x="-1306118" y="5039974"/>
              <a:ext cx="5024795" cy="2485159"/>
              <a:chOff x="-1200654" y="5010814"/>
              <a:chExt cx="5024795" cy="2485159"/>
            </a:xfrm>
          </p:grpSpPr>
          <p:sp>
            <p:nvSpPr>
              <p:cNvPr id="294" name="Ellipse 293">
                <a:extLst>
                  <a:ext uri="{FF2B5EF4-FFF2-40B4-BE49-F238E27FC236}">
                    <a16:creationId xmlns:a16="http://schemas.microsoft.com/office/drawing/2014/main" id="{3DF1EF7A-F19E-B98B-7FD7-053C0951D194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5" name="Ellipse 294">
                <a:extLst>
                  <a:ext uri="{FF2B5EF4-FFF2-40B4-BE49-F238E27FC236}">
                    <a16:creationId xmlns:a16="http://schemas.microsoft.com/office/drawing/2014/main" id="{B39A233B-C7D0-2D48-0E99-198B6481FD68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6" name="Ellipse 295">
                <a:extLst>
                  <a:ext uri="{FF2B5EF4-FFF2-40B4-BE49-F238E27FC236}">
                    <a16:creationId xmlns:a16="http://schemas.microsoft.com/office/drawing/2014/main" id="{9520E17C-7B04-D1ED-1711-365454B1BD8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7" name="Ellipse 296">
                <a:extLst>
                  <a:ext uri="{FF2B5EF4-FFF2-40B4-BE49-F238E27FC236}">
                    <a16:creationId xmlns:a16="http://schemas.microsoft.com/office/drawing/2014/main" id="{9030FCB1-3930-08CF-9153-8A9F9BB79BD4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8" name="Ellipse 297">
                <a:extLst>
                  <a:ext uri="{FF2B5EF4-FFF2-40B4-BE49-F238E27FC236}">
                    <a16:creationId xmlns:a16="http://schemas.microsoft.com/office/drawing/2014/main" id="{D33CEAF7-8E68-51F3-FA35-1D11743791ED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9" name="Ellipse 298">
                <a:extLst>
                  <a:ext uri="{FF2B5EF4-FFF2-40B4-BE49-F238E27FC236}">
                    <a16:creationId xmlns:a16="http://schemas.microsoft.com/office/drawing/2014/main" id="{40CB7E9D-BA46-9E23-DE45-B7927641BE0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0" name="Ellipse 299">
                <a:extLst>
                  <a:ext uri="{FF2B5EF4-FFF2-40B4-BE49-F238E27FC236}">
                    <a16:creationId xmlns:a16="http://schemas.microsoft.com/office/drawing/2014/main" id="{FD6F0B3F-2CBE-E163-3E65-7D50A9659A0A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1" name="Ellipse 300">
                <a:extLst>
                  <a:ext uri="{FF2B5EF4-FFF2-40B4-BE49-F238E27FC236}">
                    <a16:creationId xmlns:a16="http://schemas.microsoft.com/office/drawing/2014/main" id="{97ED4B6C-6D8E-7F1F-41FB-46D0C094F1E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2" name="Ellipse 301">
                <a:extLst>
                  <a:ext uri="{FF2B5EF4-FFF2-40B4-BE49-F238E27FC236}">
                    <a16:creationId xmlns:a16="http://schemas.microsoft.com/office/drawing/2014/main" id="{E3D32D63-D3F6-189C-B890-048292EA859C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3" name="Ellipse 302">
                <a:extLst>
                  <a:ext uri="{FF2B5EF4-FFF2-40B4-BE49-F238E27FC236}">
                    <a16:creationId xmlns:a16="http://schemas.microsoft.com/office/drawing/2014/main" id="{028FF8CE-6009-77A6-7D6A-B7E399B3F736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4" name="Ellipse 303">
                <a:extLst>
                  <a:ext uri="{FF2B5EF4-FFF2-40B4-BE49-F238E27FC236}">
                    <a16:creationId xmlns:a16="http://schemas.microsoft.com/office/drawing/2014/main" id="{41410EA5-A2AB-4B5B-3B9C-0A5B3D1D3F6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5" name="Ellipse 304">
                <a:extLst>
                  <a:ext uri="{FF2B5EF4-FFF2-40B4-BE49-F238E27FC236}">
                    <a16:creationId xmlns:a16="http://schemas.microsoft.com/office/drawing/2014/main" id="{68946DDF-A85E-6A6F-C0A5-7A1565DBCA12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6" name="Ellipse 305">
                <a:extLst>
                  <a:ext uri="{FF2B5EF4-FFF2-40B4-BE49-F238E27FC236}">
                    <a16:creationId xmlns:a16="http://schemas.microsoft.com/office/drawing/2014/main" id="{9AA26EC9-83DD-EE81-1518-AD83FA7B64F7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7" name="Ellipse 306">
                <a:extLst>
                  <a:ext uri="{FF2B5EF4-FFF2-40B4-BE49-F238E27FC236}">
                    <a16:creationId xmlns:a16="http://schemas.microsoft.com/office/drawing/2014/main" id="{3355C62B-5FD1-2BF1-C8A9-7EEC8828C412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8" name="Ellipse 307">
                <a:extLst>
                  <a:ext uri="{FF2B5EF4-FFF2-40B4-BE49-F238E27FC236}">
                    <a16:creationId xmlns:a16="http://schemas.microsoft.com/office/drawing/2014/main" id="{2E1F5182-530A-D3E1-D20F-4DD88E6E7F6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9" name="Ellipse 308">
                <a:extLst>
                  <a:ext uri="{FF2B5EF4-FFF2-40B4-BE49-F238E27FC236}">
                    <a16:creationId xmlns:a16="http://schemas.microsoft.com/office/drawing/2014/main" id="{8381269D-8E0D-78D0-5943-E8BF864AD2EE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0" name="Ellipse 309">
                <a:extLst>
                  <a:ext uri="{FF2B5EF4-FFF2-40B4-BE49-F238E27FC236}">
                    <a16:creationId xmlns:a16="http://schemas.microsoft.com/office/drawing/2014/main" id="{9D3ED30E-4210-CAA4-DE56-DC78A3B8BEFA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1" name="Ellipse 310">
                <a:extLst>
                  <a:ext uri="{FF2B5EF4-FFF2-40B4-BE49-F238E27FC236}">
                    <a16:creationId xmlns:a16="http://schemas.microsoft.com/office/drawing/2014/main" id="{BEC665D7-E531-D4CD-3DC4-ED95A9126E65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2" name="Ellipse 311">
                <a:extLst>
                  <a:ext uri="{FF2B5EF4-FFF2-40B4-BE49-F238E27FC236}">
                    <a16:creationId xmlns:a16="http://schemas.microsoft.com/office/drawing/2014/main" id="{3769AA85-64A2-28AB-65DD-B82CE9416628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3" name="Ellipse 312">
                <a:extLst>
                  <a:ext uri="{FF2B5EF4-FFF2-40B4-BE49-F238E27FC236}">
                    <a16:creationId xmlns:a16="http://schemas.microsoft.com/office/drawing/2014/main" id="{D928BA3F-41A3-9F92-344E-4FA871551327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4" name="Ellipse 313">
                <a:extLst>
                  <a:ext uri="{FF2B5EF4-FFF2-40B4-BE49-F238E27FC236}">
                    <a16:creationId xmlns:a16="http://schemas.microsoft.com/office/drawing/2014/main" id="{E5BDDA88-38B5-31BE-FC9B-1A8E38162A50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5" name="Ellipse 314">
                <a:extLst>
                  <a:ext uri="{FF2B5EF4-FFF2-40B4-BE49-F238E27FC236}">
                    <a16:creationId xmlns:a16="http://schemas.microsoft.com/office/drawing/2014/main" id="{ADD5E451-E460-63DB-FF1B-004C5ACF7B3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6" name="Ellipse 315">
                <a:extLst>
                  <a:ext uri="{FF2B5EF4-FFF2-40B4-BE49-F238E27FC236}">
                    <a16:creationId xmlns:a16="http://schemas.microsoft.com/office/drawing/2014/main" id="{B4DB49DC-893A-A03A-3E40-64444B47406D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7" name="Ellipse 316">
                <a:extLst>
                  <a:ext uri="{FF2B5EF4-FFF2-40B4-BE49-F238E27FC236}">
                    <a16:creationId xmlns:a16="http://schemas.microsoft.com/office/drawing/2014/main" id="{2EC05E96-8A37-02CC-7D92-EB0D444C043A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8" name="Ellipse 317">
                <a:extLst>
                  <a:ext uri="{FF2B5EF4-FFF2-40B4-BE49-F238E27FC236}">
                    <a16:creationId xmlns:a16="http://schemas.microsoft.com/office/drawing/2014/main" id="{04880C67-0678-F3D6-4944-BC948CE16EC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9" name="Ellipse 318">
                <a:extLst>
                  <a:ext uri="{FF2B5EF4-FFF2-40B4-BE49-F238E27FC236}">
                    <a16:creationId xmlns:a16="http://schemas.microsoft.com/office/drawing/2014/main" id="{A1187A33-9950-BBC8-3311-5CBA5EECB9DD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0" name="Ellipse 319">
                <a:extLst>
                  <a:ext uri="{FF2B5EF4-FFF2-40B4-BE49-F238E27FC236}">
                    <a16:creationId xmlns:a16="http://schemas.microsoft.com/office/drawing/2014/main" id="{4C6EC1D3-41DD-F0D8-28E9-72CA57DE2C73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1" name="Ellipse 350">
                <a:extLst>
                  <a:ext uri="{FF2B5EF4-FFF2-40B4-BE49-F238E27FC236}">
                    <a16:creationId xmlns:a16="http://schemas.microsoft.com/office/drawing/2014/main" id="{5C7F4B86-9AFE-BE50-49EC-83F3CA901668}"/>
                  </a:ext>
                </a:extLst>
              </p:cNvPr>
              <p:cNvSpPr/>
              <p:nvPr/>
            </p:nvSpPr>
            <p:spPr>
              <a:xfrm rot="9412871">
                <a:off x="-387854" y="543666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3" name="Ellipse 292">
                <a:extLst>
                  <a:ext uri="{FF2B5EF4-FFF2-40B4-BE49-F238E27FC236}">
                    <a16:creationId xmlns:a16="http://schemas.microsoft.com/office/drawing/2014/main" id="{6A691841-95E7-D399-8FDC-B344B950C813}"/>
                  </a:ext>
                </a:extLst>
              </p:cNvPr>
              <p:cNvSpPr/>
              <p:nvPr/>
            </p:nvSpPr>
            <p:spPr>
              <a:xfrm rot="9412871">
                <a:off x="-430779" y="536232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2" name="Ellipse 351">
                <a:extLst>
                  <a:ext uri="{FF2B5EF4-FFF2-40B4-BE49-F238E27FC236}">
                    <a16:creationId xmlns:a16="http://schemas.microsoft.com/office/drawing/2014/main" id="{A3F1E1F5-BC3D-D54F-49FB-9232E9F88F61}"/>
                  </a:ext>
                </a:extLst>
              </p:cNvPr>
              <p:cNvSpPr/>
              <p:nvPr/>
            </p:nvSpPr>
            <p:spPr>
              <a:xfrm rot="9412871">
                <a:off x="-1200654" y="53812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7A694056-7972-3E09-14A3-9F346E28B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275863" y="4179374"/>
              <a:ext cx="1591374" cy="1190084"/>
            </a:xfrm>
            <a:prstGeom prst="rect">
              <a:avLst/>
            </a:prstGeom>
          </p:spPr>
        </p:pic>
      </p:grpSp>
      <p:pic>
        <p:nvPicPr>
          <p:cNvPr id="354" name="Grafik 353">
            <a:extLst>
              <a:ext uri="{FF2B5EF4-FFF2-40B4-BE49-F238E27FC236}">
                <a16:creationId xmlns:a16="http://schemas.microsoft.com/office/drawing/2014/main" id="{09A4418F-5E73-871E-ECA4-B6B21696876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  <p:pic>
        <p:nvPicPr>
          <p:cNvPr id="355" name="Grafik 354">
            <a:extLst>
              <a:ext uri="{FF2B5EF4-FFF2-40B4-BE49-F238E27FC236}">
                <a16:creationId xmlns:a16="http://schemas.microsoft.com/office/drawing/2014/main" id="{D18AD0EE-1C1E-C3CA-BB6B-4F5D74869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39" y="0"/>
            <a:ext cx="12169354" cy="6858000"/>
          </a:xfrm>
          <a:prstGeom prst="rect">
            <a:avLst/>
          </a:prstGeom>
        </p:spPr>
      </p:pic>
      <p:pic>
        <p:nvPicPr>
          <p:cNvPr id="359" name="Grafik 358">
            <a:extLst>
              <a:ext uri="{FF2B5EF4-FFF2-40B4-BE49-F238E27FC236}">
                <a16:creationId xmlns:a16="http://schemas.microsoft.com/office/drawing/2014/main" id="{70BCAB5A-2D3A-4898-606B-2812E019AA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r="98578" b="36448"/>
          <a:stretch>
            <a:fillRect/>
          </a:stretch>
        </p:blipFill>
        <p:spPr>
          <a:xfrm>
            <a:off x="-22626" y="0"/>
            <a:ext cx="173354" cy="435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5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14D6A0A-4896-1721-3D8B-DBA5A4BDCD0B}"/>
              </a:ext>
            </a:extLst>
          </p:cNvPr>
          <p:cNvGrpSpPr/>
          <p:nvPr/>
        </p:nvGrpSpPr>
        <p:grpSpPr>
          <a:xfrm>
            <a:off x="9535110" y="4663981"/>
            <a:ext cx="2953403" cy="2665423"/>
            <a:chOff x="9535110" y="4663981"/>
            <a:chExt cx="2953403" cy="2665423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3508A01-54D3-43BB-EDC9-42772EC2314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523E7A6-D6C6-E6CB-FE33-94BC492B8CA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2407A1B-2243-8098-7113-FF4266DBFAE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EFA50947-19A7-5089-49A1-3C6E4BB66EBA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5BA2D6C-8B50-7981-C373-DE23785AB01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1B9CDD9-01C6-0EF5-8456-3B4990A507AD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2AB450F-B409-E9C0-5151-C8E66B234FD5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9BF052-2187-5006-4EC0-D21E0CD88CA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A50838AE-881B-9439-C5CD-2CCC03045F1C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E6B9716-5596-F226-87A6-5359DA1C3D2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14FF0F3-CCED-FF55-16EF-4B1D103EFCA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590B972-BA33-7347-6D6D-82AAE758F36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4DEB6B6-8CC5-45B1-FB17-9350516439F2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C55A0D6B-2203-C513-DAA2-32FCEFD6B23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C688E4B-704C-F984-661E-F28616C2C90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FFD6861-C610-2DCE-F543-7E2EEDB8880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BD358BF-188E-E674-BD40-54C1129FE8ED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AEC65661-EF1D-7858-8B00-F5400813175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126F37A3-C26D-16F8-7D7B-3F9A953FE64F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9A1426C8-1843-2FEC-BF3A-BFE06DCB233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EA82C4E-B016-85C3-BCDE-6E1DEE2A5FAC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28FF631-422B-302B-8C64-6AC385A6645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4362DBA-960F-4EC6-48A5-FCFBB1934D6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F51497-68B2-A300-FF22-209C1678372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7CB4E08E-78C6-4662-0EFB-48687DD2737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1" name="Ellipse 30">
            <a:extLst>
              <a:ext uri="{FF2B5EF4-FFF2-40B4-BE49-F238E27FC236}">
                <a16:creationId xmlns:a16="http://schemas.microsoft.com/office/drawing/2014/main" id="{F0B22222-0AAE-9888-8472-8430CFEABB17}"/>
              </a:ext>
            </a:extLst>
          </p:cNvPr>
          <p:cNvSpPr/>
          <p:nvPr/>
        </p:nvSpPr>
        <p:spPr>
          <a:xfrm rot="9412871">
            <a:off x="7400321" y="629046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D915AA2-21C3-D0AC-7594-787BA01BEAB8}"/>
              </a:ext>
            </a:extLst>
          </p:cNvPr>
          <p:cNvSpPr/>
          <p:nvPr/>
        </p:nvSpPr>
        <p:spPr>
          <a:xfrm rot="9412871">
            <a:off x="7382959" y="665392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5F56718-10C2-02CA-5B71-BB4CF1AE7FAB}"/>
              </a:ext>
            </a:extLst>
          </p:cNvPr>
          <p:cNvSpPr/>
          <p:nvPr/>
        </p:nvSpPr>
        <p:spPr>
          <a:xfrm rot="9412871">
            <a:off x="7574288" y="697270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30B08C8-4C6A-F2C8-94ED-AA60B8050301}"/>
              </a:ext>
            </a:extLst>
          </p:cNvPr>
          <p:cNvSpPr/>
          <p:nvPr/>
        </p:nvSpPr>
        <p:spPr>
          <a:xfrm rot="9412871">
            <a:off x="7510871" y="598318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53283AB-8F8D-3121-4166-575A0804497D}"/>
              </a:ext>
            </a:extLst>
          </p:cNvPr>
          <p:cNvSpPr/>
          <p:nvPr/>
        </p:nvSpPr>
        <p:spPr>
          <a:xfrm rot="9412871">
            <a:off x="7682389" y="615852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54BD956-ECEE-E690-D629-95CECF1CD173}"/>
              </a:ext>
            </a:extLst>
          </p:cNvPr>
          <p:cNvSpPr/>
          <p:nvPr/>
        </p:nvSpPr>
        <p:spPr>
          <a:xfrm rot="9412871">
            <a:off x="7644712" y="64164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DAEFE60-B08E-F559-FB39-6E224C428213}"/>
              </a:ext>
            </a:extLst>
          </p:cNvPr>
          <p:cNvSpPr/>
          <p:nvPr/>
        </p:nvSpPr>
        <p:spPr>
          <a:xfrm rot="9412871">
            <a:off x="8005927" y="70739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7AE697A-FE0B-DF50-102F-2214A416682F}"/>
              </a:ext>
            </a:extLst>
          </p:cNvPr>
          <p:cNvSpPr/>
          <p:nvPr/>
        </p:nvSpPr>
        <p:spPr>
          <a:xfrm rot="9412871">
            <a:off x="8070440" y="59659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F55B6797-AF2C-1DBA-3EF0-D21845B2B932}"/>
              </a:ext>
            </a:extLst>
          </p:cNvPr>
          <p:cNvSpPr/>
          <p:nvPr/>
        </p:nvSpPr>
        <p:spPr>
          <a:xfrm rot="9412871">
            <a:off x="7970827" y="664556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B4093E4-AD2B-DFFF-687E-69CC4528DC98}"/>
              </a:ext>
            </a:extLst>
          </p:cNvPr>
          <p:cNvSpPr/>
          <p:nvPr/>
        </p:nvSpPr>
        <p:spPr>
          <a:xfrm rot="9412871">
            <a:off x="8214594" y="636682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DDB43284-DAD1-D7DE-EF8E-759841734E6E}"/>
              </a:ext>
            </a:extLst>
          </p:cNvPr>
          <p:cNvSpPr/>
          <p:nvPr/>
        </p:nvSpPr>
        <p:spPr>
          <a:xfrm rot="9412871">
            <a:off x="5513836" y="565393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670CBF29-1F31-2B6F-18AA-17E7F3735437}"/>
              </a:ext>
            </a:extLst>
          </p:cNvPr>
          <p:cNvSpPr/>
          <p:nvPr/>
        </p:nvSpPr>
        <p:spPr>
          <a:xfrm rot="9412871">
            <a:off x="8402175" y="709846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DB46C942-425C-1FDA-77D7-7C797752FBCD}"/>
              </a:ext>
            </a:extLst>
          </p:cNvPr>
          <p:cNvSpPr/>
          <p:nvPr/>
        </p:nvSpPr>
        <p:spPr>
          <a:xfrm rot="9412871">
            <a:off x="8454211" y="68079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FB3F88F-F133-C727-EA13-100671F2589E}"/>
              </a:ext>
            </a:extLst>
          </p:cNvPr>
          <p:cNvSpPr/>
          <p:nvPr/>
        </p:nvSpPr>
        <p:spPr>
          <a:xfrm rot="9412871">
            <a:off x="8650974" y="645490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53E9A5B5-E7FB-2064-901D-1BC45D019497}"/>
              </a:ext>
            </a:extLst>
          </p:cNvPr>
          <p:cNvSpPr/>
          <p:nvPr/>
        </p:nvSpPr>
        <p:spPr>
          <a:xfrm rot="9412871">
            <a:off x="8645218" y="596522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29389C3D-205E-309A-6AA4-F716EAD9E605}"/>
              </a:ext>
            </a:extLst>
          </p:cNvPr>
          <p:cNvSpPr/>
          <p:nvPr/>
        </p:nvSpPr>
        <p:spPr>
          <a:xfrm rot="9412871">
            <a:off x="8890255" y="562627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6634CDF1-E48E-CFE7-496A-C8862A900C04}"/>
              </a:ext>
            </a:extLst>
          </p:cNvPr>
          <p:cNvSpPr/>
          <p:nvPr/>
        </p:nvSpPr>
        <p:spPr>
          <a:xfrm rot="9412871">
            <a:off x="9032314" y="602209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82144D62-7BD3-0A18-B7E6-D704047A3F9F}"/>
              </a:ext>
            </a:extLst>
          </p:cNvPr>
          <p:cNvSpPr/>
          <p:nvPr/>
        </p:nvSpPr>
        <p:spPr>
          <a:xfrm rot="9412871">
            <a:off x="9161188" y="639373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87708D8D-A19F-B7F1-6FA1-BDF633997AF7}"/>
              </a:ext>
            </a:extLst>
          </p:cNvPr>
          <p:cNvSpPr/>
          <p:nvPr/>
        </p:nvSpPr>
        <p:spPr>
          <a:xfrm rot="9412871">
            <a:off x="9661831" y="636701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B187B003-BC0F-EB37-91C6-0FC00818EE77}"/>
              </a:ext>
            </a:extLst>
          </p:cNvPr>
          <p:cNvSpPr/>
          <p:nvPr/>
        </p:nvSpPr>
        <p:spPr>
          <a:xfrm rot="9412871">
            <a:off x="9489888" y="609111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3BB6FEF-F10D-A4E0-F815-AF3BCB5A6C25}"/>
              </a:ext>
            </a:extLst>
          </p:cNvPr>
          <p:cNvSpPr/>
          <p:nvPr/>
        </p:nvSpPr>
        <p:spPr>
          <a:xfrm rot="9412871">
            <a:off x="9407472" y="58980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CE078B4-7FC3-3CFC-482C-55173A13CD6C}"/>
              </a:ext>
            </a:extLst>
          </p:cNvPr>
          <p:cNvSpPr/>
          <p:nvPr/>
        </p:nvSpPr>
        <p:spPr>
          <a:xfrm rot="9412871">
            <a:off x="9359610" y="569026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1BBC266-D341-39A2-F128-AEE70399AE5C}"/>
              </a:ext>
            </a:extLst>
          </p:cNvPr>
          <p:cNvGrpSpPr/>
          <p:nvPr/>
        </p:nvGrpSpPr>
        <p:grpSpPr>
          <a:xfrm rot="19191760" flipV="1">
            <a:off x="6860998" y="4780734"/>
            <a:ext cx="2953403" cy="2665423"/>
            <a:chOff x="9535110" y="4663981"/>
            <a:chExt cx="2953403" cy="2665423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F3A87B7C-DD1C-4CCC-3043-D112F613CAA0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1CBA64A0-81FF-7C1A-A9BE-CED7CA8590BF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1C31F732-52FE-94DC-6262-99CA3C0C3691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C406F40-C0E7-F6AA-7C32-28BADEE373E2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4D544D04-BE9B-22D5-18DC-ECF0660732C0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6D047B1D-232C-716E-40B5-24211133E0CA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50E803FE-1F39-F269-C71E-B19C739A5593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D9D2E2B9-2062-04E8-D06E-DAABA9956BC6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D5D5B255-65EC-2301-1C71-8AA232D44F14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4AA743B8-E7F5-C305-0674-74B786B6C5F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786E7DE3-17A8-810C-7A16-9C7C0D436F62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274B6950-BB96-91DF-DD2D-FEF80C329101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4B7FC131-6E36-C71D-0225-EC1572482FE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7532CD24-3BE5-3C2B-2CAB-0D0550A117D8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D68799D3-1492-381C-1A7C-0E383EAA8BD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D65C07DB-29CB-98A8-8B76-420561B4006E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FA248155-BE42-AA09-8982-79E17060D8E2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47974652-4C32-0662-02D8-DBD93709CA1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7F7534AB-1446-F297-28DD-2A7C4188EC14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06810B89-F205-39E3-F820-FACD81F0D869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B3855C14-2FCA-6EA4-D1E1-CAC4967BA4A1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2758FE1B-274F-F4F0-09B0-DC0FBD2EE789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CAAACE48-7C9D-2BF3-1587-FCD917322B01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2CEC1516-4408-640D-8B5D-9DF9CC53C8EF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BD87E6C-9884-6F03-C38E-B50D8DA25D82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F904D34B-FE9F-813A-DFAC-000491511909}"/>
              </a:ext>
            </a:extLst>
          </p:cNvPr>
          <p:cNvGrpSpPr/>
          <p:nvPr/>
        </p:nvGrpSpPr>
        <p:grpSpPr>
          <a:xfrm rot="12187129" flipH="1">
            <a:off x="5587494" y="3088345"/>
            <a:ext cx="2953403" cy="2665423"/>
            <a:chOff x="9535110" y="4663981"/>
            <a:chExt cx="2953403" cy="2665423"/>
          </a:xfrm>
        </p:grpSpPr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8C12844D-7D7F-F091-0933-51DAA20901E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EE4AF275-4A2E-47DB-4A7B-FA65FE4B01E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CD7F8F94-21F4-6A35-7964-02869845063C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2939926E-962E-C947-2FB7-AA786261B469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89DA6602-C4EB-CFB6-E8AF-F719C3DF770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611320C4-4DAB-13FA-841A-716535D869C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C3BFE47B-CD5B-CFD5-1F36-C3E1F467364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C95A274A-188E-7E11-C18F-CDA7A69DB0FD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E79DEE3A-C277-8BEC-14AB-5998CE16C68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97DB6AB7-9418-6123-88D2-EFEB6BB1A5EF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EBC0A7B3-AA40-DC5D-2A87-4C675D5FF1D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CBD7B500-E846-33E4-7E8A-E27482CD5148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6CA6FD97-97A7-1692-516B-60C76C494F3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10365B15-2713-0846-587F-2282084948D6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B3DB54CF-8A0C-4632-B863-62AB58FE5F2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0A440BDB-475F-00DF-6B86-1E2C381BD41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95553DD0-24BE-B47A-1F92-CBA135C4553C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E636D544-C83D-3D8D-53FD-9C631C555B99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D832E891-E124-9CFB-6787-2F702F3DE70E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51B72512-A7DE-9E05-6C66-4395B0BC007F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0B241A68-63EA-C66B-557E-0FB119564E51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" name="Ellipse 102">
              <a:extLst>
                <a:ext uri="{FF2B5EF4-FFF2-40B4-BE49-F238E27FC236}">
                  <a16:creationId xmlns:a16="http://schemas.microsoft.com/office/drawing/2014/main" id="{0BAC5B23-90A6-AD81-FBE9-DDDD71828B03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5ECB8434-1A8B-B11E-796E-6B06F292054A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3D72EBA4-6AB3-C64C-4BF5-C153704B703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96510AAC-2222-9701-D528-0325367AE2C3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E9C48E3-D7EC-1552-CAA1-05685CA535B3}"/>
              </a:ext>
            </a:extLst>
          </p:cNvPr>
          <p:cNvGrpSpPr/>
          <p:nvPr/>
        </p:nvGrpSpPr>
        <p:grpSpPr>
          <a:xfrm>
            <a:off x="6694555" y="4331783"/>
            <a:ext cx="2953403" cy="2665423"/>
            <a:chOff x="9535110" y="4663981"/>
            <a:chExt cx="2953403" cy="2665423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5AFDA0DA-1905-AC49-E7D7-50EAA1CB74D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24AC9EBD-2334-41E8-1A71-7D21CC7BC6EC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B96CED08-C254-F0D7-016A-7B3306D364E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E2D2C63E-2029-931D-217E-F99BD4FBE67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C95AE07F-1695-E354-07D8-ED12CA3A0067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81736510-B2DE-B46A-5A72-9B30320ED6B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EEA985AE-8EE2-74DC-0054-CF9703E2963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8B6CDADA-AC4C-329B-5DBA-E27E6487DB32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A8B4842D-59C5-73A1-543E-D442A0DEA4B8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31672C7F-0884-99F8-8FAD-B337FBE32668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6268EB5B-0E7D-781E-4EED-47A50D28EB3E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10F00B31-0B77-DE1D-6ABE-10568C860765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448E7501-CEDE-D72B-717E-C282F5B1A9BD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3EC71D15-0067-2FC0-EC6E-F0DA3B163611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2825F0A3-7DE5-E078-A420-E1B6A35E4ACB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1123543E-CBB0-C4A0-04CB-EBB2E2E899D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5017D1D6-DC86-7CD8-BCFD-CAAA14A46B1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0033AE9D-7FA9-E2A3-6DDF-D5F67F98CAF2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6" name="Ellipse 125">
              <a:extLst>
                <a:ext uri="{FF2B5EF4-FFF2-40B4-BE49-F238E27FC236}">
                  <a16:creationId xmlns:a16="http://schemas.microsoft.com/office/drawing/2014/main" id="{8400A037-40DC-E373-C8D8-AD5944D713A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961AD9CE-8520-89CF-64ED-3574201688E8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A43415F9-484B-6CF1-1900-0E547328BA73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DACE5737-1117-BF34-ECFD-64B345D9F89A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5598B4F6-B115-E2EE-5995-B5931DEF9F91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D76F051B-11C9-16C1-97FB-F340393437E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786110BC-C541-6FDC-6E69-E633BAC860B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133" name="Grafik 132">
            <a:extLst>
              <a:ext uri="{FF2B5EF4-FFF2-40B4-BE49-F238E27FC236}">
                <a16:creationId xmlns:a16="http://schemas.microsoft.com/office/drawing/2014/main" id="{6BEE164E-42CB-28F8-102E-BA8B2A6CA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 flipH="1">
            <a:off x="4604856" y="7242800"/>
            <a:ext cx="1591374" cy="1190084"/>
          </a:xfrm>
          <a:prstGeom prst="rect">
            <a:avLst/>
          </a:prstGeom>
        </p:spPr>
      </p:pic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93C68318-0DA9-1BCF-3377-378AA56DBFAF}"/>
              </a:ext>
            </a:extLst>
          </p:cNvPr>
          <p:cNvGrpSpPr/>
          <p:nvPr/>
        </p:nvGrpSpPr>
        <p:grpSpPr>
          <a:xfrm rot="9412871">
            <a:off x="4672180" y="5579665"/>
            <a:ext cx="2953403" cy="2665423"/>
            <a:chOff x="9535110" y="4663981"/>
            <a:chExt cx="2953403" cy="2665423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CC19915E-876C-CDF9-39C5-6D224428F9D4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BFCECDC2-7AA5-8387-B87F-A28207F66FA2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941BA206-0AC8-8651-1713-4EB0E7ABEBF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790AA228-D892-F563-0133-A7B1807F69FD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6E8F30EB-C5A2-F137-56D2-A9DC2D4A4F5C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0" name="Ellipse 139">
              <a:extLst>
                <a:ext uri="{FF2B5EF4-FFF2-40B4-BE49-F238E27FC236}">
                  <a16:creationId xmlns:a16="http://schemas.microsoft.com/office/drawing/2014/main" id="{907824BB-126C-B396-7A16-6FD0E3E01470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7A0FF3AE-29A9-E3A0-3BD8-30503EB99B2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51503583-2FFE-10D4-1B90-15F9AD0FA99A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3" name="Ellipse 142">
              <a:extLst>
                <a:ext uri="{FF2B5EF4-FFF2-40B4-BE49-F238E27FC236}">
                  <a16:creationId xmlns:a16="http://schemas.microsoft.com/office/drawing/2014/main" id="{4D597D0A-ED60-3BF1-8657-92D88F699154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8C7B853D-9735-850A-372C-CB6E2A66FE9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5" name="Ellipse 144">
              <a:extLst>
                <a:ext uri="{FF2B5EF4-FFF2-40B4-BE49-F238E27FC236}">
                  <a16:creationId xmlns:a16="http://schemas.microsoft.com/office/drawing/2014/main" id="{6E91EBDC-902D-BE5E-BFC7-446CFE2E3436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43E601C8-3A28-26D6-A8B8-C423EFEA794B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5E861B2A-6C5D-8D1B-B9D3-B00904E6B948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94F9D362-D2DA-33C9-ABBB-E02859458840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E6884446-9D80-8BAC-B9F2-EBA3BEE6A2A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911461E7-6FE0-9BED-C5F5-8B6AEA566A51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B009AB69-F6AD-D72B-9CC9-615C36E7D4F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2" name="Ellipse 151">
              <a:extLst>
                <a:ext uri="{FF2B5EF4-FFF2-40B4-BE49-F238E27FC236}">
                  <a16:creationId xmlns:a16="http://schemas.microsoft.com/office/drawing/2014/main" id="{8247737B-F8A7-E5FB-FACE-C2DB1D5F15E8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747CDD99-F104-6120-8F56-B574BC9083E7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4" name="Ellipse 153">
              <a:extLst>
                <a:ext uri="{FF2B5EF4-FFF2-40B4-BE49-F238E27FC236}">
                  <a16:creationId xmlns:a16="http://schemas.microsoft.com/office/drawing/2014/main" id="{00E7D2B5-0F35-5FBE-F3CF-C7C355F1DAB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5" name="Ellipse 154">
              <a:extLst>
                <a:ext uri="{FF2B5EF4-FFF2-40B4-BE49-F238E27FC236}">
                  <a16:creationId xmlns:a16="http://schemas.microsoft.com/office/drawing/2014/main" id="{BA46D33B-D158-6B66-C029-FAA26E115513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116B78D2-05A1-0487-6135-77A1DA703088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72CD923E-AF29-03BB-591D-735D097567A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91A2DAED-9039-A6E5-9025-5710FCE0F1A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9F22B741-84E1-7534-EE22-49F209681A8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AF26BD02-FF28-9BB1-D711-BE846F44CC13}"/>
              </a:ext>
            </a:extLst>
          </p:cNvPr>
          <p:cNvGrpSpPr/>
          <p:nvPr/>
        </p:nvGrpSpPr>
        <p:grpSpPr>
          <a:xfrm rot="19191760" flipV="1">
            <a:off x="4521749" y="4350398"/>
            <a:ext cx="2953403" cy="2665423"/>
            <a:chOff x="9535110" y="4663981"/>
            <a:chExt cx="2953403" cy="2665423"/>
          </a:xfrm>
        </p:grpSpPr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0F2336CA-F2F9-0A04-78FE-DA9D8348965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A37A526E-487C-7ED2-08B3-1EAD98D8D44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04275869-DD7B-2907-A561-FED740C8C293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4" name="Ellipse 163">
              <a:extLst>
                <a:ext uri="{FF2B5EF4-FFF2-40B4-BE49-F238E27FC236}">
                  <a16:creationId xmlns:a16="http://schemas.microsoft.com/office/drawing/2014/main" id="{006256B9-526B-61F6-22AB-4BA29A4E0FCB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DE2D52E3-CBA5-D712-A58B-06A34CF68E4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E44A2DAF-BE09-3ABB-FBAD-8E76FF39F44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49C9C55D-9A40-52D4-CDBD-EB797CB604A1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22CBD06F-5523-120E-BAE1-BBD90C7DD919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9" name="Ellipse 168">
              <a:extLst>
                <a:ext uri="{FF2B5EF4-FFF2-40B4-BE49-F238E27FC236}">
                  <a16:creationId xmlns:a16="http://schemas.microsoft.com/office/drawing/2014/main" id="{EDCB781B-2149-6E67-3C23-3C0ECF303702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4028AF3D-ABE1-9BDD-0C39-05F128A1AC3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898BA7AF-E3D4-85B1-95D4-3D8D95E3280A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E6AE16BA-8603-D814-E68E-42504F2A9B9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CF4AC4AE-B5B8-2AD8-E57D-8E0BD6C90894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52F7F071-D4EC-A6CF-B16C-B6453D1C92B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5FB71F44-C53B-7A72-2797-44F0BEEA589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6" name="Ellipse 175">
              <a:extLst>
                <a:ext uri="{FF2B5EF4-FFF2-40B4-BE49-F238E27FC236}">
                  <a16:creationId xmlns:a16="http://schemas.microsoft.com/office/drawing/2014/main" id="{55102CB9-50EA-281A-58DD-3058D001624F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013AA3EC-29D0-454D-D598-39DFE3125C69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8" name="Ellipse 177">
              <a:extLst>
                <a:ext uri="{FF2B5EF4-FFF2-40B4-BE49-F238E27FC236}">
                  <a16:creationId xmlns:a16="http://schemas.microsoft.com/office/drawing/2014/main" id="{F2114684-5C32-8528-7320-390F16F09FE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C75C4D69-667C-C008-28DF-8215ED457B7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EAE9212D-FE19-0F4F-967E-0B9DA82A20A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1" name="Ellipse 180">
              <a:extLst>
                <a:ext uri="{FF2B5EF4-FFF2-40B4-BE49-F238E27FC236}">
                  <a16:creationId xmlns:a16="http://schemas.microsoft.com/office/drawing/2014/main" id="{431F3A43-D122-67E8-F773-FDAECC0EB15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F8D9B119-F046-712F-96A5-DCBDCC222A0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1425A6D2-ECE4-81A8-3BB9-A42F4CA601B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4" name="Ellipse 183">
              <a:extLst>
                <a:ext uri="{FF2B5EF4-FFF2-40B4-BE49-F238E27FC236}">
                  <a16:creationId xmlns:a16="http://schemas.microsoft.com/office/drawing/2014/main" id="{6306649B-7AA1-ADE4-AE2A-D38A3283440D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5DA3BCA7-8D15-A017-3C8F-FDDF0EC8F96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9CE11D0C-3C9E-69BD-BF2A-7B1B9AC92DBD}"/>
              </a:ext>
            </a:extLst>
          </p:cNvPr>
          <p:cNvGrpSpPr/>
          <p:nvPr/>
        </p:nvGrpSpPr>
        <p:grpSpPr>
          <a:xfrm>
            <a:off x="2157878" y="4738598"/>
            <a:ext cx="2953403" cy="2665423"/>
            <a:chOff x="9535110" y="4663981"/>
            <a:chExt cx="2953403" cy="2665423"/>
          </a:xfrm>
        </p:grpSpPr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50BA4B9E-6409-C141-ACE2-166068D6153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8" name="Ellipse 187">
              <a:extLst>
                <a:ext uri="{FF2B5EF4-FFF2-40B4-BE49-F238E27FC236}">
                  <a16:creationId xmlns:a16="http://schemas.microsoft.com/office/drawing/2014/main" id="{E5330FCA-77F6-EB3A-3A1E-F2B01F5DBFEA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9" name="Ellipse 188">
              <a:extLst>
                <a:ext uri="{FF2B5EF4-FFF2-40B4-BE49-F238E27FC236}">
                  <a16:creationId xmlns:a16="http://schemas.microsoft.com/office/drawing/2014/main" id="{FB5FBAE6-E345-8BCD-5D46-7A76D49E461F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CE9C437F-F043-94DA-EE4C-CC5B58C80DC8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20266608-FF8E-58B6-1BC5-B00A23163FC1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E47627D7-07CD-CAF3-F4A2-C6262FAA8D3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0C05E565-4BC9-50E9-2EA9-7C0D4F434124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D31CBC1F-4124-DACD-BC44-4FA1E9937205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A1B60E96-5E65-AC66-8F9B-8C62C7BBCFB8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6" name="Ellipse 195">
              <a:extLst>
                <a:ext uri="{FF2B5EF4-FFF2-40B4-BE49-F238E27FC236}">
                  <a16:creationId xmlns:a16="http://schemas.microsoft.com/office/drawing/2014/main" id="{256F7897-452E-CD9E-B60D-27B5BA1A7D95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BA18432E-06A9-24C5-5695-CF97B617C27E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8" name="Ellipse 197">
              <a:extLst>
                <a:ext uri="{FF2B5EF4-FFF2-40B4-BE49-F238E27FC236}">
                  <a16:creationId xmlns:a16="http://schemas.microsoft.com/office/drawing/2014/main" id="{B9AA6552-1F1D-D3BF-7455-9F7E09AD0392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AFD7DD45-6FB7-5C83-4271-32855836AE21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D6928541-5FEC-9E7C-4072-14034497FB51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1" name="Ellipse 200">
              <a:extLst>
                <a:ext uri="{FF2B5EF4-FFF2-40B4-BE49-F238E27FC236}">
                  <a16:creationId xmlns:a16="http://schemas.microsoft.com/office/drawing/2014/main" id="{58463564-47F1-1083-7842-7156BFE5F60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2" name="Ellipse 201">
              <a:extLst>
                <a:ext uri="{FF2B5EF4-FFF2-40B4-BE49-F238E27FC236}">
                  <a16:creationId xmlns:a16="http://schemas.microsoft.com/office/drawing/2014/main" id="{16D1B8CC-83B1-427B-5C37-567ECBD1235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3" name="Ellipse 202">
              <a:extLst>
                <a:ext uri="{FF2B5EF4-FFF2-40B4-BE49-F238E27FC236}">
                  <a16:creationId xmlns:a16="http://schemas.microsoft.com/office/drawing/2014/main" id="{AD9688DC-C581-29DD-F001-50EA63D1E77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4" name="Ellipse 203">
              <a:extLst>
                <a:ext uri="{FF2B5EF4-FFF2-40B4-BE49-F238E27FC236}">
                  <a16:creationId xmlns:a16="http://schemas.microsoft.com/office/drawing/2014/main" id="{7642C375-F131-D500-E3C1-6A69BC83E950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5" name="Ellipse 204">
              <a:extLst>
                <a:ext uri="{FF2B5EF4-FFF2-40B4-BE49-F238E27FC236}">
                  <a16:creationId xmlns:a16="http://schemas.microsoft.com/office/drawing/2014/main" id="{86F4DEED-1BBA-DEAF-7471-569270E07C29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9868A7CB-ED26-DE3C-10C9-F49D3EE674A9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7" name="Ellipse 206">
              <a:extLst>
                <a:ext uri="{FF2B5EF4-FFF2-40B4-BE49-F238E27FC236}">
                  <a16:creationId xmlns:a16="http://schemas.microsoft.com/office/drawing/2014/main" id="{881B755B-47CD-2714-2A6F-3E213962281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8" name="Ellipse 207">
              <a:extLst>
                <a:ext uri="{FF2B5EF4-FFF2-40B4-BE49-F238E27FC236}">
                  <a16:creationId xmlns:a16="http://schemas.microsoft.com/office/drawing/2014/main" id="{88EFC239-3244-1860-6AB2-AFE4E1BF0A06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71733C1D-9CDD-C666-0DFE-44253367751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0" name="Ellipse 209">
              <a:extLst>
                <a:ext uri="{FF2B5EF4-FFF2-40B4-BE49-F238E27FC236}">
                  <a16:creationId xmlns:a16="http://schemas.microsoft.com/office/drawing/2014/main" id="{52A8F6EE-C343-3225-C20B-AB1870D60C36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3B80FF34-C1FB-D01D-9A39-8E8ECBDBC388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38" name="Gruppieren 237">
            <a:extLst>
              <a:ext uri="{FF2B5EF4-FFF2-40B4-BE49-F238E27FC236}">
                <a16:creationId xmlns:a16="http://schemas.microsoft.com/office/drawing/2014/main" id="{9E1D096F-BA37-5707-5914-38D2B0231B5E}"/>
              </a:ext>
            </a:extLst>
          </p:cNvPr>
          <p:cNvGrpSpPr/>
          <p:nvPr/>
        </p:nvGrpSpPr>
        <p:grpSpPr>
          <a:xfrm rot="9412871">
            <a:off x="3772440" y="3309704"/>
            <a:ext cx="2953403" cy="2665423"/>
            <a:chOff x="9535110" y="4663981"/>
            <a:chExt cx="2953403" cy="2665423"/>
          </a:xfrm>
        </p:grpSpPr>
        <p:sp>
          <p:nvSpPr>
            <p:cNvPr id="239" name="Ellipse 238">
              <a:extLst>
                <a:ext uri="{FF2B5EF4-FFF2-40B4-BE49-F238E27FC236}">
                  <a16:creationId xmlns:a16="http://schemas.microsoft.com/office/drawing/2014/main" id="{1B997747-5629-ADB0-A525-0B5E9504879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0" name="Ellipse 239">
              <a:extLst>
                <a:ext uri="{FF2B5EF4-FFF2-40B4-BE49-F238E27FC236}">
                  <a16:creationId xmlns:a16="http://schemas.microsoft.com/office/drawing/2014/main" id="{68793F9E-8901-6CC8-D2E0-9B9239952AC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1" name="Ellipse 240">
              <a:extLst>
                <a:ext uri="{FF2B5EF4-FFF2-40B4-BE49-F238E27FC236}">
                  <a16:creationId xmlns:a16="http://schemas.microsoft.com/office/drawing/2014/main" id="{BE86E8E3-C876-6AB8-A38B-C24499C04F9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2" name="Ellipse 241">
              <a:extLst>
                <a:ext uri="{FF2B5EF4-FFF2-40B4-BE49-F238E27FC236}">
                  <a16:creationId xmlns:a16="http://schemas.microsoft.com/office/drawing/2014/main" id="{4A6A61DF-2FF3-BF7C-3E99-C848B210BEE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B78D1FB0-BD77-3236-C93A-A050EE97545D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DBDE90DD-F773-F469-588E-7CC7B4430AA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5" name="Ellipse 244">
              <a:extLst>
                <a:ext uri="{FF2B5EF4-FFF2-40B4-BE49-F238E27FC236}">
                  <a16:creationId xmlns:a16="http://schemas.microsoft.com/office/drawing/2014/main" id="{9FA4238A-BC60-E873-22B0-71BE09D8CD86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6" name="Ellipse 245">
              <a:extLst>
                <a:ext uri="{FF2B5EF4-FFF2-40B4-BE49-F238E27FC236}">
                  <a16:creationId xmlns:a16="http://schemas.microsoft.com/office/drawing/2014/main" id="{5B028018-A9B6-7997-1C6D-110C817A8830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7" name="Ellipse 246">
              <a:extLst>
                <a:ext uri="{FF2B5EF4-FFF2-40B4-BE49-F238E27FC236}">
                  <a16:creationId xmlns:a16="http://schemas.microsoft.com/office/drawing/2014/main" id="{41DA0B15-20E2-6032-F154-19520EC07526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8" name="Ellipse 247">
              <a:extLst>
                <a:ext uri="{FF2B5EF4-FFF2-40B4-BE49-F238E27FC236}">
                  <a16:creationId xmlns:a16="http://schemas.microsoft.com/office/drawing/2014/main" id="{B1AC9A44-103A-6B01-63AD-F9BAAA022014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9459E113-CF63-5CAC-6F64-97ACCF872DC7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0" name="Ellipse 249">
              <a:extLst>
                <a:ext uri="{FF2B5EF4-FFF2-40B4-BE49-F238E27FC236}">
                  <a16:creationId xmlns:a16="http://schemas.microsoft.com/office/drawing/2014/main" id="{99026EBA-172C-538E-03F1-B03F8E359D7B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A63A1514-9AB8-1812-F97F-CE3E6B72CD34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2" name="Ellipse 251">
              <a:extLst>
                <a:ext uri="{FF2B5EF4-FFF2-40B4-BE49-F238E27FC236}">
                  <a16:creationId xmlns:a16="http://schemas.microsoft.com/office/drawing/2014/main" id="{110C1B26-0CE5-A50F-EB62-7418CAAA1E58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3" name="Ellipse 252">
              <a:extLst>
                <a:ext uri="{FF2B5EF4-FFF2-40B4-BE49-F238E27FC236}">
                  <a16:creationId xmlns:a16="http://schemas.microsoft.com/office/drawing/2014/main" id="{9B78B74D-5AA6-5242-559E-E06AF72FE23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4" name="Ellipse 253">
              <a:extLst>
                <a:ext uri="{FF2B5EF4-FFF2-40B4-BE49-F238E27FC236}">
                  <a16:creationId xmlns:a16="http://schemas.microsoft.com/office/drawing/2014/main" id="{71D05838-BA88-4370-E675-647121D1314B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5" name="Ellipse 254">
              <a:extLst>
                <a:ext uri="{FF2B5EF4-FFF2-40B4-BE49-F238E27FC236}">
                  <a16:creationId xmlns:a16="http://schemas.microsoft.com/office/drawing/2014/main" id="{EBEC5E9A-F31A-5CAA-9629-D831A714E437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6" name="Ellipse 255">
              <a:extLst>
                <a:ext uri="{FF2B5EF4-FFF2-40B4-BE49-F238E27FC236}">
                  <a16:creationId xmlns:a16="http://schemas.microsoft.com/office/drawing/2014/main" id="{36C1CF4A-B8C4-257E-43C9-6FB4317A1A5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04B08AC5-0996-D0A1-9830-C015865C8C59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8" name="Ellipse 257">
              <a:extLst>
                <a:ext uri="{FF2B5EF4-FFF2-40B4-BE49-F238E27FC236}">
                  <a16:creationId xmlns:a16="http://schemas.microsoft.com/office/drawing/2014/main" id="{722FE81D-F509-9318-C196-BE263E86BEA8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9" name="Ellipse 258">
              <a:extLst>
                <a:ext uri="{FF2B5EF4-FFF2-40B4-BE49-F238E27FC236}">
                  <a16:creationId xmlns:a16="http://schemas.microsoft.com/office/drawing/2014/main" id="{5A6CBE6B-3A2A-F071-5CDD-32D490D561B3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0" name="Ellipse 259">
              <a:extLst>
                <a:ext uri="{FF2B5EF4-FFF2-40B4-BE49-F238E27FC236}">
                  <a16:creationId xmlns:a16="http://schemas.microsoft.com/office/drawing/2014/main" id="{0945B6E0-AD37-7573-5612-8FC7140BBF79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1" name="Ellipse 260">
              <a:extLst>
                <a:ext uri="{FF2B5EF4-FFF2-40B4-BE49-F238E27FC236}">
                  <a16:creationId xmlns:a16="http://schemas.microsoft.com/office/drawing/2014/main" id="{F70B2A63-FDB3-2EAE-202A-F4159631AA0C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CF8F3A8B-9B84-DCC3-48E8-95F096649C7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3" name="Ellipse 262">
              <a:extLst>
                <a:ext uri="{FF2B5EF4-FFF2-40B4-BE49-F238E27FC236}">
                  <a16:creationId xmlns:a16="http://schemas.microsoft.com/office/drawing/2014/main" id="{F688C900-DFE3-5717-E9E6-540DF777C2B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65FFDDA-BFB4-B1C4-6FF6-853A31F4B767}"/>
              </a:ext>
            </a:extLst>
          </p:cNvPr>
          <p:cNvGrpSpPr/>
          <p:nvPr/>
        </p:nvGrpSpPr>
        <p:grpSpPr>
          <a:xfrm>
            <a:off x="-324210" y="4706992"/>
            <a:ext cx="4629584" cy="2788981"/>
            <a:chOff x="-324210" y="4706992"/>
            <a:chExt cx="4629584" cy="278898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72CF5AE3-6F62-582C-E471-30A7286DB1F0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4733E19C-8476-7A79-7BEB-F16B6029BBF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6C5C0AD9-0EC0-D83E-EC01-07B7B1BB937E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6E212A14-96C5-9CCA-DE73-248A1C7ACF68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4" name="Ellipse 213">
              <a:extLst>
                <a:ext uri="{FF2B5EF4-FFF2-40B4-BE49-F238E27FC236}">
                  <a16:creationId xmlns:a16="http://schemas.microsoft.com/office/drawing/2014/main" id="{C5E1CA5E-F4F4-719E-2509-89B68526A7ED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4172E599-3EB4-0D0C-B9A2-FAF4107F9C2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2F3CCED4-DE03-C016-4394-5B38587F3A5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F0B37DAA-92CE-BEBE-7C47-46A38B5B51E3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01A05B29-26F0-E6FD-51A7-27B06998070D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9" name="Ellipse 218">
              <a:extLst>
                <a:ext uri="{FF2B5EF4-FFF2-40B4-BE49-F238E27FC236}">
                  <a16:creationId xmlns:a16="http://schemas.microsoft.com/office/drawing/2014/main" id="{B7171E76-75C2-B15E-A2A2-EFFB51AB4C01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4C75D649-05FE-0CC1-2882-8E5C311708DA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6A9F19EF-E968-F98A-BCA1-D5009A848D30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3" name="Ellipse 222">
              <a:extLst>
                <a:ext uri="{FF2B5EF4-FFF2-40B4-BE49-F238E27FC236}">
                  <a16:creationId xmlns:a16="http://schemas.microsoft.com/office/drawing/2014/main" id="{2A3E0ED6-E045-FF43-6B08-02B3170DFE38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7" name="Ellipse 226">
              <a:extLst>
                <a:ext uri="{FF2B5EF4-FFF2-40B4-BE49-F238E27FC236}">
                  <a16:creationId xmlns:a16="http://schemas.microsoft.com/office/drawing/2014/main" id="{1E3F331E-CC81-81A4-F135-3211D4A029E7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8" name="Ellipse 227">
              <a:extLst>
                <a:ext uri="{FF2B5EF4-FFF2-40B4-BE49-F238E27FC236}">
                  <a16:creationId xmlns:a16="http://schemas.microsoft.com/office/drawing/2014/main" id="{FD4B6B2E-3775-2825-DAF9-1B50C9678FA7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9" name="Ellipse 228">
              <a:extLst>
                <a:ext uri="{FF2B5EF4-FFF2-40B4-BE49-F238E27FC236}">
                  <a16:creationId xmlns:a16="http://schemas.microsoft.com/office/drawing/2014/main" id="{D320D5EE-BAD6-C89E-7217-F87900D0F9B6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0" name="Ellipse 229">
              <a:extLst>
                <a:ext uri="{FF2B5EF4-FFF2-40B4-BE49-F238E27FC236}">
                  <a16:creationId xmlns:a16="http://schemas.microsoft.com/office/drawing/2014/main" id="{7AA6B1E6-4824-F4A2-D09D-58DD60AAB873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1" name="Ellipse 230">
              <a:extLst>
                <a:ext uri="{FF2B5EF4-FFF2-40B4-BE49-F238E27FC236}">
                  <a16:creationId xmlns:a16="http://schemas.microsoft.com/office/drawing/2014/main" id="{827C5408-D922-2D59-3572-D285E20533B0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2" name="Ellipse 231">
              <a:extLst>
                <a:ext uri="{FF2B5EF4-FFF2-40B4-BE49-F238E27FC236}">
                  <a16:creationId xmlns:a16="http://schemas.microsoft.com/office/drawing/2014/main" id="{A9F76DDD-CD9F-E517-299A-C9ECAAF5ABB0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3" name="Ellipse 232">
              <a:extLst>
                <a:ext uri="{FF2B5EF4-FFF2-40B4-BE49-F238E27FC236}">
                  <a16:creationId xmlns:a16="http://schemas.microsoft.com/office/drawing/2014/main" id="{E041D804-B3D2-5C9A-03E3-25ABB2F6C9EC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71C5A3C7-7B32-F5C6-B648-AABD7A493724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C5ECC047-FCEF-9ACF-10F9-03932D647303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6" name="Ellipse 235">
              <a:extLst>
                <a:ext uri="{FF2B5EF4-FFF2-40B4-BE49-F238E27FC236}">
                  <a16:creationId xmlns:a16="http://schemas.microsoft.com/office/drawing/2014/main" id="{560545AF-34D6-697B-4EE4-5BD05E05431C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7" name="Ellipse 236">
              <a:extLst>
                <a:ext uri="{FF2B5EF4-FFF2-40B4-BE49-F238E27FC236}">
                  <a16:creationId xmlns:a16="http://schemas.microsoft.com/office/drawing/2014/main" id="{BCFB9394-669C-4E08-9B56-8A253A1F9978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4" name="Ellipse 263">
              <a:extLst>
                <a:ext uri="{FF2B5EF4-FFF2-40B4-BE49-F238E27FC236}">
                  <a16:creationId xmlns:a16="http://schemas.microsoft.com/office/drawing/2014/main" id="{38BB9797-8344-62D9-435B-4310FDE349A7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5" name="Ellipse 264">
              <a:extLst>
                <a:ext uri="{FF2B5EF4-FFF2-40B4-BE49-F238E27FC236}">
                  <a16:creationId xmlns:a16="http://schemas.microsoft.com/office/drawing/2014/main" id="{FA5D18B7-3736-C50F-C0AF-D76DE2BD1A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6" name="Ellipse 265">
              <a:extLst>
                <a:ext uri="{FF2B5EF4-FFF2-40B4-BE49-F238E27FC236}">
                  <a16:creationId xmlns:a16="http://schemas.microsoft.com/office/drawing/2014/main" id="{E12874B2-3CD0-8E49-26B9-DA0D70ECF49A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7" name="Ellipse 266">
              <a:extLst>
                <a:ext uri="{FF2B5EF4-FFF2-40B4-BE49-F238E27FC236}">
                  <a16:creationId xmlns:a16="http://schemas.microsoft.com/office/drawing/2014/main" id="{D6DF41DE-ECF3-8DB8-3003-C3AE2D84D3F5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12" name="Gruppieren 211">
            <a:extLst>
              <a:ext uri="{FF2B5EF4-FFF2-40B4-BE49-F238E27FC236}">
                <a16:creationId xmlns:a16="http://schemas.microsoft.com/office/drawing/2014/main" id="{4785E4A5-42E6-5232-1BAA-5C52498E54FC}"/>
              </a:ext>
            </a:extLst>
          </p:cNvPr>
          <p:cNvGrpSpPr/>
          <p:nvPr/>
        </p:nvGrpSpPr>
        <p:grpSpPr>
          <a:xfrm rot="10800000">
            <a:off x="464530" y="4166517"/>
            <a:ext cx="4629584" cy="2788981"/>
            <a:chOff x="-324210" y="4706992"/>
            <a:chExt cx="4629584" cy="2788981"/>
          </a:xfrm>
        </p:grpSpPr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39583E6D-B5B8-BEA1-3621-28A44888FD44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id="{ADBF7BEB-F710-4478-E441-74D26A294207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5" name="Ellipse 224">
              <a:extLst>
                <a:ext uri="{FF2B5EF4-FFF2-40B4-BE49-F238E27FC236}">
                  <a16:creationId xmlns:a16="http://schemas.microsoft.com/office/drawing/2014/main" id="{EA41BA9B-D7FA-AE98-96F5-0749FFE10B03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6" name="Ellipse 225">
              <a:extLst>
                <a:ext uri="{FF2B5EF4-FFF2-40B4-BE49-F238E27FC236}">
                  <a16:creationId xmlns:a16="http://schemas.microsoft.com/office/drawing/2014/main" id="{F0BCFCBD-D7B1-0143-077D-759E8CC79581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8" name="Ellipse 267">
              <a:extLst>
                <a:ext uri="{FF2B5EF4-FFF2-40B4-BE49-F238E27FC236}">
                  <a16:creationId xmlns:a16="http://schemas.microsoft.com/office/drawing/2014/main" id="{A112F99E-BCF1-7E92-793C-674E65795153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A6BC01C2-6018-CF31-397A-D92180770F7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0" name="Ellipse 269">
              <a:extLst>
                <a:ext uri="{FF2B5EF4-FFF2-40B4-BE49-F238E27FC236}">
                  <a16:creationId xmlns:a16="http://schemas.microsoft.com/office/drawing/2014/main" id="{572F8818-A479-6F01-18A1-8FFA13B0D697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1" name="Ellipse 270">
              <a:extLst>
                <a:ext uri="{FF2B5EF4-FFF2-40B4-BE49-F238E27FC236}">
                  <a16:creationId xmlns:a16="http://schemas.microsoft.com/office/drawing/2014/main" id="{F925AF72-21CF-D0DC-71A4-C65EBDB2CA44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2" name="Ellipse 271">
              <a:extLst>
                <a:ext uri="{FF2B5EF4-FFF2-40B4-BE49-F238E27FC236}">
                  <a16:creationId xmlns:a16="http://schemas.microsoft.com/office/drawing/2014/main" id="{AE9768FC-571E-27B7-8153-F65F4BC9F36A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3" name="Ellipse 272">
              <a:extLst>
                <a:ext uri="{FF2B5EF4-FFF2-40B4-BE49-F238E27FC236}">
                  <a16:creationId xmlns:a16="http://schemas.microsoft.com/office/drawing/2014/main" id="{DF49D3C6-28CC-AC96-43A2-CC5A843840D0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4" name="Ellipse 273">
              <a:extLst>
                <a:ext uri="{FF2B5EF4-FFF2-40B4-BE49-F238E27FC236}">
                  <a16:creationId xmlns:a16="http://schemas.microsoft.com/office/drawing/2014/main" id="{B393AA75-2B43-0B09-0025-EBD5D697C98C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5" name="Ellipse 274">
              <a:extLst>
                <a:ext uri="{FF2B5EF4-FFF2-40B4-BE49-F238E27FC236}">
                  <a16:creationId xmlns:a16="http://schemas.microsoft.com/office/drawing/2014/main" id="{AE955DA8-F8FB-57EC-968B-B5BA5D5BD60B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6" name="Ellipse 275">
              <a:extLst>
                <a:ext uri="{FF2B5EF4-FFF2-40B4-BE49-F238E27FC236}">
                  <a16:creationId xmlns:a16="http://schemas.microsoft.com/office/drawing/2014/main" id="{CDC3CFAE-68E4-CE7A-6382-01D2EC6FD909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7" name="Ellipse 276">
              <a:extLst>
                <a:ext uri="{FF2B5EF4-FFF2-40B4-BE49-F238E27FC236}">
                  <a16:creationId xmlns:a16="http://schemas.microsoft.com/office/drawing/2014/main" id="{0DF1242F-C5F4-D23E-06B7-7D2356A4B0BC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8" name="Ellipse 277">
              <a:extLst>
                <a:ext uri="{FF2B5EF4-FFF2-40B4-BE49-F238E27FC236}">
                  <a16:creationId xmlns:a16="http://schemas.microsoft.com/office/drawing/2014/main" id="{2B8F6BC3-BC14-5C2B-0B6B-8F0AEC5E0059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9" name="Ellipse 278">
              <a:extLst>
                <a:ext uri="{FF2B5EF4-FFF2-40B4-BE49-F238E27FC236}">
                  <a16:creationId xmlns:a16="http://schemas.microsoft.com/office/drawing/2014/main" id="{63F4666E-65C8-A4CB-893C-8A83F6F5160E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0" name="Ellipse 279">
              <a:extLst>
                <a:ext uri="{FF2B5EF4-FFF2-40B4-BE49-F238E27FC236}">
                  <a16:creationId xmlns:a16="http://schemas.microsoft.com/office/drawing/2014/main" id="{97F62468-448D-8BD0-9954-342E8A0033F5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1" name="Ellipse 280">
              <a:extLst>
                <a:ext uri="{FF2B5EF4-FFF2-40B4-BE49-F238E27FC236}">
                  <a16:creationId xmlns:a16="http://schemas.microsoft.com/office/drawing/2014/main" id="{22D8E5E0-932C-A738-9AAC-2A184CE55808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2" name="Ellipse 281">
              <a:extLst>
                <a:ext uri="{FF2B5EF4-FFF2-40B4-BE49-F238E27FC236}">
                  <a16:creationId xmlns:a16="http://schemas.microsoft.com/office/drawing/2014/main" id="{13429B3E-FF68-D8BC-3BE0-8511E5C7FE9A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3" name="Ellipse 282">
              <a:extLst>
                <a:ext uri="{FF2B5EF4-FFF2-40B4-BE49-F238E27FC236}">
                  <a16:creationId xmlns:a16="http://schemas.microsoft.com/office/drawing/2014/main" id="{CACB2279-9125-11A0-A825-334BDD777F64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4" name="Ellipse 283">
              <a:extLst>
                <a:ext uri="{FF2B5EF4-FFF2-40B4-BE49-F238E27FC236}">
                  <a16:creationId xmlns:a16="http://schemas.microsoft.com/office/drawing/2014/main" id="{28FAE4F3-99CA-AEF8-BA30-9FB8CC8F7EA6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5" name="Ellipse 284">
              <a:extLst>
                <a:ext uri="{FF2B5EF4-FFF2-40B4-BE49-F238E27FC236}">
                  <a16:creationId xmlns:a16="http://schemas.microsoft.com/office/drawing/2014/main" id="{C2CDF820-DEE0-BE3B-67C1-73DF82E39985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6" name="Ellipse 285">
              <a:extLst>
                <a:ext uri="{FF2B5EF4-FFF2-40B4-BE49-F238E27FC236}">
                  <a16:creationId xmlns:a16="http://schemas.microsoft.com/office/drawing/2014/main" id="{5EF8E7A0-70A0-7D69-D01A-2216FEB2D404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7" name="Ellipse 286">
              <a:extLst>
                <a:ext uri="{FF2B5EF4-FFF2-40B4-BE49-F238E27FC236}">
                  <a16:creationId xmlns:a16="http://schemas.microsoft.com/office/drawing/2014/main" id="{AE60AFF9-C29D-E910-3793-A4B5C450E1A6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8" name="Ellipse 287">
              <a:extLst>
                <a:ext uri="{FF2B5EF4-FFF2-40B4-BE49-F238E27FC236}">
                  <a16:creationId xmlns:a16="http://schemas.microsoft.com/office/drawing/2014/main" id="{635651D7-EC4C-8E80-8B33-A8F03464C218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9" name="Ellipse 288">
              <a:extLst>
                <a:ext uri="{FF2B5EF4-FFF2-40B4-BE49-F238E27FC236}">
                  <a16:creationId xmlns:a16="http://schemas.microsoft.com/office/drawing/2014/main" id="{3DEBAB8B-E892-0659-CB23-313C19388C39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0" name="Ellipse 289">
              <a:extLst>
                <a:ext uri="{FF2B5EF4-FFF2-40B4-BE49-F238E27FC236}">
                  <a16:creationId xmlns:a16="http://schemas.microsoft.com/office/drawing/2014/main" id="{57815560-5DF4-8836-3203-C356BF7D6775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1" name="Ellipse 290">
              <a:extLst>
                <a:ext uri="{FF2B5EF4-FFF2-40B4-BE49-F238E27FC236}">
                  <a16:creationId xmlns:a16="http://schemas.microsoft.com/office/drawing/2014/main" id="{649C5B97-8175-9328-3493-DE124F8FF67F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5AD36017-9DFF-602B-3708-C3A028022B1E}"/>
              </a:ext>
            </a:extLst>
          </p:cNvPr>
          <p:cNvGrpSpPr/>
          <p:nvPr/>
        </p:nvGrpSpPr>
        <p:grpSpPr>
          <a:xfrm rot="10800000">
            <a:off x="-1787351" y="5039974"/>
            <a:ext cx="4629584" cy="2788981"/>
            <a:chOff x="-324210" y="4706992"/>
            <a:chExt cx="4629584" cy="2788981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6A691841-95E7-D399-8FDC-B344B950C813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4" name="Ellipse 293">
              <a:extLst>
                <a:ext uri="{FF2B5EF4-FFF2-40B4-BE49-F238E27FC236}">
                  <a16:creationId xmlns:a16="http://schemas.microsoft.com/office/drawing/2014/main" id="{3DF1EF7A-F19E-B98B-7FD7-053C0951D194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5" name="Ellipse 294">
              <a:extLst>
                <a:ext uri="{FF2B5EF4-FFF2-40B4-BE49-F238E27FC236}">
                  <a16:creationId xmlns:a16="http://schemas.microsoft.com/office/drawing/2014/main" id="{B39A233B-C7D0-2D48-0E99-198B6481FD68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6" name="Ellipse 295">
              <a:extLst>
                <a:ext uri="{FF2B5EF4-FFF2-40B4-BE49-F238E27FC236}">
                  <a16:creationId xmlns:a16="http://schemas.microsoft.com/office/drawing/2014/main" id="{9520E17C-7B04-D1ED-1711-365454B1BD87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7" name="Ellipse 296">
              <a:extLst>
                <a:ext uri="{FF2B5EF4-FFF2-40B4-BE49-F238E27FC236}">
                  <a16:creationId xmlns:a16="http://schemas.microsoft.com/office/drawing/2014/main" id="{9030FCB1-3930-08CF-9153-8A9F9BB79BD4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8" name="Ellipse 297">
              <a:extLst>
                <a:ext uri="{FF2B5EF4-FFF2-40B4-BE49-F238E27FC236}">
                  <a16:creationId xmlns:a16="http://schemas.microsoft.com/office/drawing/2014/main" id="{D33CEAF7-8E68-51F3-FA35-1D11743791ED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9" name="Ellipse 298">
              <a:extLst>
                <a:ext uri="{FF2B5EF4-FFF2-40B4-BE49-F238E27FC236}">
                  <a16:creationId xmlns:a16="http://schemas.microsoft.com/office/drawing/2014/main" id="{40CB7E9D-BA46-9E23-DE45-B7927641BE07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0" name="Ellipse 299">
              <a:extLst>
                <a:ext uri="{FF2B5EF4-FFF2-40B4-BE49-F238E27FC236}">
                  <a16:creationId xmlns:a16="http://schemas.microsoft.com/office/drawing/2014/main" id="{FD6F0B3F-2CBE-E163-3E65-7D50A9659A0A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1" name="Ellipse 300">
              <a:extLst>
                <a:ext uri="{FF2B5EF4-FFF2-40B4-BE49-F238E27FC236}">
                  <a16:creationId xmlns:a16="http://schemas.microsoft.com/office/drawing/2014/main" id="{97ED4B6C-6D8E-7F1F-41FB-46D0C094F1E7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2" name="Ellipse 301">
              <a:extLst>
                <a:ext uri="{FF2B5EF4-FFF2-40B4-BE49-F238E27FC236}">
                  <a16:creationId xmlns:a16="http://schemas.microsoft.com/office/drawing/2014/main" id="{E3D32D63-D3F6-189C-B890-048292EA859C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3" name="Ellipse 302">
              <a:extLst>
                <a:ext uri="{FF2B5EF4-FFF2-40B4-BE49-F238E27FC236}">
                  <a16:creationId xmlns:a16="http://schemas.microsoft.com/office/drawing/2014/main" id="{028FF8CE-6009-77A6-7D6A-B7E399B3F736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4" name="Ellipse 303">
              <a:extLst>
                <a:ext uri="{FF2B5EF4-FFF2-40B4-BE49-F238E27FC236}">
                  <a16:creationId xmlns:a16="http://schemas.microsoft.com/office/drawing/2014/main" id="{41410EA5-A2AB-4B5B-3B9C-0A5B3D1D3F68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5" name="Ellipse 304">
              <a:extLst>
                <a:ext uri="{FF2B5EF4-FFF2-40B4-BE49-F238E27FC236}">
                  <a16:creationId xmlns:a16="http://schemas.microsoft.com/office/drawing/2014/main" id="{68946DDF-A85E-6A6F-C0A5-7A1565DBCA12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6" name="Ellipse 305">
              <a:extLst>
                <a:ext uri="{FF2B5EF4-FFF2-40B4-BE49-F238E27FC236}">
                  <a16:creationId xmlns:a16="http://schemas.microsoft.com/office/drawing/2014/main" id="{9AA26EC9-83DD-EE81-1518-AD83FA7B64F7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7" name="Ellipse 306">
              <a:extLst>
                <a:ext uri="{FF2B5EF4-FFF2-40B4-BE49-F238E27FC236}">
                  <a16:creationId xmlns:a16="http://schemas.microsoft.com/office/drawing/2014/main" id="{3355C62B-5FD1-2BF1-C8A9-7EEC8828C412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8" name="Ellipse 307">
              <a:extLst>
                <a:ext uri="{FF2B5EF4-FFF2-40B4-BE49-F238E27FC236}">
                  <a16:creationId xmlns:a16="http://schemas.microsoft.com/office/drawing/2014/main" id="{2E1F5182-530A-D3E1-D20F-4DD88E6E7F64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9" name="Ellipse 308">
              <a:extLst>
                <a:ext uri="{FF2B5EF4-FFF2-40B4-BE49-F238E27FC236}">
                  <a16:creationId xmlns:a16="http://schemas.microsoft.com/office/drawing/2014/main" id="{8381269D-8E0D-78D0-5943-E8BF864AD2EE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0" name="Ellipse 309">
              <a:extLst>
                <a:ext uri="{FF2B5EF4-FFF2-40B4-BE49-F238E27FC236}">
                  <a16:creationId xmlns:a16="http://schemas.microsoft.com/office/drawing/2014/main" id="{9D3ED30E-4210-CAA4-DE56-DC78A3B8BEFA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1" name="Ellipse 310">
              <a:extLst>
                <a:ext uri="{FF2B5EF4-FFF2-40B4-BE49-F238E27FC236}">
                  <a16:creationId xmlns:a16="http://schemas.microsoft.com/office/drawing/2014/main" id="{BEC665D7-E531-D4CD-3DC4-ED95A9126E65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2" name="Ellipse 311">
              <a:extLst>
                <a:ext uri="{FF2B5EF4-FFF2-40B4-BE49-F238E27FC236}">
                  <a16:creationId xmlns:a16="http://schemas.microsoft.com/office/drawing/2014/main" id="{3769AA85-64A2-28AB-65DD-B82CE9416628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3" name="Ellipse 312">
              <a:extLst>
                <a:ext uri="{FF2B5EF4-FFF2-40B4-BE49-F238E27FC236}">
                  <a16:creationId xmlns:a16="http://schemas.microsoft.com/office/drawing/2014/main" id="{D928BA3F-41A3-9F92-344E-4FA871551327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4" name="Ellipse 313">
              <a:extLst>
                <a:ext uri="{FF2B5EF4-FFF2-40B4-BE49-F238E27FC236}">
                  <a16:creationId xmlns:a16="http://schemas.microsoft.com/office/drawing/2014/main" id="{E5BDDA88-38B5-31BE-FC9B-1A8E38162A50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5" name="Ellipse 314">
              <a:extLst>
                <a:ext uri="{FF2B5EF4-FFF2-40B4-BE49-F238E27FC236}">
                  <a16:creationId xmlns:a16="http://schemas.microsoft.com/office/drawing/2014/main" id="{ADD5E451-E460-63DB-FF1B-004C5ACF7B35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6" name="Ellipse 315">
              <a:extLst>
                <a:ext uri="{FF2B5EF4-FFF2-40B4-BE49-F238E27FC236}">
                  <a16:creationId xmlns:a16="http://schemas.microsoft.com/office/drawing/2014/main" id="{B4DB49DC-893A-A03A-3E40-64444B47406D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7" name="Ellipse 316">
              <a:extLst>
                <a:ext uri="{FF2B5EF4-FFF2-40B4-BE49-F238E27FC236}">
                  <a16:creationId xmlns:a16="http://schemas.microsoft.com/office/drawing/2014/main" id="{2EC05E96-8A37-02CC-7D92-EB0D444C043A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8" name="Ellipse 317">
              <a:extLst>
                <a:ext uri="{FF2B5EF4-FFF2-40B4-BE49-F238E27FC236}">
                  <a16:creationId xmlns:a16="http://schemas.microsoft.com/office/drawing/2014/main" id="{04880C67-0678-F3D6-4944-BC948CE16EC9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9" name="Ellipse 318">
              <a:extLst>
                <a:ext uri="{FF2B5EF4-FFF2-40B4-BE49-F238E27FC236}">
                  <a16:creationId xmlns:a16="http://schemas.microsoft.com/office/drawing/2014/main" id="{A1187A33-9950-BBC8-3311-5CBA5EECB9DD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0" name="Ellipse 319">
              <a:extLst>
                <a:ext uri="{FF2B5EF4-FFF2-40B4-BE49-F238E27FC236}">
                  <a16:creationId xmlns:a16="http://schemas.microsoft.com/office/drawing/2014/main" id="{4C6EC1D3-41DD-F0D8-28E9-72CA57DE2C73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321" name="Gruppieren 320">
            <a:extLst>
              <a:ext uri="{FF2B5EF4-FFF2-40B4-BE49-F238E27FC236}">
                <a16:creationId xmlns:a16="http://schemas.microsoft.com/office/drawing/2014/main" id="{246ED9B0-5B5E-719B-ADFB-2947E7B2A9C5}"/>
              </a:ext>
            </a:extLst>
          </p:cNvPr>
          <p:cNvGrpSpPr/>
          <p:nvPr/>
        </p:nvGrpSpPr>
        <p:grpSpPr>
          <a:xfrm rot="10800000">
            <a:off x="-613189" y="3647214"/>
            <a:ext cx="4629584" cy="2788981"/>
            <a:chOff x="-324210" y="4706992"/>
            <a:chExt cx="4629584" cy="2788981"/>
          </a:xfrm>
        </p:grpSpPr>
        <p:sp>
          <p:nvSpPr>
            <p:cNvPr id="322" name="Ellipse 321">
              <a:extLst>
                <a:ext uri="{FF2B5EF4-FFF2-40B4-BE49-F238E27FC236}">
                  <a16:creationId xmlns:a16="http://schemas.microsoft.com/office/drawing/2014/main" id="{AC7994E6-895D-DC18-BB1E-36D3F83375EE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3" name="Ellipse 322">
              <a:extLst>
                <a:ext uri="{FF2B5EF4-FFF2-40B4-BE49-F238E27FC236}">
                  <a16:creationId xmlns:a16="http://schemas.microsoft.com/office/drawing/2014/main" id="{E9A64DF2-85B8-DEA7-4B56-B0E845658CA7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4" name="Ellipse 323">
              <a:extLst>
                <a:ext uri="{FF2B5EF4-FFF2-40B4-BE49-F238E27FC236}">
                  <a16:creationId xmlns:a16="http://schemas.microsoft.com/office/drawing/2014/main" id="{8AD60B23-E0A7-7354-E6BF-124EED3A9D3C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5" name="Ellipse 324">
              <a:extLst>
                <a:ext uri="{FF2B5EF4-FFF2-40B4-BE49-F238E27FC236}">
                  <a16:creationId xmlns:a16="http://schemas.microsoft.com/office/drawing/2014/main" id="{7C37D063-EEA0-E4E2-A69D-D4BEAA9F8447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6" name="Ellipse 325">
              <a:extLst>
                <a:ext uri="{FF2B5EF4-FFF2-40B4-BE49-F238E27FC236}">
                  <a16:creationId xmlns:a16="http://schemas.microsoft.com/office/drawing/2014/main" id="{026E8DCA-E88B-A0B9-A8E9-55E3226FB3D1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7" name="Ellipse 326">
              <a:extLst>
                <a:ext uri="{FF2B5EF4-FFF2-40B4-BE49-F238E27FC236}">
                  <a16:creationId xmlns:a16="http://schemas.microsoft.com/office/drawing/2014/main" id="{4E8865CE-2D4A-77EE-7FB4-380596CAACFB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8" name="Ellipse 327">
              <a:extLst>
                <a:ext uri="{FF2B5EF4-FFF2-40B4-BE49-F238E27FC236}">
                  <a16:creationId xmlns:a16="http://schemas.microsoft.com/office/drawing/2014/main" id="{D4B98B52-2A3F-A3D5-3710-FF35D5A94721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9" name="Ellipse 328">
              <a:extLst>
                <a:ext uri="{FF2B5EF4-FFF2-40B4-BE49-F238E27FC236}">
                  <a16:creationId xmlns:a16="http://schemas.microsoft.com/office/drawing/2014/main" id="{640D08E2-900F-9422-AB6D-8CCE63963626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0" name="Ellipse 329">
              <a:extLst>
                <a:ext uri="{FF2B5EF4-FFF2-40B4-BE49-F238E27FC236}">
                  <a16:creationId xmlns:a16="http://schemas.microsoft.com/office/drawing/2014/main" id="{3CAF9A20-229A-6E81-A385-83A4914EB7AD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1" name="Ellipse 330">
              <a:extLst>
                <a:ext uri="{FF2B5EF4-FFF2-40B4-BE49-F238E27FC236}">
                  <a16:creationId xmlns:a16="http://schemas.microsoft.com/office/drawing/2014/main" id="{A0546622-4075-EC74-E198-36D84D328886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2" name="Ellipse 331">
              <a:extLst>
                <a:ext uri="{FF2B5EF4-FFF2-40B4-BE49-F238E27FC236}">
                  <a16:creationId xmlns:a16="http://schemas.microsoft.com/office/drawing/2014/main" id="{570B19B2-1519-629D-CF61-637B6E683687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3" name="Ellipse 332">
              <a:extLst>
                <a:ext uri="{FF2B5EF4-FFF2-40B4-BE49-F238E27FC236}">
                  <a16:creationId xmlns:a16="http://schemas.microsoft.com/office/drawing/2014/main" id="{8DAC8E9C-8BCB-5D94-6629-5B1668EB6C36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4" name="Ellipse 333">
              <a:extLst>
                <a:ext uri="{FF2B5EF4-FFF2-40B4-BE49-F238E27FC236}">
                  <a16:creationId xmlns:a16="http://schemas.microsoft.com/office/drawing/2014/main" id="{064490D1-0FDA-DA2F-F7D2-9F1DA445A895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5" name="Ellipse 334">
              <a:extLst>
                <a:ext uri="{FF2B5EF4-FFF2-40B4-BE49-F238E27FC236}">
                  <a16:creationId xmlns:a16="http://schemas.microsoft.com/office/drawing/2014/main" id="{1016CA08-ACDF-AF66-433E-F5647B95E5E8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6" name="Ellipse 335">
              <a:extLst>
                <a:ext uri="{FF2B5EF4-FFF2-40B4-BE49-F238E27FC236}">
                  <a16:creationId xmlns:a16="http://schemas.microsoft.com/office/drawing/2014/main" id="{835E0C87-3A23-CAB0-D2F6-461861449878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7" name="Ellipse 336">
              <a:extLst>
                <a:ext uri="{FF2B5EF4-FFF2-40B4-BE49-F238E27FC236}">
                  <a16:creationId xmlns:a16="http://schemas.microsoft.com/office/drawing/2014/main" id="{870FCDA2-E166-D1D0-5DAE-7D3E3B0334B3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8" name="Ellipse 337">
              <a:extLst>
                <a:ext uri="{FF2B5EF4-FFF2-40B4-BE49-F238E27FC236}">
                  <a16:creationId xmlns:a16="http://schemas.microsoft.com/office/drawing/2014/main" id="{8EA6FC0B-0270-34D5-CDFA-0890B69F5399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9" name="Ellipse 338">
              <a:extLst>
                <a:ext uri="{FF2B5EF4-FFF2-40B4-BE49-F238E27FC236}">
                  <a16:creationId xmlns:a16="http://schemas.microsoft.com/office/drawing/2014/main" id="{16C3B7F3-FDF5-855E-961B-72FA910D1ECB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0" name="Ellipse 339">
              <a:extLst>
                <a:ext uri="{FF2B5EF4-FFF2-40B4-BE49-F238E27FC236}">
                  <a16:creationId xmlns:a16="http://schemas.microsoft.com/office/drawing/2014/main" id="{4A8B15E5-0054-3E23-F498-2F85D7EF77BA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1" name="Ellipse 340">
              <a:extLst>
                <a:ext uri="{FF2B5EF4-FFF2-40B4-BE49-F238E27FC236}">
                  <a16:creationId xmlns:a16="http://schemas.microsoft.com/office/drawing/2014/main" id="{B36B6F7E-9B6C-59CD-6F1B-B33CBD245FCE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2" name="Ellipse 341">
              <a:extLst>
                <a:ext uri="{FF2B5EF4-FFF2-40B4-BE49-F238E27FC236}">
                  <a16:creationId xmlns:a16="http://schemas.microsoft.com/office/drawing/2014/main" id="{8054A7AC-E363-207F-E884-84C5767E865E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3" name="Ellipse 342">
              <a:extLst>
                <a:ext uri="{FF2B5EF4-FFF2-40B4-BE49-F238E27FC236}">
                  <a16:creationId xmlns:a16="http://schemas.microsoft.com/office/drawing/2014/main" id="{C6F019D3-E9C1-49CE-0307-FF77120361AE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4" name="Ellipse 343">
              <a:extLst>
                <a:ext uri="{FF2B5EF4-FFF2-40B4-BE49-F238E27FC236}">
                  <a16:creationId xmlns:a16="http://schemas.microsoft.com/office/drawing/2014/main" id="{7E29B9DF-2F80-E427-436F-230034EC266A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5" name="Ellipse 344">
              <a:extLst>
                <a:ext uri="{FF2B5EF4-FFF2-40B4-BE49-F238E27FC236}">
                  <a16:creationId xmlns:a16="http://schemas.microsoft.com/office/drawing/2014/main" id="{761AAEAD-ED05-F854-188F-BBC990A4185F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6" name="Ellipse 345">
              <a:extLst>
                <a:ext uri="{FF2B5EF4-FFF2-40B4-BE49-F238E27FC236}">
                  <a16:creationId xmlns:a16="http://schemas.microsoft.com/office/drawing/2014/main" id="{29676541-512D-2B15-58CB-180A9255350C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7" name="Ellipse 346">
              <a:extLst>
                <a:ext uri="{FF2B5EF4-FFF2-40B4-BE49-F238E27FC236}">
                  <a16:creationId xmlns:a16="http://schemas.microsoft.com/office/drawing/2014/main" id="{5D1E2602-797B-07CC-9A21-9B8A83CC8ABE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8" name="Ellipse 347">
              <a:extLst>
                <a:ext uri="{FF2B5EF4-FFF2-40B4-BE49-F238E27FC236}">
                  <a16:creationId xmlns:a16="http://schemas.microsoft.com/office/drawing/2014/main" id="{4FE6193F-70A1-7F48-E8CC-497A16279A3A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9" name="Ellipse 348">
              <a:extLst>
                <a:ext uri="{FF2B5EF4-FFF2-40B4-BE49-F238E27FC236}">
                  <a16:creationId xmlns:a16="http://schemas.microsoft.com/office/drawing/2014/main" id="{34233697-BAED-0302-7C9B-95FA75C24D6B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CD27D02D-BC14-0D78-10AF-5A65B97817D4}"/>
              </a:ext>
            </a:extLst>
          </p:cNvPr>
          <p:cNvGrpSpPr/>
          <p:nvPr/>
        </p:nvGrpSpPr>
        <p:grpSpPr>
          <a:xfrm rot="17100000">
            <a:off x="-1518143" y="1485983"/>
            <a:ext cx="2953403" cy="2665423"/>
            <a:chOff x="9535110" y="4663981"/>
            <a:chExt cx="2953403" cy="2665423"/>
          </a:xfrm>
        </p:grpSpPr>
        <p:sp>
          <p:nvSpPr>
            <p:cNvPr id="351" name="Ellipse 350">
              <a:extLst>
                <a:ext uri="{FF2B5EF4-FFF2-40B4-BE49-F238E27FC236}">
                  <a16:creationId xmlns:a16="http://schemas.microsoft.com/office/drawing/2014/main" id="{53984710-A21E-D1DA-FBB1-003A8D1451A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2" name="Ellipse 351">
              <a:extLst>
                <a:ext uri="{FF2B5EF4-FFF2-40B4-BE49-F238E27FC236}">
                  <a16:creationId xmlns:a16="http://schemas.microsoft.com/office/drawing/2014/main" id="{288C8D39-E01B-C4B6-8F36-747A0C29C95C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3" name="Ellipse 352">
              <a:extLst>
                <a:ext uri="{FF2B5EF4-FFF2-40B4-BE49-F238E27FC236}">
                  <a16:creationId xmlns:a16="http://schemas.microsoft.com/office/drawing/2014/main" id="{35BC45BF-3D11-0498-E0C1-14AD3925C529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4" name="Ellipse 353">
              <a:extLst>
                <a:ext uri="{FF2B5EF4-FFF2-40B4-BE49-F238E27FC236}">
                  <a16:creationId xmlns:a16="http://schemas.microsoft.com/office/drawing/2014/main" id="{5E1A0CD6-8DBD-F588-FB7E-17739CDCAA15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5" name="Ellipse 354">
              <a:extLst>
                <a:ext uri="{FF2B5EF4-FFF2-40B4-BE49-F238E27FC236}">
                  <a16:creationId xmlns:a16="http://schemas.microsoft.com/office/drawing/2014/main" id="{FA1F0E5C-AF07-1401-EB38-A26535B6799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6" name="Ellipse 355">
              <a:extLst>
                <a:ext uri="{FF2B5EF4-FFF2-40B4-BE49-F238E27FC236}">
                  <a16:creationId xmlns:a16="http://schemas.microsoft.com/office/drawing/2014/main" id="{4CCD689D-9C4F-441E-852A-91B84C4017E8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7" name="Ellipse 356">
              <a:extLst>
                <a:ext uri="{FF2B5EF4-FFF2-40B4-BE49-F238E27FC236}">
                  <a16:creationId xmlns:a16="http://schemas.microsoft.com/office/drawing/2014/main" id="{42A1152F-5B3C-94F4-F048-06404E474905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8" name="Ellipse 357">
              <a:extLst>
                <a:ext uri="{FF2B5EF4-FFF2-40B4-BE49-F238E27FC236}">
                  <a16:creationId xmlns:a16="http://schemas.microsoft.com/office/drawing/2014/main" id="{D5E6425F-345E-0657-C01E-B658EE904B95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9" name="Ellipse 358">
              <a:extLst>
                <a:ext uri="{FF2B5EF4-FFF2-40B4-BE49-F238E27FC236}">
                  <a16:creationId xmlns:a16="http://schemas.microsoft.com/office/drawing/2014/main" id="{069D70BF-CFE1-A14C-6F54-6CD8773A8830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0" name="Ellipse 359">
              <a:extLst>
                <a:ext uri="{FF2B5EF4-FFF2-40B4-BE49-F238E27FC236}">
                  <a16:creationId xmlns:a16="http://schemas.microsoft.com/office/drawing/2014/main" id="{326D6F07-73B2-B201-FC31-C4FB85C43B20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1" name="Ellipse 360">
              <a:extLst>
                <a:ext uri="{FF2B5EF4-FFF2-40B4-BE49-F238E27FC236}">
                  <a16:creationId xmlns:a16="http://schemas.microsoft.com/office/drawing/2014/main" id="{4C37E498-04AA-2A1A-F955-D0B6D67ED0C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2" name="Ellipse 361">
              <a:extLst>
                <a:ext uri="{FF2B5EF4-FFF2-40B4-BE49-F238E27FC236}">
                  <a16:creationId xmlns:a16="http://schemas.microsoft.com/office/drawing/2014/main" id="{427D0F55-641D-46EE-8980-990309739C3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3" name="Ellipse 362">
              <a:extLst>
                <a:ext uri="{FF2B5EF4-FFF2-40B4-BE49-F238E27FC236}">
                  <a16:creationId xmlns:a16="http://schemas.microsoft.com/office/drawing/2014/main" id="{2D773D6D-8E0D-BDBA-A9CF-950C8E8C158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4" name="Ellipse 363">
              <a:extLst>
                <a:ext uri="{FF2B5EF4-FFF2-40B4-BE49-F238E27FC236}">
                  <a16:creationId xmlns:a16="http://schemas.microsoft.com/office/drawing/2014/main" id="{00FC9E7C-522C-DA03-8E87-2A8BE66C59AB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5" name="Ellipse 364">
              <a:extLst>
                <a:ext uri="{FF2B5EF4-FFF2-40B4-BE49-F238E27FC236}">
                  <a16:creationId xmlns:a16="http://schemas.microsoft.com/office/drawing/2014/main" id="{DC2F8014-3C7A-1A0D-77A2-84E7FAEBEE64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DF540E23-77B1-1131-90C8-AC493E4ABC3D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7" name="Ellipse 366">
              <a:extLst>
                <a:ext uri="{FF2B5EF4-FFF2-40B4-BE49-F238E27FC236}">
                  <a16:creationId xmlns:a16="http://schemas.microsoft.com/office/drawing/2014/main" id="{015B1647-5BDA-175A-B7FC-3A5F29AE8DC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8" name="Ellipse 367">
              <a:extLst>
                <a:ext uri="{FF2B5EF4-FFF2-40B4-BE49-F238E27FC236}">
                  <a16:creationId xmlns:a16="http://schemas.microsoft.com/office/drawing/2014/main" id="{8039B0AD-F627-55E9-35EF-3CC580A26115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9" name="Ellipse 368">
              <a:extLst>
                <a:ext uri="{FF2B5EF4-FFF2-40B4-BE49-F238E27FC236}">
                  <a16:creationId xmlns:a16="http://schemas.microsoft.com/office/drawing/2014/main" id="{494570F3-8020-69A2-D0CD-2B78DC9A94AA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0" name="Ellipse 369">
              <a:extLst>
                <a:ext uri="{FF2B5EF4-FFF2-40B4-BE49-F238E27FC236}">
                  <a16:creationId xmlns:a16="http://schemas.microsoft.com/office/drawing/2014/main" id="{E205B23A-80F5-DA4A-0AEA-94578A3634BE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1" name="Ellipse 370">
              <a:extLst>
                <a:ext uri="{FF2B5EF4-FFF2-40B4-BE49-F238E27FC236}">
                  <a16:creationId xmlns:a16="http://schemas.microsoft.com/office/drawing/2014/main" id="{AA0E84F0-0C24-05E7-0B3A-C5093AB8C6FB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2" name="Ellipse 371">
              <a:extLst>
                <a:ext uri="{FF2B5EF4-FFF2-40B4-BE49-F238E27FC236}">
                  <a16:creationId xmlns:a16="http://schemas.microsoft.com/office/drawing/2014/main" id="{C195F2D7-671C-8488-7043-D4FD5D099C5C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3" name="Ellipse 372">
              <a:extLst>
                <a:ext uri="{FF2B5EF4-FFF2-40B4-BE49-F238E27FC236}">
                  <a16:creationId xmlns:a16="http://schemas.microsoft.com/office/drawing/2014/main" id="{31E44528-38E9-BD28-8259-13A94D5A58B2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4" name="Ellipse 373">
              <a:extLst>
                <a:ext uri="{FF2B5EF4-FFF2-40B4-BE49-F238E27FC236}">
                  <a16:creationId xmlns:a16="http://schemas.microsoft.com/office/drawing/2014/main" id="{2FD295AD-C3D1-559D-4522-92E2BDF59C0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5" name="Ellipse 374">
              <a:extLst>
                <a:ext uri="{FF2B5EF4-FFF2-40B4-BE49-F238E27FC236}">
                  <a16:creationId xmlns:a16="http://schemas.microsoft.com/office/drawing/2014/main" id="{9F7D0E09-0EDA-BC80-6AA2-18B38F9651AC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76" name="Ellipse 375">
            <a:extLst>
              <a:ext uri="{FF2B5EF4-FFF2-40B4-BE49-F238E27FC236}">
                <a16:creationId xmlns:a16="http://schemas.microsoft.com/office/drawing/2014/main" id="{13464985-27E2-6E54-7218-53C49EEB4E1C}"/>
              </a:ext>
            </a:extLst>
          </p:cNvPr>
          <p:cNvSpPr/>
          <p:nvPr/>
        </p:nvSpPr>
        <p:spPr>
          <a:xfrm rot="4912871">
            <a:off x="6898118" y="476418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7" name="Ellipse 376">
            <a:extLst>
              <a:ext uri="{FF2B5EF4-FFF2-40B4-BE49-F238E27FC236}">
                <a16:creationId xmlns:a16="http://schemas.microsoft.com/office/drawing/2014/main" id="{E6327220-8381-DADA-C4C2-E1DC9E82C96E}"/>
              </a:ext>
            </a:extLst>
          </p:cNvPr>
          <p:cNvSpPr/>
          <p:nvPr/>
        </p:nvSpPr>
        <p:spPr>
          <a:xfrm rot="4912871">
            <a:off x="6880756" y="512764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8" name="Ellipse 377">
            <a:extLst>
              <a:ext uri="{FF2B5EF4-FFF2-40B4-BE49-F238E27FC236}">
                <a16:creationId xmlns:a16="http://schemas.microsoft.com/office/drawing/2014/main" id="{DD84090E-1C00-1E86-C94D-F4A59411A452}"/>
              </a:ext>
            </a:extLst>
          </p:cNvPr>
          <p:cNvSpPr/>
          <p:nvPr/>
        </p:nvSpPr>
        <p:spPr>
          <a:xfrm rot="4912871">
            <a:off x="7072085" y="544642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9" name="Ellipse 378">
            <a:extLst>
              <a:ext uri="{FF2B5EF4-FFF2-40B4-BE49-F238E27FC236}">
                <a16:creationId xmlns:a16="http://schemas.microsoft.com/office/drawing/2014/main" id="{67045E93-A97C-D1D9-161A-896196F3B9B0}"/>
              </a:ext>
            </a:extLst>
          </p:cNvPr>
          <p:cNvSpPr/>
          <p:nvPr/>
        </p:nvSpPr>
        <p:spPr>
          <a:xfrm rot="4912871">
            <a:off x="7008668" y="445690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0" name="Ellipse 379">
            <a:extLst>
              <a:ext uri="{FF2B5EF4-FFF2-40B4-BE49-F238E27FC236}">
                <a16:creationId xmlns:a16="http://schemas.microsoft.com/office/drawing/2014/main" id="{F136802F-DB56-B9D2-2130-D93773C7C5AA}"/>
              </a:ext>
            </a:extLst>
          </p:cNvPr>
          <p:cNvSpPr/>
          <p:nvPr/>
        </p:nvSpPr>
        <p:spPr>
          <a:xfrm rot="4912871">
            <a:off x="7180186" y="463223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1" name="Ellipse 380">
            <a:extLst>
              <a:ext uri="{FF2B5EF4-FFF2-40B4-BE49-F238E27FC236}">
                <a16:creationId xmlns:a16="http://schemas.microsoft.com/office/drawing/2014/main" id="{30A0ADF6-ED9B-4033-03B5-7674898C83BD}"/>
              </a:ext>
            </a:extLst>
          </p:cNvPr>
          <p:cNvSpPr/>
          <p:nvPr/>
        </p:nvSpPr>
        <p:spPr>
          <a:xfrm rot="4912871">
            <a:off x="7142509" y="48901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2" name="Ellipse 381">
            <a:extLst>
              <a:ext uri="{FF2B5EF4-FFF2-40B4-BE49-F238E27FC236}">
                <a16:creationId xmlns:a16="http://schemas.microsoft.com/office/drawing/2014/main" id="{CFE34E30-6B53-1001-FC09-6D9AF5EABE52}"/>
              </a:ext>
            </a:extLst>
          </p:cNvPr>
          <p:cNvSpPr/>
          <p:nvPr/>
        </p:nvSpPr>
        <p:spPr>
          <a:xfrm rot="4912871">
            <a:off x="7503724" y="55476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3" name="Ellipse 382">
            <a:extLst>
              <a:ext uri="{FF2B5EF4-FFF2-40B4-BE49-F238E27FC236}">
                <a16:creationId xmlns:a16="http://schemas.microsoft.com/office/drawing/2014/main" id="{40ED8570-5137-A44C-4D50-99AFDF12B16E}"/>
              </a:ext>
            </a:extLst>
          </p:cNvPr>
          <p:cNvSpPr/>
          <p:nvPr/>
        </p:nvSpPr>
        <p:spPr>
          <a:xfrm rot="4912871">
            <a:off x="7568237" y="44396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4" name="Ellipse 383">
            <a:extLst>
              <a:ext uri="{FF2B5EF4-FFF2-40B4-BE49-F238E27FC236}">
                <a16:creationId xmlns:a16="http://schemas.microsoft.com/office/drawing/2014/main" id="{04E99E9C-51F8-3AED-FD78-D24E0A4611D9}"/>
              </a:ext>
            </a:extLst>
          </p:cNvPr>
          <p:cNvSpPr/>
          <p:nvPr/>
        </p:nvSpPr>
        <p:spPr>
          <a:xfrm rot="4912871">
            <a:off x="7468624" y="51192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5" name="Ellipse 384">
            <a:extLst>
              <a:ext uri="{FF2B5EF4-FFF2-40B4-BE49-F238E27FC236}">
                <a16:creationId xmlns:a16="http://schemas.microsoft.com/office/drawing/2014/main" id="{68D8F4D7-AA85-AD89-C8D8-55EE897355A8}"/>
              </a:ext>
            </a:extLst>
          </p:cNvPr>
          <p:cNvSpPr/>
          <p:nvPr/>
        </p:nvSpPr>
        <p:spPr>
          <a:xfrm rot="4912871">
            <a:off x="7712391" y="484054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6" name="Ellipse 385">
            <a:extLst>
              <a:ext uri="{FF2B5EF4-FFF2-40B4-BE49-F238E27FC236}">
                <a16:creationId xmlns:a16="http://schemas.microsoft.com/office/drawing/2014/main" id="{5BBFFF11-8842-A149-35B7-C54BE554A8F4}"/>
              </a:ext>
            </a:extLst>
          </p:cNvPr>
          <p:cNvSpPr/>
          <p:nvPr/>
        </p:nvSpPr>
        <p:spPr>
          <a:xfrm rot="4912871">
            <a:off x="5011633" y="412764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7" name="Ellipse 386">
            <a:extLst>
              <a:ext uri="{FF2B5EF4-FFF2-40B4-BE49-F238E27FC236}">
                <a16:creationId xmlns:a16="http://schemas.microsoft.com/office/drawing/2014/main" id="{A781A794-B936-E721-A810-C4B8C6B395BC}"/>
              </a:ext>
            </a:extLst>
          </p:cNvPr>
          <p:cNvSpPr/>
          <p:nvPr/>
        </p:nvSpPr>
        <p:spPr>
          <a:xfrm rot="4912871">
            <a:off x="7899972" y="557218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8" name="Ellipse 387">
            <a:extLst>
              <a:ext uri="{FF2B5EF4-FFF2-40B4-BE49-F238E27FC236}">
                <a16:creationId xmlns:a16="http://schemas.microsoft.com/office/drawing/2014/main" id="{77F0201E-90CE-6997-7B91-F3912B3717BE}"/>
              </a:ext>
            </a:extLst>
          </p:cNvPr>
          <p:cNvSpPr/>
          <p:nvPr/>
        </p:nvSpPr>
        <p:spPr>
          <a:xfrm rot="4912871">
            <a:off x="7952008" y="52816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9" name="Ellipse 388">
            <a:extLst>
              <a:ext uri="{FF2B5EF4-FFF2-40B4-BE49-F238E27FC236}">
                <a16:creationId xmlns:a16="http://schemas.microsoft.com/office/drawing/2014/main" id="{5FB476F8-926D-2164-D2BF-2012683ED749}"/>
              </a:ext>
            </a:extLst>
          </p:cNvPr>
          <p:cNvSpPr/>
          <p:nvPr/>
        </p:nvSpPr>
        <p:spPr>
          <a:xfrm rot="4912871">
            <a:off x="8148771" y="492862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0" name="Ellipse 389">
            <a:extLst>
              <a:ext uri="{FF2B5EF4-FFF2-40B4-BE49-F238E27FC236}">
                <a16:creationId xmlns:a16="http://schemas.microsoft.com/office/drawing/2014/main" id="{6E3E3D4F-7A7A-2D04-4A43-94A1ADA223E8}"/>
              </a:ext>
            </a:extLst>
          </p:cNvPr>
          <p:cNvSpPr/>
          <p:nvPr/>
        </p:nvSpPr>
        <p:spPr>
          <a:xfrm rot="4912871">
            <a:off x="8143015" y="443894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1" name="Ellipse 390">
            <a:extLst>
              <a:ext uri="{FF2B5EF4-FFF2-40B4-BE49-F238E27FC236}">
                <a16:creationId xmlns:a16="http://schemas.microsoft.com/office/drawing/2014/main" id="{8D650725-6DC0-B83A-64DA-DAEB7620598E}"/>
              </a:ext>
            </a:extLst>
          </p:cNvPr>
          <p:cNvSpPr/>
          <p:nvPr/>
        </p:nvSpPr>
        <p:spPr>
          <a:xfrm rot="4912871">
            <a:off x="8388052" y="409999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2" name="Ellipse 391">
            <a:extLst>
              <a:ext uri="{FF2B5EF4-FFF2-40B4-BE49-F238E27FC236}">
                <a16:creationId xmlns:a16="http://schemas.microsoft.com/office/drawing/2014/main" id="{1DD084FD-B8E7-892F-8B98-8F672F0CD7B6}"/>
              </a:ext>
            </a:extLst>
          </p:cNvPr>
          <p:cNvSpPr/>
          <p:nvPr/>
        </p:nvSpPr>
        <p:spPr>
          <a:xfrm rot="4912871">
            <a:off x="8530111" y="449580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3" name="Ellipse 392">
            <a:extLst>
              <a:ext uri="{FF2B5EF4-FFF2-40B4-BE49-F238E27FC236}">
                <a16:creationId xmlns:a16="http://schemas.microsoft.com/office/drawing/2014/main" id="{34EA7519-5369-5289-50FA-20C21C5DA5E7}"/>
              </a:ext>
            </a:extLst>
          </p:cNvPr>
          <p:cNvSpPr/>
          <p:nvPr/>
        </p:nvSpPr>
        <p:spPr>
          <a:xfrm rot="4912871">
            <a:off x="8658985" y="486745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4" name="Ellipse 393">
            <a:extLst>
              <a:ext uri="{FF2B5EF4-FFF2-40B4-BE49-F238E27FC236}">
                <a16:creationId xmlns:a16="http://schemas.microsoft.com/office/drawing/2014/main" id="{4BFD4D8C-65A9-0819-B102-A8226414924C}"/>
              </a:ext>
            </a:extLst>
          </p:cNvPr>
          <p:cNvSpPr/>
          <p:nvPr/>
        </p:nvSpPr>
        <p:spPr>
          <a:xfrm rot="4912871">
            <a:off x="9159628" y="484073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5" name="Ellipse 394">
            <a:extLst>
              <a:ext uri="{FF2B5EF4-FFF2-40B4-BE49-F238E27FC236}">
                <a16:creationId xmlns:a16="http://schemas.microsoft.com/office/drawing/2014/main" id="{70E36FEE-37AE-458B-0EB3-3316B216C1B2}"/>
              </a:ext>
            </a:extLst>
          </p:cNvPr>
          <p:cNvSpPr/>
          <p:nvPr/>
        </p:nvSpPr>
        <p:spPr>
          <a:xfrm rot="4912871">
            <a:off x="8987685" y="456483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6" name="Ellipse 395">
            <a:extLst>
              <a:ext uri="{FF2B5EF4-FFF2-40B4-BE49-F238E27FC236}">
                <a16:creationId xmlns:a16="http://schemas.microsoft.com/office/drawing/2014/main" id="{64832FFB-BF2E-7ED1-3176-D385D5236F97}"/>
              </a:ext>
            </a:extLst>
          </p:cNvPr>
          <p:cNvSpPr/>
          <p:nvPr/>
        </p:nvSpPr>
        <p:spPr>
          <a:xfrm rot="4912871">
            <a:off x="8905269" y="437178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7" name="Ellipse 396">
            <a:extLst>
              <a:ext uri="{FF2B5EF4-FFF2-40B4-BE49-F238E27FC236}">
                <a16:creationId xmlns:a16="http://schemas.microsoft.com/office/drawing/2014/main" id="{C7ECE080-3CBB-D3B5-AAD8-C47D8151B07B}"/>
              </a:ext>
            </a:extLst>
          </p:cNvPr>
          <p:cNvSpPr/>
          <p:nvPr/>
        </p:nvSpPr>
        <p:spPr>
          <a:xfrm rot="4912871">
            <a:off x="8857407" y="416398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398" name="Gruppieren 397">
            <a:extLst>
              <a:ext uri="{FF2B5EF4-FFF2-40B4-BE49-F238E27FC236}">
                <a16:creationId xmlns:a16="http://schemas.microsoft.com/office/drawing/2014/main" id="{A6F0D717-B644-2AF4-27BE-B2403A856FB5}"/>
              </a:ext>
            </a:extLst>
          </p:cNvPr>
          <p:cNvGrpSpPr/>
          <p:nvPr/>
        </p:nvGrpSpPr>
        <p:grpSpPr>
          <a:xfrm rot="14691760" flipV="1">
            <a:off x="6358795" y="3254451"/>
            <a:ext cx="2953403" cy="2665423"/>
            <a:chOff x="9535110" y="4663981"/>
            <a:chExt cx="2953403" cy="2665423"/>
          </a:xfrm>
        </p:grpSpPr>
        <p:sp>
          <p:nvSpPr>
            <p:cNvPr id="399" name="Ellipse 398">
              <a:extLst>
                <a:ext uri="{FF2B5EF4-FFF2-40B4-BE49-F238E27FC236}">
                  <a16:creationId xmlns:a16="http://schemas.microsoft.com/office/drawing/2014/main" id="{9DCEDA1A-E809-083E-61D0-691FA134A68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0" name="Ellipse 399">
              <a:extLst>
                <a:ext uri="{FF2B5EF4-FFF2-40B4-BE49-F238E27FC236}">
                  <a16:creationId xmlns:a16="http://schemas.microsoft.com/office/drawing/2014/main" id="{DE16B3E1-E570-93CF-4ECB-4B718DDDF0A2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1" name="Ellipse 400">
              <a:extLst>
                <a:ext uri="{FF2B5EF4-FFF2-40B4-BE49-F238E27FC236}">
                  <a16:creationId xmlns:a16="http://schemas.microsoft.com/office/drawing/2014/main" id="{1B3EB45C-5244-713E-99D8-497A5E8E4632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2" name="Ellipse 401">
              <a:extLst>
                <a:ext uri="{FF2B5EF4-FFF2-40B4-BE49-F238E27FC236}">
                  <a16:creationId xmlns:a16="http://schemas.microsoft.com/office/drawing/2014/main" id="{3D33BBCB-1299-DCFF-D95E-9457AD191315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3" name="Ellipse 402">
              <a:extLst>
                <a:ext uri="{FF2B5EF4-FFF2-40B4-BE49-F238E27FC236}">
                  <a16:creationId xmlns:a16="http://schemas.microsoft.com/office/drawing/2014/main" id="{76F466F1-1DA9-51D0-C8AA-DD98021F8F51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4" name="Ellipse 403">
              <a:extLst>
                <a:ext uri="{FF2B5EF4-FFF2-40B4-BE49-F238E27FC236}">
                  <a16:creationId xmlns:a16="http://schemas.microsoft.com/office/drawing/2014/main" id="{020DB2D8-9C95-A28A-CECE-DC8CBD496B1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5" name="Ellipse 404">
              <a:extLst>
                <a:ext uri="{FF2B5EF4-FFF2-40B4-BE49-F238E27FC236}">
                  <a16:creationId xmlns:a16="http://schemas.microsoft.com/office/drawing/2014/main" id="{9B4A6640-FF84-7534-70BB-09667FBFE50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6" name="Ellipse 405">
              <a:extLst>
                <a:ext uri="{FF2B5EF4-FFF2-40B4-BE49-F238E27FC236}">
                  <a16:creationId xmlns:a16="http://schemas.microsoft.com/office/drawing/2014/main" id="{940B6F33-CBAF-0B55-B24D-C2EA1C1B003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7" name="Ellipse 406">
              <a:extLst>
                <a:ext uri="{FF2B5EF4-FFF2-40B4-BE49-F238E27FC236}">
                  <a16:creationId xmlns:a16="http://schemas.microsoft.com/office/drawing/2014/main" id="{B6272724-9A36-9B98-89A6-064AF0C94B58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8" name="Ellipse 407">
              <a:extLst>
                <a:ext uri="{FF2B5EF4-FFF2-40B4-BE49-F238E27FC236}">
                  <a16:creationId xmlns:a16="http://schemas.microsoft.com/office/drawing/2014/main" id="{29254601-1F87-44C3-44BD-BE6861E4824E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9" name="Ellipse 408">
              <a:extLst>
                <a:ext uri="{FF2B5EF4-FFF2-40B4-BE49-F238E27FC236}">
                  <a16:creationId xmlns:a16="http://schemas.microsoft.com/office/drawing/2014/main" id="{6010E8BF-E175-4CE1-0BD5-9989DF4D58A1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0" name="Ellipse 409">
              <a:extLst>
                <a:ext uri="{FF2B5EF4-FFF2-40B4-BE49-F238E27FC236}">
                  <a16:creationId xmlns:a16="http://schemas.microsoft.com/office/drawing/2014/main" id="{6CC28E16-8556-D147-716C-AEBD900B6ED0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1" name="Ellipse 410">
              <a:extLst>
                <a:ext uri="{FF2B5EF4-FFF2-40B4-BE49-F238E27FC236}">
                  <a16:creationId xmlns:a16="http://schemas.microsoft.com/office/drawing/2014/main" id="{2F099A61-4961-BD99-01DB-02E2CFC6AD46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2" name="Ellipse 411">
              <a:extLst>
                <a:ext uri="{FF2B5EF4-FFF2-40B4-BE49-F238E27FC236}">
                  <a16:creationId xmlns:a16="http://schemas.microsoft.com/office/drawing/2014/main" id="{7885C1FA-320E-5DEF-9334-690C6C8EB1BB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3" name="Ellipse 412">
              <a:extLst>
                <a:ext uri="{FF2B5EF4-FFF2-40B4-BE49-F238E27FC236}">
                  <a16:creationId xmlns:a16="http://schemas.microsoft.com/office/drawing/2014/main" id="{432B8866-F239-B155-8A9B-8E1EABE67456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4" name="Ellipse 413">
              <a:extLst>
                <a:ext uri="{FF2B5EF4-FFF2-40B4-BE49-F238E27FC236}">
                  <a16:creationId xmlns:a16="http://schemas.microsoft.com/office/drawing/2014/main" id="{155942D5-6B68-EC8D-C453-A4ABCBA0643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5" name="Ellipse 414">
              <a:extLst>
                <a:ext uri="{FF2B5EF4-FFF2-40B4-BE49-F238E27FC236}">
                  <a16:creationId xmlns:a16="http://schemas.microsoft.com/office/drawing/2014/main" id="{6228ABF8-1351-4675-B72D-35CB2F6AE96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6" name="Ellipse 415">
              <a:extLst>
                <a:ext uri="{FF2B5EF4-FFF2-40B4-BE49-F238E27FC236}">
                  <a16:creationId xmlns:a16="http://schemas.microsoft.com/office/drawing/2014/main" id="{4165EA42-83A2-0A9B-2CD0-E929A180C792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7" name="Ellipse 416">
              <a:extLst>
                <a:ext uri="{FF2B5EF4-FFF2-40B4-BE49-F238E27FC236}">
                  <a16:creationId xmlns:a16="http://schemas.microsoft.com/office/drawing/2014/main" id="{407B5821-7F19-AEE7-F5E4-DE945060A3F4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8" name="Ellipse 417">
              <a:extLst>
                <a:ext uri="{FF2B5EF4-FFF2-40B4-BE49-F238E27FC236}">
                  <a16:creationId xmlns:a16="http://schemas.microsoft.com/office/drawing/2014/main" id="{ED819A66-B336-94D1-38E3-28F9ECAF75CB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9" name="Ellipse 418">
              <a:extLst>
                <a:ext uri="{FF2B5EF4-FFF2-40B4-BE49-F238E27FC236}">
                  <a16:creationId xmlns:a16="http://schemas.microsoft.com/office/drawing/2014/main" id="{DDE5E7F5-ABFB-5526-910E-6C1240A3422C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0" name="Ellipse 419">
              <a:extLst>
                <a:ext uri="{FF2B5EF4-FFF2-40B4-BE49-F238E27FC236}">
                  <a16:creationId xmlns:a16="http://schemas.microsoft.com/office/drawing/2014/main" id="{2C5F7B87-6C3A-0FF6-DAFC-E9E672751699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1" name="Ellipse 420">
              <a:extLst>
                <a:ext uri="{FF2B5EF4-FFF2-40B4-BE49-F238E27FC236}">
                  <a16:creationId xmlns:a16="http://schemas.microsoft.com/office/drawing/2014/main" id="{B192429C-B06B-EF19-9EFA-4236ECBDF663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2" name="Ellipse 421">
              <a:extLst>
                <a:ext uri="{FF2B5EF4-FFF2-40B4-BE49-F238E27FC236}">
                  <a16:creationId xmlns:a16="http://schemas.microsoft.com/office/drawing/2014/main" id="{844BDE2A-9779-5E73-1CDF-BB92D302B585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3" name="Ellipse 422">
              <a:extLst>
                <a:ext uri="{FF2B5EF4-FFF2-40B4-BE49-F238E27FC236}">
                  <a16:creationId xmlns:a16="http://schemas.microsoft.com/office/drawing/2014/main" id="{AC5E1E16-48E8-33C8-1D83-1F819983DE0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424" name="Gruppieren 423">
            <a:extLst>
              <a:ext uri="{FF2B5EF4-FFF2-40B4-BE49-F238E27FC236}">
                <a16:creationId xmlns:a16="http://schemas.microsoft.com/office/drawing/2014/main" id="{F1838AF4-15F2-DFEA-5F0C-FCCCF562A84B}"/>
              </a:ext>
            </a:extLst>
          </p:cNvPr>
          <p:cNvGrpSpPr/>
          <p:nvPr/>
        </p:nvGrpSpPr>
        <p:grpSpPr>
          <a:xfrm rot="7687129" flipH="1">
            <a:off x="5085291" y="1562062"/>
            <a:ext cx="2953403" cy="2665423"/>
            <a:chOff x="9535110" y="4663981"/>
            <a:chExt cx="2953403" cy="2665423"/>
          </a:xfrm>
        </p:grpSpPr>
        <p:sp>
          <p:nvSpPr>
            <p:cNvPr id="425" name="Ellipse 424">
              <a:extLst>
                <a:ext uri="{FF2B5EF4-FFF2-40B4-BE49-F238E27FC236}">
                  <a16:creationId xmlns:a16="http://schemas.microsoft.com/office/drawing/2014/main" id="{D8CFB67C-3131-7551-B49B-C409DC3D18B4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6" name="Ellipse 425">
              <a:extLst>
                <a:ext uri="{FF2B5EF4-FFF2-40B4-BE49-F238E27FC236}">
                  <a16:creationId xmlns:a16="http://schemas.microsoft.com/office/drawing/2014/main" id="{0FB5A9E8-4ADF-64EF-0E99-09417DC0B17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7" name="Ellipse 426">
              <a:extLst>
                <a:ext uri="{FF2B5EF4-FFF2-40B4-BE49-F238E27FC236}">
                  <a16:creationId xmlns:a16="http://schemas.microsoft.com/office/drawing/2014/main" id="{A7F3D205-04A5-0D5B-CCC6-4641BA0C460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8" name="Ellipse 427">
              <a:extLst>
                <a:ext uri="{FF2B5EF4-FFF2-40B4-BE49-F238E27FC236}">
                  <a16:creationId xmlns:a16="http://schemas.microsoft.com/office/drawing/2014/main" id="{A22BFFEE-45AB-C83F-F3F0-ED8F31C398B5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9" name="Ellipse 428">
              <a:extLst>
                <a:ext uri="{FF2B5EF4-FFF2-40B4-BE49-F238E27FC236}">
                  <a16:creationId xmlns:a16="http://schemas.microsoft.com/office/drawing/2014/main" id="{A374F1D9-E193-46CB-FB5B-334964819B69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0" name="Ellipse 429">
              <a:extLst>
                <a:ext uri="{FF2B5EF4-FFF2-40B4-BE49-F238E27FC236}">
                  <a16:creationId xmlns:a16="http://schemas.microsoft.com/office/drawing/2014/main" id="{650D4273-96B9-5B0B-4953-B1EAA7DDBE7D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1" name="Ellipse 430">
              <a:extLst>
                <a:ext uri="{FF2B5EF4-FFF2-40B4-BE49-F238E27FC236}">
                  <a16:creationId xmlns:a16="http://schemas.microsoft.com/office/drawing/2014/main" id="{CAF6DF63-BA8D-A5C7-7E1C-B3DACA4BFEC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2" name="Ellipse 431">
              <a:extLst>
                <a:ext uri="{FF2B5EF4-FFF2-40B4-BE49-F238E27FC236}">
                  <a16:creationId xmlns:a16="http://schemas.microsoft.com/office/drawing/2014/main" id="{29DCCE8E-A8D0-37F8-6C93-D86BCF1AF75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3" name="Ellipse 432">
              <a:extLst>
                <a:ext uri="{FF2B5EF4-FFF2-40B4-BE49-F238E27FC236}">
                  <a16:creationId xmlns:a16="http://schemas.microsoft.com/office/drawing/2014/main" id="{D1371B2E-4092-B7A0-E039-318E37272A25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4" name="Ellipse 433">
              <a:extLst>
                <a:ext uri="{FF2B5EF4-FFF2-40B4-BE49-F238E27FC236}">
                  <a16:creationId xmlns:a16="http://schemas.microsoft.com/office/drawing/2014/main" id="{C8BFA5E0-C610-D5AE-66E8-545303BDB3B7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5" name="Ellipse 434">
              <a:extLst>
                <a:ext uri="{FF2B5EF4-FFF2-40B4-BE49-F238E27FC236}">
                  <a16:creationId xmlns:a16="http://schemas.microsoft.com/office/drawing/2014/main" id="{1A4FA3B4-F4A4-EB3E-893C-BD46055DBEAF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6" name="Ellipse 435">
              <a:extLst>
                <a:ext uri="{FF2B5EF4-FFF2-40B4-BE49-F238E27FC236}">
                  <a16:creationId xmlns:a16="http://schemas.microsoft.com/office/drawing/2014/main" id="{B56EFCBE-72E0-00BF-E953-113DC1F25E80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7" name="Ellipse 436">
              <a:extLst>
                <a:ext uri="{FF2B5EF4-FFF2-40B4-BE49-F238E27FC236}">
                  <a16:creationId xmlns:a16="http://schemas.microsoft.com/office/drawing/2014/main" id="{D6A577F8-FF31-3E5A-A401-0BCB4895B06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8" name="Ellipse 437">
              <a:extLst>
                <a:ext uri="{FF2B5EF4-FFF2-40B4-BE49-F238E27FC236}">
                  <a16:creationId xmlns:a16="http://schemas.microsoft.com/office/drawing/2014/main" id="{96B2FCF8-6705-41D0-E66C-134E60FFE2E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9" name="Ellipse 438">
              <a:extLst>
                <a:ext uri="{FF2B5EF4-FFF2-40B4-BE49-F238E27FC236}">
                  <a16:creationId xmlns:a16="http://schemas.microsoft.com/office/drawing/2014/main" id="{78FA6F72-0086-2A98-151F-93523C087ABA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0" name="Ellipse 439">
              <a:extLst>
                <a:ext uri="{FF2B5EF4-FFF2-40B4-BE49-F238E27FC236}">
                  <a16:creationId xmlns:a16="http://schemas.microsoft.com/office/drawing/2014/main" id="{2D01724A-5B43-1FDF-DF2A-861841CE7F80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1" name="Ellipse 440">
              <a:extLst>
                <a:ext uri="{FF2B5EF4-FFF2-40B4-BE49-F238E27FC236}">
                  <a16:creationId xmlns:a16="http://schemas.microsoft.com/office/drawing/2014/main" id="{5614C15B-5B7E-CCDA-3C0A-5638F0D7B016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2" name="Ellipse 441">
              <a:extLst>
                <a:ext uri="{FF2B5EF4-FFF2-40B4-BE49-F238E27FC236}">
                  <a16:creationId xmlns:a16="http://schemas.microsoft.com/office/drawing/2014/main" id="{8FA2AD52-9FA4-E9E5-E4CC-562FD6A4C19B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3" name="Ellipse 442">
              <a:extLst>
                <a:ext uri="{FF2B5EF4-FFF2-40B4-BE49-F238E27FC236}">
                  <a16:creationId xmlns:a16="http://schemas.microsoft.com/office/drawing/2014/main" id="{EC3CBD62-EDA0-D4CD-B691-8FAF34EA8A37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4" name="Ellipse 443">
              <a:extLst>
                <a:ext uri="{FF2B5EF4-FFF2-40B4-BE49-F238E27FC236}">
                  <a16:creationId xmlns:a16="http://schemas.microsoft.com/office/drawing/2014/main" id="{C30AF48D-8D9A-D95B-5BD3-5F7D8AD5056D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5" name="Ellipse 444">
              <a:extLst>
                <a:ext uri="{FF2B5EF4-FFF2-40B4-BE49-F238E27FC236}">
                  <a16:creationId xmlns:a16="http://schemas.microsoft.com/office/drawing/2014/main" id="{447C6E48-9B74-5707-394D-ED17AF6A8DF4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6" name="Ellipse 445">
              <a:extLst>
                <a:ext uri="{FF2B5EF4-FFF2-40B4-BE49-F238E27FC236}">
                  <a16:creationId xmlns:a16="http://schemas.microsoft.com/office/drawing/2014/main" id="{67BC37C2-A8A1-1FAD-B0B1-022B642D2BF7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7" name="Ellipse 446">
              <a:extLst>
                <a:ext uri="{FF2B5EF4-FFF2-40B4-BE49-F238E27FC236}">
                  <a16:creationId xmlns:a16="http://schemas.microsoft.com/office/drawing/2014/main" id="{E2CAF9A2-CCF6-1B2F-C0EC-163E576750D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8" name="Ellipse 447">
              <a:extLst>
                <a:ext uri="{FF2B5EF4-FFF2-40B4-BE49-F238E27FC236}">
                  <a16:creationId xmlns:a16="http://schemas.microsoft.com/office/drawing/2014/main" id="{12140612-6321-0DA0-1CA9-5CF462240C0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9" name="Ellipse 448">
              <a:extLst>
                <a:ext uri="{FF2B5EF4-FFF2-40B4-BE49-F238E27FC236}">
                  <a16:creationId xmlns:a16="http://schemas.microsoft.com/office/drawing/2014/main" id="{1A07FC34-69AA-8382-0BA9-010A1F84B245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450" name="Gruppieren 449">
            <a:extLst>
              <a:ext uri="{FF2B5EF4-FFF2-40B4-BE49-F238E27FC236}">
                <a16:creationId xmlns:a16="http://schemas.microsoft.com/office/drawing/2014/main" id="{C7539EF5-29F4-1E07-69EA-D549D523CD07}"/>
              </a:ext>
            </a:extLst>
          </p:cNvPr>
          <p:cNvGrpSpPr/>
          <p:nvPr/>
        </p:nvGrpSpPr>
        <p:grpSpPr>
          <a:xfrm rot="17100000">
            <a:off x="6192352" y="2805500"/>
            <a:ext cx="2953403" cy="2665423"/>
            <a:chOff x="9535110" y="4663981"/>
            <a:chExt cx="2953403" cy="2665423"/>
          </a:xfrm>
        </p:grpSpPr>
        <p:sp>
          <p:nvSpPr>
            <p:cNvPr id="451" name="Ellipse 450">
              <a:extLst>
                <a:ext uri="{FF2B5EF4-FFF2-40B4-BE49-F238E27FC236}">
                  <a16:creationId xmlns:a16="http://schemas.microsoft.com/office/drawing/2014/main" id="{03F0D915-FE47-EC8C-071F-308F766EA98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2" name="Ellipse 451">
              <a:extLst>
                <a:ext uri="{FF2B5EF4-FFF2-40B4-BE49-F238E27FC236}">
                  <a16:creationId xmlns:a16="http://schemas.microsoft.com/office/drawing/2014/main" id="{86C863F5-F7DC-1660-34D6-7E907D0B12D8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3" name="Ellipse 452">
              <a:extLst>
                <a:ext uri="{FF2B5EF4-FFF2-40B4-BE49-F238E27FC236}">
                  <a16:creationId xmlns:a16="http://schemas.microsoft.com/office/drawing/2014/main" id="{A2997A8C-81F9-AD20-CACB-C8C054BEF8F9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4" name="Ellipse 453">
              <a:extLst>
                <a:ext uri="{FF2B5EF4-FFF2-40B4-BE49-F238E27FC236}">
                  <a16:creationId xmlns:a16="http://schemas.microsoft.com/office/drawing/2014/main" id="{EEF56719-AD0A-7BB2-F9D2-E6E3C067913F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5" name="Ellipse 454">
              <a:extLst>
                <a:ext uri="{FF2B5EF4-FFF2-40B4-BE49-F238E27FC236}">
                  <a16:creationId xmlns:a16="http://schemas.microsoft.com/office/drawing/2014/main" id="{C6879D34-B915-77DD-E47E-1A1967067AC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6" name="Ellipse 455">
              <a:extLst>
                <a:ext uri="{FF2B5EF4-FFF2-40B4-BE49-F238E27FC236}">
                  <a16:creationId xmlns:a16="http://schemas.microsoft.com/office/drawing/2014/main" id="{BE3C8956-7102-14A3-BEB1-89AA47051220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7" name="Ellipse 456">
              <a:extLst>
                <a:ext uri="{FF2B5EF4-FFF2-40B4-BE49-F238E27FC236}">
                  <a16:creationId xmlns:a16="http://schemas.microsoft.com/office/drawing/2014/main" id="{D0389325-B1CD-C481-12A9-7325F25D11E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8" name="Ellipse 457">
              <a:extLst>
                <a:ext uri="{FF2B5EF4-FFF2-40B4-BE49-F238E27FC236}">
                  <a16:creationId xmlns:a16="http://schemas.microsoft.com/office/drawing/2014/main" id="{29329576-F20A-B2BD-9810-9634CF369B3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9" name="Ellipse 458">
              <a:extLst>
                <a:ext uri="{FF2B5EF4-FFF2-40B4-BE49-F238E27FC236}">
                  <a16:creationId xmlns:a16="http://schemas.microsoft.com/office/drawing/2014/main" id="{30770DC7-DC18-A237-5BA2-7452F6623ABD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0" name="Ellipse 459">
              <a:extLst>
                <a:ext uri="{FF2B5EF4-FFF2-40B4-BE49-F238E27FC236}">
                  <a16:creationId xmlns:a16="http://schemas.microsoft.com/office/drawing/2014/main" id="{D447DA4F-6B39-A044-07D2-A6BF2249C7FD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1" name="Ellipse 460">
              <a:extLst>
                <a:ext uri="{FF2B5EF4-FFF2-40B4-BE49-F238E27FC236}">
                  <a16:creationId xmlns:a16="http://schemas.microsoft.com/office/drawing/2014/main" id="{84820CC0-EC20-4B1D-7374-039A94DBC81B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2" name="Ellipse 461">
              <a:extLst>
                <a:ext uri="{FF2B5EF4-FFF2-40B4-BE49-F238E27FC236}">
                  <a16:creationId xmlns:a16="http://schemas.microsoft.com/office/drawing/2014/main" id="{23EB36FE-97C7-F247-9723-72C41B4FA18A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3" name="Ellipse 462">
              <a:extLst>
                <a:ext uri="{FF2B5EF4-FFF2-40B4-BE49-F238E27FC236}">
                  <a16:creationId xmlns:a16="http://schemas.microsoft.com/office/drawing/2014/main" id="{568666CE-A834-F7C5-F63D-1E53BFB99373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4" name="Ellipse 463">
              <a:extLst>
                <a:ext uri="{FF2B5EF4-FFF2-40B4-BE49-F238E27FC236}">
                  <a16:creationId xmlns:a16="http://schemas.microsoft.com/office/drawing/2014/main" id="{BE1E5781-4802-4594-1013-849A224BE27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5" name="Ellipse 464">
              <a:extLst>
                <a:ext uri="{FF2B5EF4-FFF2-40B4-BE49-F238E27FC236}">
                  <a16:creationId xmlns:a16="http://schemas.microsoft.com/office/drawing/2014/main" id="{509616C4-E4DA-F68E-9FA1-E11EFEE58C0E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6" name="Ellipse 465">
              <a:extLst>
                <a:ext uri="{FF2B5EF4-FFF2-40B4-BE49-F238E27FC236}">
                  <a16:creationId xmlns:a16="http://schemas.microsoft.com/office/drawing/2014/main" id="{C13C7F2E-029A-4A0C-1CE1-EADBBCB51C6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7" name="Ellipse 466">
              <a:extLst>
                <a:ext uri="{FF2B5EF4-FFF2-40B4-BE49-F238E27FC236}">
                  <a16:creationId xmlns:a16="http://schemas.microsoft.com/office/drawing/2014/main" id="{4EFB6897-4667-31D8-F07C-6A1B4556273E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8" name="Ellipse 467">
              <a:extLst>
                <a:ext uri="{FF2B5EF4-FFF2-40B4-BE49-F238E27FC236}">
                  <a16:creationId xmlns:a16="http://schemas.microsoft.com/office/drawing/2014/main" id="{9DF5C5BF-9E48-6FFB-7A17-D2BFA46470C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9" name="Ellipse 468">
              <a:extLst>
                <a:ext uri="{FF2B5EF4-FFF2-40B4-BE49-F238E27FC236}">
                  <a16:creationId xmlns:a16="http://schemas.microsoft.com/office/drawing/2014/main" id="{24420A1A-2564-2518-B66D-38FD98C7E35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0" name="Ellipse 469">
              <a:extLst>
                <a:ext uri="{FF2B5EF4-FFF2-40B4-BE49-F238E27FC236}">
                  <a16:creationId xmlns:a16="http://schemas.microsoft.com/office/drawing/2014/main" id="{71417D12-99CF-CF89-70DE-DC690BCE6437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1" name="Ellipse 470">
              <a:extLst>
                <a:ext uri="{FF2B5EF4-FFF2-40B4-BE49-F238E27FC236}">
                  <a16:creationId xmlns:a16="http://schemas.microsoft.com/office/drawing/2014/main" id="{96E71D7F-EF2D-398C-1904-C45EE5BFE115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2" name="Ellipse 471">
              <a:extLst>
                <a:ext uri="{FF2B5EF4-FFF2-40B4-BE49-F238E27FC236}">
                  <a16:creationId xmlns:a16="http://schemas.microsoft.com/office/drawing/2014/main" id="{ABAF9736-9BB0-0664-8EA5-44B66E09B9B6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3" name="Ellipse 472">
              <a:extLst>
                <a:ext uri="{FF2B5EF4-FFF2-40B4-BE49-F238E27FC236}">
                  <a16:creationId xmlns:a16="http://schemas.microsoft.com/office/drawing/2014/main" id="{275299B3-7EDE-54F5-A7B3-BFE3D53DA60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4" name="Ellipse 473">
              <a:extLst>
                <a:ext uri="{FF2B5EF4-FFF2-40B4-BE49-F238E27FC236}">
                  <a16:creationId xmlns:a16="http://schemas.microsoft.com/office/drawing/2014/main" id="{FA22F1E4-6EF5-8E47-3216-A0F26F47148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5" name="Ellipse 474">
              <a:extLst>
                <a:ext uri="{FF2B5EF4-FFF2-40B4-BE49-F238E27FC236}">
                  <a16:creationId xmlns:a16="http://schemas.microsoft.com/office/drawing/2014/main" id="{E2839E46-058A-481A-2FDB-7876B2D20FB4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476" name="Gruppieren 475">
            <a:extLst>
              <a:ext uri="{FF2B5EF4-FFF2-40B4-BE49-F238E27FC236}">
                <a16:creationId xmlns:a16="http://schemas.microsoft.com/office/drawing/2014/main" id="{45424187-0924-631A-3635-7EECBF4E60F8}"/>
              </a:ext>
            </a:extLst>
          </p:cNvPr>
          <p:cNvGrpSpPr/>
          <p:nvPr/>
        </p:nvGrpSpPr>
        <p:grpSpPr>
          <a:xfrm rot="14691760" flipV="1">
            <a:off x="4019546" y="2824115"/>
            <a:ext cx="2953403" cy="2665423"/>
            <a:chOff x="9535110" y="4663981"/>
            <a:chExt cx="2953403" cy="2665423"/>
          </a:xfrm>
        </p:grpSpPr>
        <p:sp>
          <p:nvSpPr>
            <p:cNvPr id="477" name="Ellipse 476">
              <a:extLst>
                <a:ext uri="{FF2B5EF4-FFF2-40B4-BE49-F238E27FC236}">
                  <a16:creationId xmlns:a16="http://schemas.microsoft.com/office/drawing/2014/main" id="{7D5EB0CE-0D43-5469-860F-9E7419A937E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8" name="Ellipse 477">
              <a:extLst>
                <a:ext uri="{FF2B5EF4-FFF2-40B4-BE49-F238E27FC236}">
                  <a16:creationId xmlns:a16="http://schemas.microsoft.com/office/drawing/2014/main" id="{43123FFA-B7CD-D464-5AFB-427290DA0A4E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9" name="Ellipse 478">
              <a:extLst>
                <a:ext uri="{FF2B5EF4-FFF2-40B4-BE49-F238E27FC236}">
                  <a16:creationId xmlns:a16="http://schemas.microsoft.com/office/drawing/2014/main" id="{323ACAE8-B308-6B0E-EAA0-9B593C424278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0" name="Ellipse 479">
              <a:extLst>
                <a:ext uri="{FF2B5EF4-FFF2-40B4-BE49-F238E27FC236}">
                  <a16:creationId xmlns:a16="http://schemas.microsoft.com/office/drawing/2014/main" id="{B189ACC8-5796-71D7-B915-0088BA988A8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1" name="Ellipse 480">
              <a:extLst>
                <a:ext uri="{FF2B5EF4-FFF2-40B4-BE49-F238E27FC236}">
                  <a16:creationId xmlns:a16="http://schemas.microsoft.com/office/drawing/2014/main" id="{E1D0796B-06AD-24C6-38E1-557B68CBF412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2" name="Ellipse 481">
              <a:extLst>
                <a:ext uri="{FF2B5EF4-FFF2-40B4-BE49-F238E27FC236}">
                  <a16:creationId xmlns:a16="http://schemas.microsoft.com/office/drawing/2014/main" id="{F8AB787C-3E7C-37B9-0853-6348864F7B2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3" name="Ellipse 482">
              <a:extLst>
                <a:ext uri="{FF2B5EF4-FFF2-40B4-BE49-F238E27FC236}">
                  <a16:creationId xmlns:a16="http://schemas.microsoft.com/office/drawing/2014/main" id="{A8BB477D-B1E6-4586-69FC-C5883569A8E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4" name="Ellipse 483">
              <a:extLst>
                <a:ext uri="{FF2B5EF4-FFF2-40B4-BE49-F238E27FC236}">
                  <a16:creationId xmlns:a16="http://schemas.microsoft.com/office/drawing/2014/main" id="{A1D032AB-2A8D-2364-B082-64AD8F90B4FA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5" name="Ellipse 484">
              <a:extLst>
                <a:ext uri="{FF2B5EF4-FFF2-40B4-BE49-F238E27FC236}">
                  <a16:creationId xmlns:a16="http://schemas.microsoft.com/office/drawing/2014/main" id="{F0FF055F-1E0C-0C2B-4D00-DE0A576DB92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6" name="Ellipse 485">
              <a:extLst>
                <a:ext uri="{FF2B5EF4-FFF2-40B4-BE49-F238E27FC236}">
                  <a16:creationId xmlns:a16="http://schemas.microsoft.com/office/drawing/2014/main" id="{FC3EB584-6FC1-29EC-C43D-EE6D2DC63019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7" name="Ellipse 486">
              <a:extLst>
                <a:ext uri="{FF2B5EF4-FFF2-40B4-BE49-F238E27FC236}">
                  <a16:creationId xmlns:a16="http://schemas.microsoft.com/office/drawing/2014/main" id="{704752E5-0A82-19EE-93FF-C266C90142EE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8" name="Ellipse 487">
              <a:extLst>
                <a:ext uri="{FF2B5EF4-FFF2-40B4-BE49-F238E27FC236}">
                  <a16:creationId xmlns:a16="http://schemas.microsoft.com/office/drawing/2014/main" id="{F5F4F243-1473-D6AF-51B6-49C6479C36B4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9" name="Ellipse 488">
              <a:extLst>
                <a:ext uri="{FF2B5EF4-FFF2-40B4-BE49-F238E27FC236}">
                  <a16:creationId xmlns:a16="http://schemas.microsoft.com/office/drawing/2014/main" id="{DB23C8F8-6332-7BE5-29D7-FF4C53962779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0" name="Ellipse 489">
              <a:extLst>
                <a:ext uri="{FF2B5EF4-FFF2-40B4-BE49-F238E27FC236}">
                  <a16:creationId xmlns:a16="http://schemas.microsoft.com/office/drawing/2014/main" id="{2DB7E7EB-E8E6-DCE0-5BBB-CD0B62783C89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1" name="Ellipse 490">
              <a:extLst>
                <a:ext uri="{FF2B5EF4-FFF2-40B4-BE49-F238E27FC236}">
                  <a16:creationId xmlns:a16="http://schemas.microsoft.com/office/drawing/2014/main" id="{D59909CF-D56C-8F2A-4993-6EBA5F5DD424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2" name="Ellipse 491">
              <a:extLst>
                <a:ext uri="{FF2B5EF4-FFF2-40B4-BE49-F238E27FC236}">
                  <a16:creationId xmlns:a16="http://schemas.microsoft.com/office/drawing/2014/main" id="{79B1DF08-68FD-4D80-F0A8-6FB5CC29A6B5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3" name="Ellipse 492">
              <a:extLst>
                <a:ext uri="{FF2B5EF4-FFF2-40B4-BE49-F238E27FC236}">
                  <a16:creationId xmlns:a16="http://schemas.microsoft.com/office/drawing/2014/main" id="{F8834DA8-74D2-655D-B5C2-0A948B6299DC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4" name="Ellipse 493">
              <a:extLst>
                <a:ext uri="{FF2B5EF4-FFF2-40B4-BE49-F238E27FC236}">
                  <a16:creationId xmlns:a16="http://schemas.microsoft.com/office/drawing/2014/main" id="{F493DFDB-0194-BEA5-A7A9-EBF8E189CB3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5" name="Ellipse 494">
              <a:extLst>
                <a:ext uri="{FF2B5EF4-FFF2-40B4-BE49-F238E27FC236}">
                  <a16:creationId xmlns:a16="http://schemas.microsoft.com/office/drawing/2014/main" id="{319A77B9-BF3C-0F6E-67B0-2D4BD8F94856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6" name="Ellipse 495">
              <a:extLst>
                <a:ext uri="{FF2B5EF4-FFF2-40B4-BE49-F238E27FC236}">
                  <a16:creationId xmlns:a16="http://schemas.microsoft.com/office/drawing/2014/main" id="{C47FAB1F-A945-9FDE-82F5-D3B439805E7B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7" name="Ellipse 496">
              <a:extLst>
                <a:ext uri="{FF2B5EF4-FFF2-40B4-BE49-F238E27FC236}">
                  <a16:creationId xmlns:a16="http://schemas.microsoft.com/office/drawing/2014/main" id="{EC984131-C2A4-1654-929D-3AC93F699B2F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8" name="Ellipse 497">
              <a:extLst>
                <a:ext uri="{FF2B5EF4-FFF2-40B4-BE49-F238E27FC236}">
                  <a16:creationId xmlns:a16="http://schemas.microsoft.com/office/drawing/2014/main" id="{4056FFA1-58CC-E948-1560-619B68B5688A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9" name="Ellipse 498">
              <a:extLst>
                <a:ext uri="{FF2B5EF4-FFF2-40B4-BE49-F238E27FC236}">
                  <a16:creationId xmlns:a16="http://schemas.microsoft.com/office/drawing/2014/main" id="{055F5931-3FA0-476B-1A57-C6F2C51D5647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0" name="Ellipse 499">
              <a:extLst>
                <a:ext uri="{FF2B5EF4-FFF2-40B4-BE49-F238E27FC236}">
                  <a16:creationId xmlns:a16="http://schemas.microsoft.com/office/drawing/2014/main" id="{380EE655-50CD-188B-68F2-102BC609DBAB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1" name="Ellipse 500">
              <a:extLst>
                <a:ext uri="{FF2B5EF4-FFF2-40B4-BE49-F238E27FC236}">
                  <a16:creationId xmlns:a16="http://schemas.microsoft.com/office/drawing/2014/main" id="{D0DB6312-BCDF-31FC-7E7E-E8848CAA65B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02" name="Gruppieren 501">
            <a:extLst>
              <a:ext uri="{FF2B5EF4-FFF2-40B4-BE49-F238E27FC236}">
                <a16:creationId xmlns:a16="http://schemas.microsoft.com/office/drawing/2014/main" id="{484AD92C-789F-1AC4-5162-3046966B56FD}"/>
              </a:ext>
            </a:extLst>
          </p:cNvPr>
          <p:cNvGrpSpPr/>
          <p:nvPr/>
        </p:nvGrpSpPr>
        <p:grpSpPr>
          <a:xfrm rot="17100000">
            <a:off x="1691959" y="3094733"/>
            <a:ext cx="2953403" cy="2665423"/>
            <a:chOff x="9535110" y="4663981"/>
            <a:chExt cx="2953403" cy="2665423"/>
          </a:xfrm>
        </p:grpSpPr>
        <p:sp>
          <p:nvSpPr>
            <p:cNvPr id="503" name="Ellipse 502">
              <a:extLst>
                <a:ext uri="{FF2B5EF4-FFF2-40B4-BE49-F238E27FC236}">
                  <a16:creationId xmlns:a16="http://schemas.microsoft.com/office/drawing/2014/main" id="{30948BBD-C33A-C708-464E-724271FC858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4" name="Ellipse 503">
              <a:extLst>
                <a:ext uri="{FF2B5EF4-FFF2-40B4-BE49-F238E27FC236}">
                  <a16:creationId xmlns:a16="http://schemas.microsoft.com/office/drawing/2014/main" id="{26ACD503-573A-204E-868E-90AFBAA6C655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5" name="Ellipse 504">
              <a:extLst>
                <a:ext uri="{FF2B5EF4-FFF2-40B4-BE49-F238E27FC236}">
                  <a16:creationId xmlns:a16="http://schemas.microsoft.com/office/drawing/2014/main" id="{91F2DD2D-FCFF-BE00-C3B8-EB37FF64A33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6" name="Ellipse 505">
              <a:extLst>
                <a:ext uri="{FF2B5EF4-FFF2-40B4-BE49-F238E27FC236}">
                  <a16:creationId xmlns:a16="http://schemas.microsoft.com/office/drawing/2014/main" id="{3BE1666E-8C23-A324-D82B-32DEFFB93B4F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7" name="Ellipse 506">
              <a:extLst>
                <a:ext uri="{FF2B5EF4-FFF2-40B4-BE49-F238E27FC236}">
                  <a16:creationId xmlns:a16="http://schemas.microsoft.com/office/drawing/2014/main" id="{9A7B1C66-BC16-70F0-CCAD-6A84E822BC9C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8" name="Ellipse 507">
              <a:extLst>
                <a:ext uri="{FF2B5EF4-FFF2-40B4-BE49-F238E27FC236}">
                  <a16:creationId xmlns:a16="http://schemas.microsoft.com/office/drawing/2014/main" id="{DB07F388-6B28-20F9-87B2-9CB9E6292AE5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9" name="Ellipse 508">
              <a:extLst>
                <a:ext uri="{FF2B5EF4-FFF2-40B4-BE49-F238E27FC236}">
                  <a16:creationId xmlns:a16="http://schemas.microsoft.com/office/drawing/2014/main" id="{80B4F7E1-B7E4-052A-8BE2-5BDFAB14EEB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0" name="Ellipse 509">
              <a:extLst>
                <a:ext uri="{FF2B5EF4-FFF2-40B4-BE49-F238E27FC236}">
                  <a16:creationId xmlns:a16="http://schemas.microsoft.com/office/drawing/2014/main" id="{E0A8E1AE-018B-F22D-9A1F-605525B45253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1" name="Ellipse 510">
              <a:extLst>
                <a:ext uri="{FF2B5EF4-FFF2-40B4-BE49-F238E27FC236}">
                  <a16:creationId xmlns:a16="http://schemas.microsoft.com/office/drawing/2014/main" id="{FED720A9-BDF3-1FF9-6930-5ECB0712C94A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2" name="Ellipse 511">
              <a:extLst>
                <a:ext uri="{FF2B5EF4-FFF2-40B4-BE49-F238E27FC236}">
                  <a16:creationId xmlns:a16="http://schemas.microsoft.com/office/drawing/2014/main" id="{F0A9A804-E208-D64D-9837-D0A2204129D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3" name="Ellipse 512">
              <a:extLst>
                <a:ext uri="{FF2B5EF4-FFF2-40B4-BE49-F238E27FC236}">
                  <a16:creationId xmlns:a16="http://schemas.microsoft.com/office/drawing/2014/main" id="{2252CC34-6D42-BCED-6ECA-F07A3F3A2C12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4" name="Ellipse 513">
              <a:extLst>
                <a:ext uri="{FF2B5EF4-FFF2-40B4-BE49-F238E27FC236}">
                  <a16:creationId xmlns:a16="http://schemas.microsoft.com/office/drawing/2014/main" id="{9CE27DA1-19E7-BD42-1BD3-C918E2AB6F99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5" name="Ellipse 514">
              <a:extLst>
                <a:ext uri="{FF2B5EF4-FFF2-40B4-BE49-F238E27FC236}">
                  <a16:creationId xmlns:a16="http://schemas.microsoft.com/office/drawing/2014/main" id="{1D817A3B-49FD-42AE-FA07-866774A4144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6" name="Ellipse 515">
              <a:extLst>
                <a:ext uri="{FF2B5EF4-FFF2-40B4-BE49-F238E27FC236}">
                  <a16:creationId xmlns:a16="http://schemas.microsoft.com/office/drawing/2014/main" id="{05F3866D-DE29-29DA-8895-4364DD5926D7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7" name="Ellipse 516">
              <a:extLst>
                <a:ext uri="{FF2B5EF4-FFF2-40B4-BE49-F238E27FC236}">
                  <a16:creationId xmlns:a16="http://schemas.microsoft.com/office/drawing/2014/main" id="{62E70C53-86A5-C173-0E3D-F70DA6A19AC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8" name="Ellipse 517">
              <a:extLst>
                <a:ext uri="{FF2B5EF4-FFF2-40B4-BE49-F238E27FC236}">
                  <a16:creationId xmlns:a16="http://schemas.microsoft.com/office/drawing/2014/main" id="{DD6AB09D-2639-800A-96E1-53489D3C9EB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9" name="Ellipse 518">
              <a:extLst>
                <a:ext uri="{FF2B5EF4-FFF2-40B4-BE49-F238E27FC236}">
                  <a16:creationId xmlns:a16="http://schemas.microsoft.com/office/drawing/2014/main" id="{F3BE31AC-E09E-7A91-37AF-EDEB179EBCB8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0" name="Ellipse 519">
              <a:extLst>
                <a:ext uri="{FF2B5EF4-FFF2-40B4-BE49-F238E27FC236}">
                  <a16:creationId xmlns:a16="http://schemas.microsoft.com/office/drawing/2014/main" id="{F9B921FB-067D-EA44-6F71-4CAC3DF21036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1" name="Ellipse 520">
              <a:extLst>
                <a:ext uri="{FF2B5EF4-FFF2-40B4-BE49-F238E27FC236}">
                  <a16:creationId xmlns:a16="http://schemas.microsoft.com/office/drawing/2014/main" id="{9CC0F0E5-8075-3A05-7F60-BA588E668588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2" name="Ellipse 521">
              <a:extLst>
                <a:ext uri="{FF2B5EF4-FFF2-40B4-BE49-F238E27FC236}">
                  <a16:creationId xmlns:a16="http://schemas.microsoft.com/office/drawing/2014/main" id="{FFD213EE-EFD5-53B6-D858-26B8E75DADB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3" name="Ellipse 522">
              <a:extLst>
                <a:ext uri="{FF2B5EF4-FFF2-40B4-BE49-F238E27FC236}">
                  <a16:creationId xmlns:a16="http://schemas.microsoft.com/office/drawing/2014/main" id="{768820DC-71B1-2DB0-E90C-EB8C1667E84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4" name="Ellipse 523">
              <a:extLst>
                <a:ext uri="{FF2B5EF4-FFF2-40B4-BE49-F238E27FC236}">
                  <a16:creationId xmlns:a16="http://schemas.microsoft.com/office/drawing/2014/main" id="{07207308-30DA-DB23-C3B6-D2BCCA4E427D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5" name="Ellipse 524">
              <a:extLst>
                <a:ext uri="{FF2B5EF4-FFF2-40B4-BE49-F238E27FC236}">
                  <a16:creationId xmlns:a16="http://schemas.microsoft.com/office/drawing/2014/main" id="{7C7D9BBA-5959-EBB0-6DFE-8D66946DF0A3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6" name="Ellipse 525">
              <a:extLst>
                <a:ext uri="{FF2B5EF4-FFF2-40B4-BE49-F238E27FC236}">
                  <a16:creationId xmlns:a16="http://schemas.microsoft.com/office/drawing/2014/main" id="{750BDAE9-99FA-C281-3DEB-A4FED9AC3E5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7" name="Ellipse 526">
              <a:extLst>
                <a:ext uri="{FF2B5EF4-FFF2-40B4-BE49-F238E27FC236}">
                  <a16:creationId xmlns:a16="http://schemas.microsoft.com/office/drawing/2014/main" id="{2408039F-F442-9E98-34DA-5722BE5330D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28" name="Gruppieren 527">
            <a:extLst>
              <a:ext uri="{FF2B5EF4-FFF2-40B4-BE49-F238E27FC236}">
                <a16:creationId xmlns:a16="http://schemas.microsoft.com/office/drawing/2014/main" id="{C67097AA-0AC1-AAF1-DC67-3BCECB3A0D0C}"/>
              </a:ext>
            </a:extLst>
          </p:cNvPr>
          <p:cNvGrpSpPr/>
          <p:nvPr/>
        </p:nvGrpSpPr>
        <p:grpSpPr>
          <a:xfrm rot="4912871">
            <a:off x="3270237" y="1783421"/>
            <a:ext cx="2953403" cy="2665423"/>
            <a:chOff x="9535110" y="4663981"/>
            <a:chExt cx="2953403" cy="2665423"/>
          </a:xfrm>
        </p:grpSpPr>
        <p:sp>
          <p:nvSpPr>
            <p:cNvPr id="529" name="Ellipse 528">
              <a:extLst>
                <a:ext uri="{FF2B5EF4-FFF2-40B4-BE49-F238E27FC236}">
                  <a16:creationId xmlns:a16="http://schemas.microsoft.com/office/drawing/2014/main" id="{2E2A6B18-024C-4D82-C5AC-BACC37CCE1DA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0" name="Ellipse 529">
              <a:extLst>
                <a:ext uri="{FF2B5EF4-FFF2-40B4-BE49-F238E27FC236}">
                  <a16:creationId xmlns:a16="http://schemas.microsoft.com/office/drawing/2014/main" id="{74F723A3-9ADE-2DF7-32EB-F6EF247EE47F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1" name="Ellipse 530">
              <a:extLst>
                <a:ext uri="{FF2B5EF4-FFF2-40B4-BE49-F238E27FC236}">
                  <a16:creationId xmlns:a16="http://schemas.microsoft.com/office/drawing/2014/main" id="{0C11754A-7A29-19FB-84B1-5E72B4147695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2" name="Ellipse 531">
              <a:extLst>
                <a:ext uri="{FF2B5EF4-FFF2-40B4-BE49-F238E27FC236}">
                  <a16:creationId xmlns:a16="http://schemas.microsoft.com/office/drawing/2014/main" id="{CFEDBD90-A966-80DB-536F-F4448EB2B6EA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3" name="Ellipse 532">
              <a:extLst>
                <a:ext uri="{FF2B5EF4-FFF2-40B4-BE49-F238E27FC236}">
                  <a16:creationId xmlns:a16="http://schemas.microsoft.com/office/drawing/2014/main" id="{6BD0708E-9839-5225-F8B8-DC58EEA23E4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4" name="Ellipse 533">
              <a:extLst>
                <a:ext uri="{FF2B5EF4-FFF2-40B4-BE49-F238E27FC236}">
                  <a16:creationId xmlns:a16="http://schemas.microsoft.com/office/drawing/2014/main" id="{8B76242D-3C98-F810-FB4F-BEF678D8081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5" name="Ellipse 534">
              <a:extLst>
                <a:ext uri="{FF2B5EF4-FFF2-40B4-BE49-F238E27FC236}">
                  <a16:creationId xmlns:a16="http://schemas.microsoft.com/office/drawing/2014/main" id="{893F35BA-3743-AB32-1584-88A9DD9BA7E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6" name="Ellipse 535">
              <a:extLst>
                <a:ext uri="{FF2B5EF4-FFF2-40B4-BE49-F238E27FC236}">
                  <a16:creationId xmlns:a16="http://schemas.microsoft.com/office/drawing/2014/main" id="{DD2F60B4-DCDA-05C7-A3A3-ECCE406AE45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7" name="Ellipse 536">
              <a:extLst>
                <a:ext uri="{FF2B5EF4-FFF2-40B4-BE49-F238E27FC236}">
                  <a16:creationId xmlns:a16="http://schemas.microsoft.com/office/drawing/2014/main" id="{E859EFEC-4D2D-82DF-303B-6AF4A6633335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8" name="Ellipse 537">
              <a:extLst>
                <a:ext uri="{FF2B5EF4-FFF2-40B4-BE49-F238E27FC236}">
                  <a16:creationId xmlns:a16="http://schemas.microsoft.com/office/drawing/2014/main" id="{50434FA3-A3E0-AD30-B67C-DF76B8BBCD54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9" name="Ellipse 538">
              <a:extLst>
                <a:ext uri="{FF2B5EF4-FFF2-40B4-BE49-F238E27FC236}">
                  <a16:creationId xmlns:a16="http://schemas.microsoft.com/office/drawing/2014/main" id="{561B479A-9C9C-DA25-949A-1696B6D8A250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0" name="Ellipse 539">
              <a:extLst>
                <a:ext uri="{FF2B5EF4-FFF2-40B4-BE49-F238E27FC236}">
                  <a16:creationId xmlns:a16="http://schemas.microsoft.com/office/drawing/2014/main" id="{6F034023-8BF9-3293-DF37-D5E37CD92F0E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1" name="Ellipse 540">
              <a:extLst>
                <a:ext uri="{FF2B5EF4-FFF2-40B4-BE49-F238E27FC236}">
                  <a16:creationId xmlns:a16="http://schemas.microsoft.com/office/drawing/2014/main" id="{4F77067E-6B11-503F-5BF0-E11C2B7B845A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2" name="Ellipse 541">
              <a:extLst>
                <a:ext uri="{FF2B5EF4-FFF2-40B4-BE49-F238E27FC236}">
                  <a16:creationId xmlns:a16="http://schemas.microsoft.com/office/drawing/2014/main" id="{F62C6713-651A-0DB7-3B25-4A94D4068E71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3" name="Ellipse 542">
              <a:extLst>
                <a:ext uri="{FF2B5EF4-FFF2-40B4-BE49-F238E27FC236}">
                  <a16:creationId xmlns:a16="http://schemas.microsoft.com/office/drawing/2014/main" id="{D6271D3B-C530-3409-4882-BF8B6AE4516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4" name="Ellipse 543">
              <a:extLst>
                <a:ext uri="{FF2B5EF4-FFF2-40B4-BE49-F238E27FC236}">
                  <a16:creationId xmlns:a16="http://schemas.microsoft.com/office/drawing/2014/main" id="{A1096107-7C43-F009-FA68-10B44B48ECB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5" name="Ellipse 544">
              <a:extLst>
                <a:ext uri="{FF2B5EF4-FFF2-40B4-BE49-F238E27FC236}">
                  <a16:creationId xmlns:a16="http://schemas.microsoft.com/office/drawing/2014/main" id="{4B84EE46-C350-8F3D-E4AE-3D851E3B14D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6" name="Ellipse 545">
              <a:extLst>
                <a:ext uri="{FF2B5EF4-FFF2-40B4-BE49-F238E27FC236}">
                  <a16:creationId xmlns:a16="http://schemas.microsoft.com/office/drawing/2014/main" id="{C8E752D1-F238-B4E7-8AF4-E15A1067D51C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7" name="Ellipse 546">
              <a:extLst>
                <a:ext uri="{FF2B5EF4-FFF2-40B4-BE49-F238E27FC236}">
                  <a16:creationId xmlns:a16="http://schemas.microsoft.com/office/drawing/2014/main" id="{86500A67-7123-62F3-2AF7-C81B7B1D384F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8" name="Ellipse 547">
              <a:extLst>
                <a:ext uri="{FF2B5EF4-FFF2-40B4-BE49-F238E27FC236}">
                  <a16:creationId xmlns:a16="http://schemas.microsoft.com/office/drawing/2014/main" id="{53B62513-38E7-2537-0FCB-0FB356AB2AE1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9" name="Ellipse 548">
              <a:extLst>
                <a:ext uri="{FF2B5EF4-FFF2-40B4-BE49-F238E27FC236}">
                  <a16:creationId xmlns:a16="http://schemas.microsoft.com/office/drawing/2014/main" id="{94C835AC-3FF8-82F1-163F-4D1918A7991A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0" name="Ellipse 549">
              <a:extLst>
                <a:ext uri="{FF2B5EF4-FFF2-40B4-BE49-F238E27FC236}">
                  <a16:creationId xmlns:a16="http://schemas.microsoft.com/office/drawing/2014/main" id="{2CCD811D-3073-DFFA-BE2E-ACA2E8A47C97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1" name="Ellipse 550">
              <a:extLst>
                <a:ext uri="{FF2B5EF4-FFF2-40B4-BE49-F238E27FC236}">
                  <a16:creationId xmlns:a16="http://schemas.microsoft.com/office/drawing/2014/main" id="{2FCD8766-D053-EB5C-9801-50C90F76807C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2" name="Ellipse 551">
              <a:extLst>
                <a:ext uri="{FF2B5EF4-FFF2-40B4-BE49-F238E27FC236}">
                  <a16:creationId xmlns:a16="http://schemas.microsoft.com/office/drawing/2014/main" id="{1DC1DCDC-5BC9-F49F-AC0F-B8F00AAAE760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3" name="Ellipse 552">
              <a:extLst>
                <a:ext uri="{FF2B5EF4-FFF2-40B4-BE49-F238E27FC236}">
                  <a16:creationId xmlns:a16="http://schemas.microsoft.com/office/drawing/2014/main" id="{15F396B6-6EE9-EC6D-FABC-83C744BFAA8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54" name="Gruppieren 553">
            <a:extLst>
              <a:ext uri="{FF2B5EF4-FFF2-40B4-BE49-F238E27FC236}">
                <a16:creationId xmlns:a16="http://schemas.microsoft.com/office/drawing/2014/main" id="{77776008-9DD7-69EF-A652-68246B8F9B70}"/>
              </a:ext>
            </a:extLst>
          </p:cNvPr>
          <p:cNvGrpSpPr/>
          <p:nvPr/>
        </p:nvGrpSpPr>
        <p:grpSpPr>
          <a:xfrm rot="17100000">
            <a:off x="-826413" y="3180709"/>
            <a:ext cx="4629584" cy="2788981"/>
            <a:chOff x="-324210" y="4706992"/>
            <a:chExt cx="4629584" cy="2788981"/>
          </a:xfrm>
        </p:grpSpPr>
        <p:sp>
          <p:nvSpPr>
            <p:cNvPr id="555" name="Ellipse 554">
              <a:extLst>
                <a:ext uri="{FF2B5EF4-FFF2-40B4-BE49-F238E27FC236}">
                  <a16:creationId xmlns:a16="http://schemas.microsoft.com/office/drawing/2014/main" id="{B36014FF-82AD-5C72-B6F1-71440CB72A3A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6" name="Ellipse 555">
              <a:extLst>
                <a:ext uri="{FF2B5EF4-FFF2-40B4-BE49-F238E27FC236}">
                  <a16:creationId xmlns:a16="http://schemas.microsoft.com/office/drawing/2014/main" id="{B5A15CDB-2A06-3601-C291-81680257D47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7" name="Ellipse 556">
              <a:extLst>
                <a:ext uri="{FF2B5EF4-FFF2-40B4-BE49-F238E27FC236}">
                  <a16:creationId xmlns:a16="http://schemas.microsoft.com/office/drawing/2014/main" id="{704A6F9D-B3B3-5DA1-BEF0-E6F96E4418CA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8" name="Ellipse 557">
              <a:extLst>
                <a:ext uri="{FF2B5EF4-FFF2-40B4-BE49-F238E27FC236}">
                  <a16:creationId xmlns:a16="http://schemas.microsoft.com/office/drawing/2014/main" id="{0E6FDE0D-417C-BFE0-6EC2-8A6E8FCEE107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9" name="Ellipse 558">
              <a:extLst>
                <a:ext uri="{FF2B5EF4-FFF2-40B4-BE49-F238E27FC236}">
                  <a16:creationId xmlns:a16="http://schemas.microsoft.com/office/drawing/2014/main" id="{290EB1E1-6AB0-0B68-DF98-E59587865AEB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0" name="Ellipse 559">
              <a:extLst>
                <a:ext uri="{FF2B5EF4-FFF2-40B4-BE49-F238E27FC236}">
                  <a16:creationId xmlns:a16="http://schemas.microsoft.com/office/drawing/2014/main" id="{47B1D3F0-7F50-182C-7EC3-6412CB64DEDE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1" name="Ellipse 560">
              <a:extLst>
                <a:ext uri="{FF2B5EF4-FFF2-40B4-BE49-F238E27FC236}">
                  <a16:creationId xmlns:a16="http://schemas.microsoft.com/office/drawing/2014/main" id="{CC51720A-5814-0A9B-9028-DDB05A286A1F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2" name="Ellipse 561">
              <a:extLst>
                <a:ext uri="{FF2B5EF4-FFF2-40B4-BE49-F238E27FC236}">
                  <a16:creationId xmlns:a16="http://schemas.microsoft.com/office/drawing/2014/main" id="{40D8CFAD-9EA2-BC59-188D-7976DEE1799E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3" name="Ellipse 562">
              <a:extLst>
                <a:ext uri="{FF2B5EF4-FFF2-40B4-BE49-F238E27FC236}">
                  <a16:creationId xmlns:a16="http://schemas.microsoft.com/office/drawing/2014/main" id="{DFA76DF5-188C-673B-6425-C0A4052204C6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4" name="Ellipse 563">
              <a:extLst>
                <a:ext uri="{FF2B5EF4-FFF2-40B4-BE49-F238E27FC236}">
                  <a16:creationId xmlns:a16="http://schemas.microsoft.com/office/drawing/2014/main" id="{6E190211-03DE-018D-46E7-0BFB480D92BD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5" name="Ellipse 564">
              <a:extLst>
                <a:ext uri="{FF2B5EF4-FFF2-40B4-BE49-F238E27FC236}">
                  <a16:creationId xmlns:a16="http://schemas.microsoft.com/office/drawing/2014/main" id="{31FBB2F7-96F3-2D25-732C-31A60CE0F962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6" name="Ellipse 565">
              <a:extLst>
                <a:ext uri="{FF2B5EF4-FFF2-40B4-BE49-F238E27FC236}">
                  <a16:creationId xmlns:a16="http://schemas.microsoft.com/office/drawing/2014/main" id="{9C6EEDBE-A402-E1B8-EF8F-844A6E1ADE48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7" name="Ellipse 566">
              <a:extLst>
                <a:ext uri="{FF2B5EF4-FFF2-40B4-BE49-F238E27FC236}">
                  <a16:creationId xmlns:a16="http://schemas.microsoft.com/office/drawing/2014/main" id="{9BB5ACE4-1690-7CB1-D02D-33BEC15504D3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8" name="Ellipse 567">
              <a:extLst>
                <a:ext uri="{FF2B5EF4-FFF2-40B4-BE49-F238E27FC236}">
                  <a16:creationId xmlns:a16="http://schemas.microsoft.com/office/drawing/2014/main" id="{6A582F78-B7B5-AFD8-2832-59A4E97E7ECD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9" name="Ellipse 568">
              <a:extLst>
                <a:ext uri="{FF2B5EF4-FFF2-40B4-BE49-F238E27FC236}">
                  <a16:creationId xmlns:a16="http://schemas.microsoft.com/office/drawing/2014/main" id="{F9DEBCA5-E052-28CE-79CF-0DB2282D48A9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0" name="Ellipse 569">
              <a:extLst>
                <a:ext uri="{FF2B5EF4-FFF2-40B4-BE49-F238E27FC236}">
                  <a16:creationId xmlns:a16="http://schemas.microsoft.com/office/drawing/2014/main" id="{726462F3-2C85-3326-5B57-5F38CBC58E50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1" name="Ellipse 570">
              <a:extLst>
                <a:ext uri="{FF2B5EF4-FFF2-40B4-BE49-F238E27FC236}">
                  <a16:creationId xmlns:a16="http://schemas.microsoft.com/office/drawing/2014/main" id="{24BECA73-0677-3C12-7F52-3716F67BDCE6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2" name="Ellipse 571">
              <a:extLst>
                <a:ext uri="{FF2B5EF4-FFF2-40B4-BE49-F238E27FC236}">
                  <a16:creationId xmlns:a16="http://schemas.microsoft.com/office/drawing/2014/main" id="{0BB776BF-D597-A657-4CA6-432A651B34BC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3" name="Ellipse 572">
              <a:extLst>
                <a:ext uri="{FF2B5EF4-FFF2-40B4-BE49-F238E27FC236}">
                  <a16:creationId xmlns:a16="http://schemas.microsoft.com/office/drawing/2014/main" id="{8D62D57B-D61D-990E-C2E8-E0E9DC22B5DE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4" name="Ellipse 573">
              <a:extLst>
                <a:ext uri="{FF2B5EF4-FFF2-40B4-BE49-F238E27FC236}">
                  <a16:creationId xmlns:a16="http://schemas.microsoft.com/office/drawing/2014/main" id="{9DCFFD22-54EB-D087-AD4D-52CE8E996730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5" name="Ellipse 574">
              <a:extLst>
                <a:ext uri="{FF2B5EF4-FFF2-40B4-BE49-F238E27FC236}">
                  <a16:creationId xmlns:a16="http://schemas.microsoft.com/office/drawing/2014/main" id="{AF1E7B8E-59CA-AE8B-8410-12AFD31B6BE7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6" name="Ellipse 575">
              <a:extLst>
                <a:ext uri="{FF2B5EF4-FFF2-40B4-BE49-F238E27FC236}">
                  <a16:creationId xmlns:a16="http://schemas.microsoft.com/office/drawing/2014/main" id="{E38FC630-7428-9F5F-A220-9CF3CBD01B7D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7" name="Ellipse 576">
              <a:extLst>
                <a:ext uri="{FF2B5EF4-FFF2-40B4-BE49-F238E27FC236}">
                  <a16:creationId xmlns:a16="http://schemas.microsoft.com/office/drawing/2014/main" id="{D55E519A-9F5E-F23F-68D2-C60CABF7F7D6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8" name="Ellipse 577">
              <a:extLst>
                <a:ext uri="{FF2B5EF4-FFF2-40B4-BE49-F238E27FC236}">
                  <a16:creationId xmlns:a16="http://schemas.microsoft.com/office/drawing/2014/main" id="{2EBFA6B4-44BC-EA3E-DF34-912B7C80AF71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9" name="Ellipse 578">
              <a:extLst>
                <a:ext uri="{FF2B5EF4-FFF2-40B4-BE49-F238E27FC236}">
                  <a16:creationId xmlns:a16="http://schemas.microsoft.com/office/drawing/2014/main" id="{D0B7BDA8-03FC-FADD-3E53-507B948A88AD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0" name="Ellipse 579">
              <a:extLst>
                <a:ext uri="{FF2B5EF4-FFF2-40B4-BE49-F238E27FC236}">
                  <a16:creationId xmlns:a16="http://schemas.microsoft.com/office/drawing/2014/main" id="{4B526BA8-AC18-F740-19E0-AA10CB251F28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1" name="Ellipse 580">
              <a:extLst>
                <a:ext uri="{FF2B5EF4-FFF2-40B4-BE49-F238E27FC236}">
                  <a16:creationId xmlns:a16="http://schemas.microsoft.com/office/drawing/2014/main" id="{0D2CB272-4FFF-6910-CC0D-B4A60DBA2BDE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2" name="Ellipse 581">
              <a:extLst>
                <a:ext uri="{FF2B5EF4-FFF2-40B4-BE49-F238E27FC236}">
                  <a16:creationId xmlns:a16="http://schemas.microsoft.com/office/drawing/2014/main" id="{8A01F87A-E521-564C-55C0-F30DB25930D0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83" name="Gruppieren 582">
            <a:extLst>
              <a:ext uri="{FF2B5EF4-FFF2-40B4-BE49-F238E27FC236}">
                <a16:creationId xmlns:a16="http://schemas.microsoft.com/office/drawing/2014/main" id="{55D29C3C-4FBC-9FF2-FB91-E24AA4BE240F}"/>
              </a:ext>
            </a:extLst>
          </p:cNvPr>
          <p:cNvGrpSpPr/>
          <p:nvPr/>
        </p:nvGrpSpPr>
        <p:grpSpPr>
          <a:xfrm rot="6300000">
            <a:off x="-37673" y="2640234"/>
            <a:ext cx="4629584" cy="2788981"/>
            <a:chOff x="-324210" y="4706992"/>
            <a:chExt cx="4629584" cy="2788981"/>
          </a:xfrm>
        </p:grpSpPr>
        <p:sp>
          <p:nvSpPr>
            <p:cNvPr id="584" name="Ellipse 583">
              <a:extLst>
                <a:ext uri="{FF2B5EF4-FFF2-40B4-BE49-F238E27FC236}">
                  <a16:creationId xmlns:a16="http://schemas.microsoft.com/office/drawing/2014/main" id="{1E9DD232-A28E-0E47-B5F6-2C3F945DFC25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5" name="Ellipse 584">
              <a:extLst>
                <a:ext uri="{FF2B5EF4-FFF2-40B4-BE49-F238E27FC236}">
                  <a16:creationId xmlns:a16="http://schemas.microsoft.com/office/drawing/2014/main" id="{591C2066-5367-7E90-1BC8-DE442FC777EA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6" name="Ellipse 585">
              <a:extLst>
                <a:ext uri="{FF2B5EF4-FFF2-40B4-BE49-F238E27FC236}">
                  <a16:creationId xmlns:a16="http://schemas.microsoft.com/office/drawing/2014/main" id="{BBC5CD2D-DE18-58DC-94E9-E03E25892039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7" name="Ellipse 586">
              <a:extLst>
                <a:ext uri="{FF2B5EF4-FFF2-40B4-BE49-F238E27FC236}">
                  <a16:creationId xmlns:a16="http://schemas.microsoft.com/office/drawing/2014/main" id="{B17F4E60-84BF-3C26-BE75-0CD17AC0AC8B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8" name="Ellipse 587">
              <a:extLst>
                <a:ext uri="{FF2B5EF4-FFF2-40B4-BE49-F238E27FC236}">
                  <a16:creationId xmlns:a16="http://schemas.microsoft.com/office/drawing/2014/main" id="{4DBAC59C-8203-0D96-E3BE-36D0B29FDBD7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9" name="Ellipse 588">
              <a:extLst>
                <a:ext uri="{FF2B5EF4-FFF2-40B4-BE49-F238E27FC236}">
                  <a16:creationId xmlns:a16="http://schemas.microsoft.com/office/drawing/2014/main" id="{87A150B1-FBA6-14C9-2E8C-4078E811E83E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0" name="Ellipse 589">
              <a:extLst>
                <a:ext uri="{FF2B5EF4-FFF2-40B4-BE49-F238E27FC236}">
                  <a16:creationId xmlns:a16="http://schemas.microsoft.com/office/drawing/2014/main" id="{41D12A71-6C92-8629-3ECC-E298C81DE6D5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1" name="Ellipse 590">
              <a:extLst>
                <a:ext uri="{FF2B5EF4-FFF2-40B4-BE49-F238E27FC236}">
                  <a16:creationId xmlns:a16="http://schemas.microsoft.com/office/drawing/2014/main" id="{A50BDFF6-B076-58E9-C610-62C288CFAAA5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2" name="Ellipse 591">
              <a:extLst>
                <a:ext uri="{FF2B5EF4-FFF2-40B4-BE49-F238E27FC236}">
                  <a16:creationId xmlns:a16="http://schemas.microsoft.com/office/drawing/2014/main" id="{8193DB68-8950-EE5C-EB58-9092A36FE2DE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3" name="Ellipse 592">
              <a:extLst>
                <a:ext uri="{FF2B5EF4-FFF2-40B4-BE49-F238E27FC236}">
                  <a16:creationId xmlns:a16="http://schemas.microsoft.com/office/drawing/2014/main" id="{E030464A-4B35-D785-6C21-DB663A11AAB1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4" name="Ellipse 593">
              <a:extLst>
                <a:ext uri="{FF2B5EF4-FFF2-40B4-BE49-F238E27FC236}">
                  <a16:creationId xmlns:a16="http://schemas.microsoft.com/office/drawing/2014/main" id="{D19BA8F9-D738-8FDF-9EF3-1BD9CB4571BC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5" name="Ellipse 594">
              <a:extLst>
                <a:ext uri="{FF2B5EF4-FFF2-40B4-BE49-F238E27FC236}">
                  <a16:creationId xmlns:a16="http://schemas.microsoft.com/office/drawing/2014/main" id="{65F6B4C4-17E1-58EE-1594-7D64EB58AB20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6" name="Ellipse 595">
              <a:extLst>
                <a:ext uri="{FF2B5EF4-FFF2-40B4-BE49-F238E27FC236}">
                  <a16:creationId xmlns:a16="http://schemas.microsoft.com/office/drawing/2014/main" id="{273FF469-CE7D-D511-F084-7A503788A98E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7" name="Ellipse 596">
              <a:extLst>
                <a:ext uri="{FF2B5EF4-FFF2-40B4-BE49-F238E27FC236}">
                  <a16:creationId xmlns:a16="http://schemas.microsoft.com/office/drawing/2014/main" id="{C4AE0C17-1049-31C3-98FB-3BAF0E344922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8" name="Ellipse 597">
              <a:extLst>
                <a:ext uri="{FF2B5EF4-FFF2-40B4-BE49-F238E27FC236}">
                  <a16:creationId xmlns:a16="http://schemas.microsoft.com/office/drawing/2014/main" id="{FEDF0BB6-C953-7F2C-D831-3BD8551E71AC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9" name="Ellipse 598">
              <a:extLst>
                <a:ext uri="{FF2B5EF4-FFF2-40B4-BE49-F238E27FC236}">
                  <a16:creationId xmlns:a16="http://schemas.microsoft.com/office/drawing/2014/main" id="{925DE1C7-65FE-93E7-E596-66938B2A573C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0" name="Ellipse 599">
              <a:extLst>
                <a:ext uri="{FF2B5EF4-FFF2-40B4-BE49-F238E27FC236}">
                  <a16:creationId xmlns:a16="http://schemas.microsoft.com/office/drawing/2014/main" id="{98EB63B2-20BC-4CA3-C4D7-281DC0A46C3A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1" name="Ellipse 600">
              <a:extLst>
                <a:ext uri="{FF2B5EF4-FFF2-40B4-BE49-F238E27FC236}">
                  <a16:creationId xmlns:a16="http://schemas.microsoft.com/office/drawing/2014/main" id="{746D28AA-039C-CA52-F82A-2285E7C552C8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2" name="Ellipse 601">
              <a:extLst>
                <a:ext uri="{FF2B5EF4-FFF2-40B4-BE49-F238E27FC236}">
                  <a16:creationId xmlns:a16="http://schemas.microsoft.com/office/drawing/2014/main" id="{E3A08D91-141E-CC34-FEF0-A05E3450D7D2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3" name="Ellipse 602">
              <a:extLst>
                <a:ext uri="{FF2B5EF4-FFF2-40B4-BE49-F238E27FC236}">
                  <a16:creationId xmlns:a16="http://schemas.microsoft.com/office/drawing/2014/main" id="{1ED5C6BE-5A80-DC55-40EC-76AD1577D960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4" name="Ellipse 603">
              <a:extLst>
                <a:ext uri="{FF2B5EF4-FFF2-40B4-BE49-F238E27FC236}">
                  <a16:creationId xmlns:a16="http://schemas.microsoft.com/office/drawing/2014/main" id="{F0F49CB6-84C8-1E1C-CFBA-C239046AAD7E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5" name="Ellipse 604">
              <a:extLst>
                <a:ext uri="{FF2B5EF4-FFF2-40B4-BE49-F238E27FC236}">
                  <a16:creationId xmlns:a16="http://schemas.microsoft.com/office/drawing/2014/main" id="{644B8D60-BFB5-2C87-A47E-41853B110116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6" name="Ellipse 605">
              <a:extLst>
                <a:ext uri="{FF2B5EF4-FFF2-40B4-BE49-F238E27FC236}">
                  <a16:creationId xmlns:a16="http://schemas.microsoft.com/office/drawing/2014/main" id="{38170608-E1D6-E65F-6FD4-BF55425CC22E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7" name="Ellipse 606">
              <a:extLst>
                <a:ext uri="{FF2B5EF4-FFF2-40B4-BE49-F238E27FC236}">
                  <a16:creationId xmlns:a16="http://schemas.microsoft.com/office/drawing/2014/main" id="{D4C087A1-E131-99F6-CA02-285E1B8AAEF9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8" name="Ellipse 607">
              <a:extLst>
                <a:ext uri="{FF2B5EF4-FFF2-40B4-BE49-F238E27FC236}">
                  <a16:creationId xmlns:a16="http://schemas.microsoft.com/office/drawing/2014/main" id="{F793DFC1-F5F1-3140-9481-678458D8AFE8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9" name="Ellipse 608">
              <a:extLst>
                <a:ext uri="{FF2B5EF4-FFF2-40B4-BE49-F238E27FC236}">
                  <a16:creationId xmlns:a16="http://schemas.microsoft.com/office/drawing/2014/main" id="{3908D7C1-1EDC-41E6-44A6-251872786789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0" name="Ellipse 609">
              <a:extLst>
                <a:ext uri="{FF2B5EF4-FFF2-40B4-BE49-F238E27FC236}">
                  <a16:creationId xmlns:a16="http://schemas.microsoft.com/office/drawing/2014/main" id="{4D6D7C0F-CF39-1A05-51B7-EAC595E952C4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1" name="Ellipse 610">
              <a:extLst>
                <a:ext uri="{FF2B5EF4-FFF2-40B4-BE49-F238E27FC236}">
                  <a16:creationId xmlns:a16="http://schemas.microsoft.com/office/drawing/2014/main" id="{F1BA40AF-A138-4F9D-E53F-491319ED1F4C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612" name="Gruppieren 611">
            <a:extLst>
              <a:ext uri="{FF2B5EF4-FFF2-40B4-BE49-F238E27FC236}">
                <a16:creationId xmlns:a16="http://schemas.microsoft.com/office/drawing/2014/main" id="{44A0EDA2-E844-E9DE-6A5F-B8D89CD13026}"/>
              </a:ext>
            </a:extLst>
          </p:cNvPr>
          <p:cNvGrpSpPr/>
          <p:nvPr/>
        </p:nvGrpSpPr>
        <p:grpSpPr>
          <a:xfrm rot="6300000">
            <a:off x="-2289554" y="3513691"/>
            <a:ext cx="4629584" cy="2788981"/>
            <a:chOff x="-324210" y="4706992"/>
            <a:chExt cx="4629584" cy="2788981"/>
          </a:xfrm>
        </p:grpSpPr>
        <p:sp>
          <p:nvSpPr>
            <p:cNvPr id="613" name="Ellipse 612">
              <a:extLst>
                <a:ext uri="{FF2B5EF4-FFF2-40B4-BE49-F238E27FC236}">
                  <a16:creationId xmlns:a16="http://schemas.microsoft.com/office/drawing/2014/main" id="{EBA46A78-6EAC-341E-11E7-4FEAD4E1293D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4" name="Ellipse 613">
              <a:extLst>
                <a:ext uri="{FF2B5EF4-FFF2-40B4-BE49-F238E27FC236}">
                  <a16:creationId xmlns:a16="http://schemas.microsoft.com/office/drawing/2014/main" id="{C91418B1-6261-14DB-E992-1FE42CA9312B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5" name="Ellipse 614">
              <a:extLst>
                <a:ext uri="{FF2B5EF4-FFF2-40B4-BE49-F238E27FC236}">
                  <a16:creationId xmlns:a16="http://schemas.microsoft.com/office/drawing/2014/main" id="{9984F8DE-03A3-FDCC-F7FF-8D85E24E3E9D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6" name="Ellipse 615">
              <a:extLst>
                <a:ext uri="{FF2B5EF4-FFF2-40B4-BE49-F238E27FC236}">
                  <a16:creationId xmlns:a16="http://schemas.microsoft.com/office/drawing/2014/main" id="{940B0451-1DB5-15A6-91AB-54219F7A3B8B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7" name="Ellipse 616">
              <a:extLst>
                <a:ext uri="{FF2B5EF4-FFF2-40B4-BE49-F238E27FC236}">
                  <a16:creationId xmlns:a16="http://schemas.microsoft.com/office/drawing/2014/main" id="{5DCA6BB9-5627-867B-F5C9-E841CB15C689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8" name="Ellipse 617">
              <a:extLst>
                <a:ext uri="{FF2B5EF4-FFF2-40B4-BE49-F238E27FC236}">
                  <a16:creationId xmlns:a16="http://schemas.microsoft.com/office/drawing/2014/main" id="{6C3AB0A7-9812-2119-F2C1-6EC6A9CEF91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9" name="Ellipse 618">
              <a:extLst>
                <a:ext uri="{FF2B5EF4-FFF2-40B4-BE49-F238E27FC236}">
                  <a16:creationId xmlns:a16="http://schemas.microsoft.com/office/drawing/2014/main" id="{3F5931A7-BB32-1881-6C87-60CDCC4AC6E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0" name="Ellipse 619">
              <a:extLst>
                <a:ext uri="{FF2B5EF4-FFF2-40B4-BE49-F238E27FC236}">
                  <a16:creationId xmlns:a16="http://schemas.microsoft.com/office/drawing/2014/main" id="{2FB1E607-914D-A4D7-6C7C-01E5141A9B7E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1" name="Ellipse 620">
              <a:extLst>
                <a:ext uri="{FF2B5EF4-FFF2-40B4-BE49-F238E27FC236}">
                  <a16:creationId xmlns:a16="http://schemas.microsoft.com/office/drawing/2014/main" id="{CEE025CB-FA2C-A67E-55F6-57B3DF4D4F66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2" name="Ellipse 621">
              <a:extLst>
                <a:ext uri="{FF2B5EF4-FFF2-40B4-BE49-F238E27FC236}">
                  <a16:creationId xmlns:a16="http://schemas.microsoft.com/office/drawing/2014/main" id="{830EF937-E704-92BB-E338-E0808AD40173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3" name="Ellipse 622">
              <a:extLst>
                <a:ext uri="{FF2B5EF4-FFF2-40B4-BE49-F238E27FC236}">
                  <a16:creationId xmlns:a16="http://schemas.microsoft.com/office/drawing/2014/main" id="{D4EEEAFC-1592-ECCA-6EBE-CAEAD1350E50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4" name="Ellipse 623">
              <a:extLst>
                <a:ext uri="{FF2B5EF4-FFF2-40B4-BE49-F238E27FC236}">
                  <a16:creationId xmlns:a16="http://schemas.microsoft.com/office/drawing/2014/main" id="{83682A89-D78E-9879-343A-AC7541F8A1CB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5" name="Ellipse 624">
              <a:extLst>
                <a:ext uri="{FF2B5EF4-FFF2-40B4-BE49-F238E27FC236}">
                  <a16:creationId xmlns:a16="http://schemas.microsoft.com/office/drawing/2014/main" id="{48C2513F-A923-D6D1-DDB0-2F7DFFECD6C3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6" name="Ellipse 625">
              <a:extLst>
                <a:ext uri="{FF2B5EF4-FFF2-40B4-BE49-F238E27FC236}">
                  <a16:creationId xmlns:a16="http://schemas.microsoft.com/office/drawing/2014/main" id="{C430EAB8-62F2-61FC-10AB-4F76789FD0EA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7" name="Ellipse 626">
              <a:extLst>
                <a:ext uri="{FF2B5EF4-FFF2-40B4-BE49-F238E27FC236}">
                  <a16:creationId xmlns:a16="http://schemas.microsoft.com/office/drawing/2014/main" id="{CF3C157D-1FC4-8FB4-9297-3E48D470AAD3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8" name="Ellipse 627">
              <a:extLst>
                <a:ext uri="{FF2B5EF4-FFF2-40B4-BE49-F238E27FC236}">
                  <a16:creationId xmlns:a16="http://schemas.microsoft.com/office/drawing/2014/main" id="{43EE6DDF-ADD4-7703-C56E-5DDFF0A1E99E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9" name="Ellipse 628">
              <a:extLst>
                <a:ext uri="{FF2B5EF4-FFF2-40B4-BE49-F238E27FC236}">
                  <a16:creationId xmlns:a16="http://schemas.microsoft.com/office/drawing/2014/main" id="{9FE0331E-8F1B-CD4D-966B-0B9DFD6720A5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0" name="Ellipse 629">
              <a:extLst>
                <a:ext uri="{FF2B5EF4-FFF2-40B4-BE49-F238E27FC236}">
                  <a16:creationId xmlns:a16="http://schemas.microsoft.com/office/drawing/2014/main" id="{043718DC-A809-69C8-3FEF-5E022BA21C84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1" name="Ellipse 630">
              <a:extLst>
                <a:ext uri="{FF2B5EF4-FFF2-40B4-BE49-F238E27FC236}">
                  <a16:creationId xmlns:a16="http://schemas.microsoft.com/office/drawing/2014/main" id="{46A363BC-A5F3-6ECA-3DB8-B4D15DBD4CA3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2" name="Ellipse 631">
              <a:extLst>
                <a:ext uri="{FF2B5EF4-FFF2-40B4-BE49-F238E27FC236}">
                  <a16:creationId xmlns:a16="http://schemas.microsoft.com/office/drawing/2014/main" id="{A4B73271-DC52-C9C0-4096-0ED964412D58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3" name="Ellipse 632">
              <a:extLst>
                <a:ext uri="{FF2B5EF4-FFF2-40B4-BE49-F238E27FC236}">
                  <a16:creationId xmlns:a16="http://schemas.microsoft.com/office/drawing/2014/main" id="{31DB207B-0E53-D972-D3F3-A77B6622EF5F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4" name="Ellipse 633">
              <a:extLst>
                <a:ext uri="{FF2B5EF4-FFF2-40B4-BE49-F238E27FC236}">
                  <a16:creationId xmlns:a16="http://schemas.microsoft.com/office/drawing/2014/main" id="{9091911D-F654-8572-5DAC-03805489000D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5" name="Ellipse 634">
              <a:extLst>
                <a:ext uri="{FF2B5EF4-FFF2-40B4-BE49-F238E27FC236}">
                  <a16:creationId xmlns:a16="http://schemas.microsoft.com/office/drawing/2014/main" id="{A40D78EC-81A0-98F3-3D88-B347ECC4F232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6" name="Ellipse 635">
              <a:extLst>
                <a:ext uri="{FF2B5EF4-FFF2-40B4-BE49-F238E27FC236}">
                  <a16:creationId xmlns:a16="http://schemas.microsoft.com/office/drawing/2014/main" id="{3AA3A42B-2863-389F-ADE1-2BD67E6F531E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7" name="Ellipse 636">
              <a:extLst>
                <a:ext uri="{FF2B5EF4-FFF2-40B4-BE49-F238E27FC236}">
                  <a16:creationId xmlns:a16="http://schemas.microsoft.com/office/drawing/2014/main" id="{99911666-F072-7693-7AA8-92EB6123183F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8" name="Ellipse 637">
              <a:extLst>
                <a:ext uri="{FF2B5EF4-FFF2-40B4-BE49-F238E27FC236}">
                  <a16:creationId xmlns:a16="http://schemas.microsoft.com/office/drawing/2014/main" id="{1A6FBC93-FCEC-745C-D8C6-5B6163B8508B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9" name="Ellipse 638">
              <a:extLst>
                <a:ext uri="{FF2B5EF4-FFF2-40B4-BE49-F238E27FC236}">
                  <a16:creationId xmlns:a16="http://schemas.microsoft.com/office/drawing/2014/main" id="{7D3286B0-1C57-256B-A84A-8ACCFA0B2CD9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0" name="Ellipse 639">
              <a:extLst>
                <a:ext uri="{FF2B5EF4-FFF2-40B4-BE49-F238E27FC236}">
                  <a16:creationId xmlns:a16="http://schemas.microsoft.com/office/drawing/2014/main" id="{E9BAF000-1640-4E0A-1A5E-93207B4EDB18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641" name="Gruppieren 640">
            <a:extLst>
              <a:ext uri="{FF2B5EF4-FFF2-40B4-BE49-F238E27FC236}">
                <a16:creationId xmlns:a16="http://schemas.microsoft.com/office/drawing/2014/main" id="{CA820277-861A-F623-8156-9EB653142298}"/>
              </a:ext>
            </a:extLst>
          </p:cNvPr>
          <p:cNvGrpSpPr/>
          <p:nvPr/>
        </p:nvGrpSpPr>
        <p:grpSpPr>
          <a:xfrm rot="6300000">
            <a:off x="-1115392" y="2120931"/>
            <a:ext cx="4629584" cy="2788981"/>
            <a:chOff x="-324210" y="4706992"/>
            <a:chExt cx="4629584" cy="2788981"/>
          </a:xfrm>
        </p:grpSpPr>
        <p:sp>
          <p:nvSpPr>
            <p:cNvPr id="642" name="Ellipse 641">
              <a:extLst>
                <a:ext uri="{FF2B5EF4-FFF2-40B4-BE49-F238E27FC236}">
                  <a16:creationId xmlns:a16="http://schemas.microsoft.com/office/drawing/2014/main" id="{E9BD5173-DADF-7570-11FF-C4D115E77E10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3" name="Ellipse 642">
              <a:extLst>
                <a:ext uri="{FF2B5EF4-FFF2-40B4-BE49-F238E27FC236}">
                  <a16:creationId xmlns:a16="http://schemas.microsoft.com/office/drawing/2014/main" id="{9EA5B761-7D72-F6D9-9748-F9042060B36A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4" name="Ellipse 643">
              <a:extLst>
                <a:ext uri="{FF2B5EF4-FFF2-40B4-BE49-F238E27FC236}">
                  <a16:creationId xmlns:a16="http://schemas.microsoft.com/office/drawing/2014/main" id="{AF96FC1F-819F-F05C-12BD-FB7374E4BB19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5" name="Ellipse 644">
              <a:extLst>
                <a:ext uri="{FF2B5EF4-FFF2-40B4-BE49-F238E27FC236}">
                  <a16:creationId xmlns:a16="http://schemas.microsoft.com/office/drawing/2014/main" id="{65B57894-DE00-6A30-22DF-846E05C749F0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6" name="Ellipse 645">
              <a:extLst>
                <a:ext uri="{FF2B5EF4-FFF2-40B4-BE49-F238E27FC236}">
                  <a16:creationId xmlns:a16="http://schemas.microsoft.com/office/drawing/2014/main" id="{7D315D9D-232C-F758-6CD4-4B22A60A6F89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7" name="Ellipse 646">
              <a:extLst>
                <a:ext uri="{FF2B5EF4-FFF2-40B4-BE49-F238E27FC236}">
                  <a16:creationId xmlns:a16="http://schemas.microsoft.com/office/drawing/2014/main" id="{D1A4625B-BEF5-D4A9-15EC-50EF223767BD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8" name="Ellipse 647">
              <a:extLst>
                <a:ext uri="{FF2B5EF4-FFF2-40B4-BE49-F238E27FC236}">
                  <a16:creationId xmlns:a16="http://schemas.microsoft.com/office/drawing/2014/main" id="{4D7308C0-47C0-41C3-09F2-D4A9A8BBEDB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9" name="Ellipse 648">
              <a:extLst>
                <a:ext uri="{FF2B5EF4-FFF2-40B4-BE49-F238E27FC236}">
                  <a16:creationId xmlns:a16="http://schemas.microsoft.com/office/drawing/2014/main" id="{8FD20DA0-0533-3F5B-0213-C4434B6F6BBC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0" name="Ellipse 649">
              <a:extLst>
                <a:ext uri="{FF2B5EF4-FFF2-40B4-BE49-F238E27FC236}">
                  <a16:creationId xmlns:a16="http://schemas.microsoft.com/office/drawing/2014/main" id="{992155C5-78A4-A794-2E2E-CD2478A73545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1" name="Ellipse 650">
              <a:extLst>
                <a:ext uri="{FF2B5EF4-FFF2-40B4-BE49-F238E27FC236}">
                  <a16:creationId xmlns:a16="http://schemas.microsoft.com/office/drawing/2014/main" id="{C6713F4E-F80C-1EB6-6FE9-DC17033F024E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2" name="Ellipse 651">
              <a:extLst>
                <a:ext uri="{FF2B5EF4-FFF2-40B4-BE49-F238E27FC236}">
                  <a16:creationId xmlns:a16="http://schemas.microsoft.com/office/drawing/2014/main" id="{35BFACBA-9084-CBF0-CF4C-57B34FE1829C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3" name="Ellipse 652">
              <a:extLst>
                <a:ext uri="{FF2B5EF4-FFF2-40B4-BE49-F238E27FC236}">
                  <a16:creationId xmlns:a16="http://schemas.microsoft.com/office/drawing/2014/main" id="{A420AC58-4192-7909-31C0-F498EE0531FF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4" name="Ellipse 653">
              <a:extLst>
                <a:ext uri="{FF2B5EF4-FFF2-40B4-BE49-F238E27FC236}">
                  <a16:creationId xmlns:a16="http://schemas.microsoft.com/office/drawing/2014/main" id="{DDBBE996-2698-EC6A-31B8-FADA77BEA81A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5" name="Ellipse 654">
              <a:extLst>
                <a:ext uri="{FF2B5EF4-FFF2-40B4-BE49-F238E27FC236}">
                  <a16:creationId xmlns:a16="http://schemas.microsoft.com/office/drawing/2014/main" id="{C7E92EC3-EF93-08C3-B573-3B1CCF24DB69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6" name="Ellipse 655">
              <a:extLst>
                <a:ext uri="{FF2B5EF4-FFF2-40B4-BE49-F238E27FC236}">
                  <a16:creationId xmlns:a16="http://schemas.microsoft.com/office/drawing/2014/main" id="{C27C2F17-CDA6-7A71-08C1-A65B1830A499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7" name="Ellipse 656">
              <a:extLst>
                <a:ext uri="{FF2B5EF4-FFF2-40B4-BE49-F238E27FC236}">
                  <a16:creationId xmlns:a16="http://schemas.microsoft.com/office/drawing/2014/main" id="{6C821832-373B-B8CF-C54E-D42774774528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8" name="Ellipse 657">
              <a:extLst>
                <a:ext uri="{FF2B5EF4-FFF2-40B4-BE49-F238E27FC236}">
                  <a16:creationId xmlns:a16="http://schemas.microsoft.com/office/drawing/2014/main" id="{6889CF29-C471-E8DE-9A04-FDF94F51CB27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9" name="Ellipse 658">
              <a:extLst>
                <a:ext uri="{FF2B5EF4-FFF2-40B4-BE49-F238E27FC236}">
                  <a16:creationId xmlns:a16="http://schemas.microsoft.com/office/drawing/2014/main" id="{CDC36809-21C0-AAB5-3CE0-A309B5B736C1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0" name="Ellipse 659">
              <a:extLst>
                <a:ext uri="{FF2B5EF4-FFF2-40B4-BE49-F238E27FC236}">
                  <a16:creationId xmlns:a16="http://schemas.microsoft.com/office/drawing/2014/main" id="{0D197FEE-9927-2003-C13C-1447758DBFFD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1" name="Ellipse 660">
              <a:extLst>
                <a:ext uri="{FF2B5EF4-FFF2-40B4-BE49-F238E27FC236}">
                  <a16:creationId xmlns:a16="http://schemas.microsoft.com/office/drawing/2014/main" id="{FA47251B-0C08-C49C-2394-C1D0DDC91F15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2" name="Ellipse 661">
              <a:extLst>
                <a:ext uri="{FF2B5EF4-FFF2-40B4-BE49-F238E27FC236}">
                  <a16:creationId xmlns:a16="http://schemas.microsoft.com/office/drawing/2014/main" id="{9F9B3458-7A51-3209-2403-81771BF253B0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3" name="Ellipse 662">
              <a:extLst>
                <a:ext uri="{FF2B5EF4-FFF2-40B4-BE49-F238E27FC236}">
                  <a16:creationId xmlns:a16="http://schemas.microsoft.com/office/drawing/2014/main" id="{8752D307-0E39-E545-93DC-A51F99EBFE64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4" name="Ellipse 663">
              <a:extLst>
                <a:ext uri="{FF2B5EF4-FFF2-40B4-BE49-F238E27FC236}">
                  <a16:creationId xmlns:a16="http://schemas.microsoft.com/office/drawing/2014/main" id="{7F9C9246-5103-1B4A-DB66-0AA10E185E8A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5" name="Ellipse 664">
              <a:extLst>
                <a:ext uri="{FF2B5EF4-FFF2-40B4-BE49-F238E27FC236}">
                  <a16:creationId xmlns:a16="http://schemas.microsoft.com/office/drawing/2014/main" id="{0206C155-8E25-1B2B-B55E-19ABBA36EC94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6" name="Ellipse 665">
              <a:extLst>
                <a:ext uri="{FF2B5EF4-FFF2-40B4-BE49-F238E27FC236}">
                  <a16:creationId xmlns:a16="http://schemas.microsoft.com/office/drawing/2014/main" id="{098981C0-BC7A-1792-A70B-FAC31A506841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7" name="Ellipse 666">
              <a:extLst>
                <a:ext uri="{FF2B5EF4-FFF2-40B4-BE49-F238E27FC236}">
                  <a16:creationId xmlns:a16="http://schemas.microsoft.com/office/drawing/2014/main" id="{E7D58981-CF44-311E-9F06-0DB13FBDF6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8" name="Ellipse 667">
              <a:extLst>
                <a:ext uri="{FF2B5EF4-FFF2-40B4-BE49-F238E27FC236}">
                  <a16:creationId xmlns:a16="http://schemas.microsoft.com/office/drawing/2014/main" id="{ACB0F4FD-E7CC-DCE0-9178-BDE0869BEFFC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9" name="Ellipse 668">
              <a:extLst>
                <a:ext uri="{FF2B5EF4-FFF2-40B4-BE49-F238E27FC236}">
                  <a16:creationId xmlns:a16="http://schemas.microsoft.com/office/drawing/2014/main" id="{82D3CE84-FED1-8E90-E6EF-04A3804E1107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670" name="Grafik 669">
            <a:extLst>
              <a:ext uri="{FF2B5EF4-FFF2-40B4-BE49-F238E27FC236}">
                <a16:creationId xmlns:a16="http://schemas.microsoft.com/office/drawing/2014/main" id="{E93E9022-F43A-7A44-7628-B946571E0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 flipH="1">
            <a:off x="10670891" y="7765206"/>
            <a:ext cx="1591374" cy="1190084"/>
          </a:xfrm>
          <a:prstGeom prst="rect">
            <a:avLst/>
          </a:prstGeom>
        </p:spPr>
      </p:pic>
      <p:sp>
        <p:nvSpPr>
          <p:cNvPr id="671" name="Ellipse 670">
            <a:extLst>
              <a:ext uri="{FF2B5EF4-FFF2-40B4-BE49-F238E27FC236}">
                <a16:creationId xmlns:a16="http://schemas.microsoft.com/office/drawing/2014/main" id="{1CD855A0-BF94-A147-F080-27EDB0F07094}"/>
              </a:ext>
            </a:extLst>
          </p:cNvPr>
          <p:cNvSpPr/>
          <p:nvPr/>
        </p:nvSpPr>
        <p:spPr>
          <a:xfrm rot="9412871">
            <a:off x="5940011" y="28648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2" name="Ellipse 671">
            <a:extLst>
              <a:ext uri="{FF2B5EF4-FFF2-40B4-BE49-F238E27FC236}">
                <a16:creationId xmlns:a16="http://schemas.microsoft.com/office/drawing/2014/main" id="{DA6A95A8-F9AC-FC98-9594-E09D9A5AEE66}"/>
              </a:ext>
            </a:extLst>
          </p:cNvPr>
          <p:cNvSpPr/>
          <p:nvPr/>
        </p:nvSpPr>
        <p:spPr>
          <a:xfrm rot="9412871">
            <a:off x="5922649" y="322834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3" name="Ellipse 672">
            <a:extLst>
              <a:ext uri="{FF2B5EF4-FFF2-40B4-BE49-F238E27FC236}">
                <a16:creationId xmlns:a16="http://schemas.microsoft.com/office/drawing/2014/main" id="{DE86D89C-E5A5-516E-D2C8-4DF6E577A195}"/>
              </a:ext>
            </a:extLst>
          </p:cNvPr>
          <p:cNvSpPr/>
          <p:nvPr/>
        </p:nvSpPr>
        <p:spPr>
          <a:xfrm rot="9412871">
            <a:off x="6113978" y="354711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4" name="Ellipse 673">
            <a:extLst>
              <a:ext uri="{FF2B5EF4-FFF2-40B4-BE49-F238E27FC236}">
                <a16:creationId xmlns:a16="http://schemas.microsoft.com/office/drawing/2014/main" id="{DE7AD42C-B2E5-7CE7-5C43-A17556648B9D}"/>
              </a:ext>
            </a:extLst>
          </p:cNvPr>
          <p:cNvSpPr/>
          <p:nvPr/>
        </p:nvSpPr>
        <p:spPr>
          <a:xfrm rot="9412871">
            <a:off x="6050561" y="25575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5" name="Ellipse 674">
            <a:extLst>
              <a:ext uri="{FF2B5EF4-FFF2-40B4-BE49-F238E27FC236}">
                <a16:creationId xmlns:a16="http://schemas.microsoft.com/office/drawing/2014/main" id="{3AB87FA6-797A-FADD-A11A-94B0F0EBDF93}"/>
              </a:ext>
            </a:extLst>
          </p:cNvPr>
          <p:cNvSpPr/>
          <p:nvPr/>
        </p:nvSpPr>
        <p:spPr>
          <a:xfrm rot="9412871">
            <a:off x="6222079" y="273293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6" name="Ellipse 675">
            <a:extLst>
              <a:ext uri="{FF2B5EF4-FFF2-40B4-BE49-F238E27FC236}">
                <a16:creationId xmlns:a16="http://schemas.microsoft.com/office/drawing/2014/main" id="{77131594-6135-ED57-877C-D8FA81B239D6}"/>
              </a:ext>
            </a:extLst>
          </p:cNvPr>
          <p:cNvSpPr/>
          <p:nvPr/>
        </p:nvSpPr>
        <p:spPr>
          <a:xfrm rot="9412871">
            <a:off x="6184402" y="299086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7" name="Ellipse 676">
            <a:extLst>
              <a:ext uri="{FF2B5EF4-FFF2-40B4-BE49-F238E27FC236}">
                <a16:creationId xmlns:a16="http://schemas.microsoft.com/office/drawing/2014/main" id="{8995CFCD-60D5-E258-7D2C-6321709D28B0}"/>
              </a:ext>
            </a:extLst>
          </p:cNvPr>
          <p:cNvSpPr/>
          <p:nvPr/>
        </p:nvSpPr>
        <p:spPr>
          <a:xfrm rot="9412871">
            <a:off x="6545617" y="364837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8" name="Ellipse 677">
            <a:extLst>
              <a:ext uri="{FF2B5EF4-FFF2-40B4-BE49-F238E27FC236}">
                <a16:creationId xmlns:a16="http://schemas.microsoft.com/office/drawing/2014/main" id="{6803EA72-6076-F013-747C-7894D412530A}"/>
              </a:ext>
            </a:extLst>
          </p:cNvPr>
          <p:cNvSpPr/>
          <p:nvPr/>
        </p:nvSpPr>
        <p:spPr>
          <a:xfrm rot="9412871">
            <a:off x="6610130" y="254039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9" name="Ellipse 678">
            <a:extLst>
              <a:ext uri="{FF2B5EF4-FFF2-40B4-BE49-F238E27FC236}">
                <a16:creationId xmlns:a16="http://schemas.microsoft.com/office/drawing/2014/main" id="{3965B94D-95E7-0BB7-E6F5-CC14CE46E910}"/>
              </a:ext>
            </a:extLst>
          </p:cNvPr>
          <p:cNvSpPr/>
          <p:nvPr/>
        </p:nvSpPr>
        <p:spPr>
          <a:xfrm rot="9412871">
            <a:off x="6510517" y="32199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0" name="Ellipse 679">
            <a:extLst>
              <a:ext uri="{FF2B5EF4-FFF2-40B4-BE49-F238E27FC236}">
                <a16:creationId xmlns:a16="http://schemas.microsoft.com/office/drawing/2014/main" id="{6684E0B2-753E-198D-989E-2F026657CA27}"/>
              </a:ext>
            </a:extLst>
          </p:cNvPr>
          <p:cNvSpPr/>
          <p:nvPr/>
        </p:nvSpPr>
        <p:spPr>
          <a:xfrm rot="9412871">
            <a:off x="6754284" y="294124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1" name="Ellipse 680">
            <a:extLst>
              <a:ext uri="{FF2B5EF4-FFF2-40B4-BE49-F238E27FC236}">
                <a16:creationId xmlns:a16="http://schemas.microsoft.com/office/drawing/2014/main" id="{1F43D5D7-CEA2-B6B6-7FC5-2976E27586B9}"/>
              </a:ext>
            </a:extLst>
          </p:cNvPr>
          <p:cNvSpPr/>
          <p:nvPr/>
        </p:nvSpPr>
        <p:spPr>
          <a:xfrm rot="9412871">
            <a:off x="4053526" y="222834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2" name="Ellipse 681">
            <a:extLst>
              <a:ext uri="{FF2B5EF4-FFF2-40B4-BE49-F238E27FC236}">
                <a16:creationId xmlns:a16="http://schemas.microsoft.com/office/drawing/2014/main" id="{4D2CD212-6596-517E-9235-7540D0D00253}"/>
              </a:ext>
            </a:extLst>
          </p:cNvPr>
          <p:cNvSpPr/>
          <p:nvPr/>
        </p:nvSpPr>
        <p:spPr>
          <a:xfrm rot="9412871">
            <a:off x="6941865" y="367287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3" name="Ellipse 682">
            <a:extLst>
              <a:ext uri="{FF2B5EF4-FFF2-40B4-BE49-F238E27FC236}">
                <a16:creationId xmlns:a16="http://schemas.microsoft.com/office/drawing/2014/main" id="{D0B8DFA9-E77C-E1A2-99B3-98C6A9353F5A}"/>
              </a:ext>
            </a:extLst>
          </p:cNvPr>
          <p:cNvSpPr/>
          <p:nvPr/>
        </p:nvSpPr>
        <p:spPr>
          <a:xfrm rot="9412871">
            <a:off x="6993901" y="338236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4" name="Ellipse 683">
            <a:extLst>
              <a:ext uri="{FF2B5EF4-FFF2-40B4-BE49-F238E27FC236}">
                <a16:creationId xmlns:a16="http://schemas.microsoft.com/office/drawing/2014/main" id="{7AFFD9A7-B16F-A271-F73B-B85914C21A28}"/>
              </a:ext>
            </a:extLst>
          </p:cNvPr>
          <p:cNvSpPr/>
          <p:nvPr/>
        </p:nvSpPr>
        <p:spPr>
          <a:xfrm rot="9412871">
            <a:off x="7190664" y="302931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5" name="Ellipse 684">
            <a:extLst>
              <a:ext uri="{FF2B5EF4-FFF2-40B4-BE49-F238E27FC236}">
                <a16:creationId xmlns:a16="http://schemas.microsoft.com/office/drawing/2014/main" id="{41D40E40-8C7F-B52D-0979-1B84EFD1601F}"/>
              </a:ext>
            </a:extLst>
          </p:cNvPr>
          <p:cNvSpPr/>
          <p:nvPr/>
        </p:nvSpPr>
        <p:spPr>
          <a:xfrm rot="9412871">
            <a:off x="7184908" y="253963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6" name="Ellipse 685">
            <a:extLst>
              <a:ext uri="{FF2B5EF4-FFF2-40B4-BE49-F238E27FC236}">
                <a16:creationId xmlns:a16="http://schemas.microsoft.com/office/drawing/2014/main" id="{39E009D8-79ED-2029-6E25-33D727F0FDA2}"/>
              </a:ext>
            </a:extLst>
          </p:cNvPr>
          <p:cNvSpPr/>
          <p:nvPr/>
        </p:nvSpPr>
        <p:spPr>
          <a:xfrm rot="9412871">
            <a:off x="7429945" y="220068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7" name="Ellipse 686">
            <a:extLst>
              <a:ext uri="{FF2B5EF4-FFF2-40B4-BE49-F238E27FC236}">
                <a16:creationId xmlns:a16="http://schemas.microsoft.com/office/drawing/2014/main" id="{C2C8453D-D628-08AD-31A1-169A4B9D189C}"/>
              </a:ext>
            </a:extLst>
          </p:cNvPr>
          <p:cNvSpPr/>
          <p:nvPr/>
        </p:nvSpPr>
        <p:spPr>
          <a:xfrm rot="9412871">
            <a:off x="7572004" y="259650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8" name="Ellipse 687">
            <a:extLst>
              <a:ext uri="{FF2B5EF4-FFF2-40B4-BE49-F238E27FC236}">
                <a16:creationId xmlns:a16="http://schemas.microsoft.com/office/drawing/2014/main" id="{C15139DE-8A79-96E8-F420-4B89E47654D3}"/>
              </a:ext>
            </a:extLst>
          </p:cNvPr>
          <p:cNvSpPr/>
          <p:nvPr/>
        </p:nvSpPr>
        <p:spPr>
          <a:xfrm rot="9412871">
            <a:off x="7700878" y="296814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689" name="Gruppieren 688">
            <a:extLst>
              <a:ext uri="{FF2B5EF4-FFF2-40B4-BE49-F238E27FC236}">
                <a16:creationId xmlns:a16="http://schemas.microsoft.com/office/drawing/2014/main" id="{B4CFC05E-EF92-972B-99D1-687EA998B1D3}"/>
              </a:ext>
            </a:extLst>
          </p:cNvPr>
          <p:cNvGrpSpPr/>
          <p:nvPr/>
        </p:nvGrpSpPr>
        <p:grpSpPr>
          <a:xfrm rot="12187129" flipH="1">
            <a:off x="4127184" y="-337243"/>
            <a:ext cx="2953403" cy="2665423"/>
            <a:chOff x="9535110" y="4663981"/>
            <a:chExt cx="2953403" cy="2665423"/>
          </a:xfrm>
        </p:grpSpPr>
        <p:sp>
          <p:nvSpPr>
            <p:cNvPr id="690" name="Ellipse 689">
              <a:extLst>
                <a:ext uri="{FF2B5EF4-FFF2-40B4-BE49-F238E27FC236}">
                  <a16:creationId xmlns:a16="http://schemas.microsoft.com/office/drawing/2014/main" id="{D7BAC9ED-2882-3BFE-03C5-4968AA7B4FFF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1" name="Ellipse 690">
              <a:extLst>
                <a:ext uri="{FF2B5EF4-FFF2-40B4-BE49-F238E27FC236}">
                  <a16:creationId xmlns:a16="http://schemas.microsoft.com/office/drawing/2014/main" id="{527A70D1-1AF4-4784-C3CE-A1B02A177616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2" name="Ellipse 691">
              <a:extLst>
                <a:ext uri="{FF2B5EF4-FFF2-40B4-BE49-F238E27FC236}">
                  <a16:creationId xmlns:a16="http://schemas.microsoft.com/office/drawing/2014/main" id="{0A624B39-8A2E-4EA6-A57C-895FFF45467D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3" name="Ellipse 692">
              <a:extLst>
                <a:ext uri="{FF2B5EF4-FFF2-40B4-BE49-F238E27FC236}">
                  <a16:creationId xmlns:a16="http://schemas.microsoft.com/office/drawing/2014/main" id="{455C35BD-4EE2-A9A1-FE3F-9480413D675C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4" name="Ellipse 693">
              <a:extLst>
                <a:ext uri="{FF2B5EF4-FFF2-40B4-BE49-F238E27FC236}">
                  <a16:creationId xmlns:a16="http://schemas.microsoft.com/office/drawing/2014/main" id="{5295ABE2-A763-4032-5CE7-BD06E86893B0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5" name="Ellipse 694">
              <a:extLst>
                <a:ext uri="{FF2B5EF4-FFF2-40B4-BE49-F238E27FC236}">
                  <a16:creationId xmlns:a16="http://schemas.microsoft.com/office/drawing/2014/main" id="{017C2BF4-D17A-6BD8-9FAF-4C63D26E2F0A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6" name="Ellipse 695">
              <a:extLst>
                <a:ext uri="{FF2B5EF4-FFF2-40B4-BE49-F238E27FC236}">
                  <a16:creationId xmlns:a16="http://schemas.microsoft.com/office/drawing/2014/main" id="{4E2374BC-1D50-1017-2295-AB920F5BB773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7" name="Ellipse 696">
              <a:extLst>
                <a:ext uri="{FF2B5EF4-FFF2-40B4-BE49-F238E27FC236}">
                  <a16:creationId xmlns:a16="http://schemas.microsoft.com/office/drawing/2014/main" id="{1D0EB115-F55A-D0E7-177C-FEB77A48555F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8" name="Ellipse 697">
              <a:extLst>
                <a:ext uri="{FF2B5EF4-FFF2-40B4-BE49-F238E27FC236}">
                  <a16:creationId xmlns:a16="http://schemas.microsoft.com/office/drawing/2014/main" id="{F89D5FF8-F92A-5103-95F9-4F05067DA9D1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9" name="Ellipse 698">
              <a:extLst>
                <a:ext uri="{FF2B5EF4-FFF2-40B4-BE49-F238E27FC236}">
                  <a16:creationId xmlns:a16="http://schemas.microsoft.com/office/drawing/2014/main" id="{92D48881-19C2-408A-BCB9-53FEEB403B88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0" name="Ellipse 699">
              <a:extLst>
                <a:ext uri="{FF2B5EF4-FFF2-40B4-BE49-F238E27FC236}">
                  <a16:creationId xmlns:a16="http://schemas.microsoft.com/office/drawing/2014/main" id="{3BC79299-BD33-9CD8-8B42-4AED146BFB78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1" name="Ellipse 700">
              <a:extLst>
                <a:ext uri="{FF2B5EF4-FFF2-40B4-BE49-F238E27FC236}">
                  <a16:creationId xmlns:a16="http://schemas.microsoft.com/office/drawing/2014/main" id="{96D0F6CF-1000-F7AE-972E-13B046121D09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2" name="Ellipse 701">
              <a:extLst>
                <a:ext uri="{FF2B5EF4-FFF2-40B4-BE49-F238E27FC236}">
                  <a16:creationId xmlns:a16="http://schemas.microsoft.com/office/drawing/2014/main" id="{B62C4C08-5E13-DED8-D0E5-26D60AC7F9F3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3" name="Ellipse 702">
              <a:extLst>
                <a:ext uri="{FF2B5EF4-FFF2-40B4-BE49-F238E27FC236}">
                  <a16:creationId xmlns:a16="http://schemas.microsoft.com/office/drawing/2014/main" id="{10CA1FDA-9035-7EA8-FFBA-592771CE417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4" name="Ellipse 703">
              <a:extLst>
                <a:ext uri="{FF2B5EF4-FFF2-40B4-BE49-F238E27FC236}">
                  <a16:creationId xmlns:a16="http://schemas.microsoft.com/office/drawing/2014/main" id="{84B3F2C1-0321-315E-32BA-7E64FE36474A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5" name="Ellipse 704">
              <a:extLst>
                <a:ext uri="{FF2B5EF4-FFF2-40B4-BE49-F238E27FC236}">
                  <a16:creationId xmlns:a16="http://schemas.microsoft.com/office/drawing/2014/main" id="{DBF8A2B2-DE76-E95E-056F-519426DD099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6" name="Ellipse 705">
              <a:extLst>
                <a:ext uri="{FF2B5EF4-FFF2-40B4-BE49-F238E27FC236}">
                  <a16:creationId xmlns:a16="http://schemas.microsoft.com/office/drawing/2014/main" id="{35960CD3-315D-2479-7874-28B22A369EC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7" name="Ellipse 706">
              <a:extLst>
                <a:ext uri="{FF2B5EF4-FFF2-40B4-BE49-F238E27FC236}">
                  <a16:creationId xmlns:a16="http://schemas.microsoft.com/office/drawing/2014/main" id="{55DAEFF3-A152-DC37-8884-45BA1F7B890B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8" name="Ellipse 707">
              <a:extLst>
                <a:ext uri="{FF2B5EF4-FFF2-40B4-BE49-F238E27FC236}">
                  <a16:creationId xmlns:a16="http://schemas.microsoft.com/office/drawing/2014/main" id="{0AB279B2-3AB3-2852-6A28-14CD9D30E2EA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9" name="Ellipse 708">
              <a:extLst>
                <a:ext uri="{FF2B5EF4-FFF2-40B4-BE49-F238E27FC236}">
                  <a16:creationId xmlns:a16="http://schemas.microsoft.com/office/drawing/2014/main" id="{828C1ABB-EB29-2461-509A-A8B2DBA17D29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0" name="Ellipse 709">
              <a:extLst>
                <a:ext uri="{FF2B5EF4-FFF2-40B4-BE49-F238E27FC236}">
                  <a16:creationId xmlns:a16="http://schemas.microsoft.com/office/drawing/2014/main" id="{550DDEDA-A7CE-50B5-7116-40E8A4174C69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1" name="Ellipse 710">
              <a:extLst>
                <a:ext uri="{FF2B5EF4-FFF2-40B4-BE49-F238E27FC236}">
                  <a16:creationId xmlns:a16="http://schemas.microsoft.com/office/drawing/2014/main" id="{A0E04836-CE80-CAF4-82DB-A3114E735EE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2" name="Ellipse 711">
              <a:extLst>
                <a:ext uri="{FF2B5EF4-FFF2-40B4-BE49-F238E27FC236}">
                  <a16:creationId xmlns:a16="http://schemas.microsoft.com/office/drawing/2014/main" id="{8C65E23D-6449-C6C8-2236-1BD6CCB7FFE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3" name="Ellipse 712">
              <a:extLst>
                <a:ext uri="{FF2B5EF4-FFF2-40B4-BE49-F238E27FC236}">
                  <a16:creationId xmlns:a16="http://schemas.microsoft.com/office/drawing/2014/main" id="{90E6EEA1-6209-2069-D5A8-0BA0A7E91180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4" name="Ellipse 713">
              <a:extLst>
                <a:ext uri="{FF2B5EF4-FFF2-40B4-BE49-F238E27FC236}">
                  <a16:creationId xmlns:a16="http://schemas.microsoft.com/office/drawing/2014/main" id="{785D074D-388A-F000-ECFA-4A4C505CEAA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15" name="Gruppieren 714">
            <a:extLst>
              <a:ext uri="{FF2B5EF4-FFF2-40B4-BE49-F238E27FC236}">
                <a16:creationId xmlns:a16="http://schemas.microsoft.com/office/drawing/2014/main" id="{BFA6C23A-6D57-E128-E5D7-765641398E0D}"/>
              </a:ext>
            </a:extLst>
          </p:cNvPr>
          <p:cNvGrpSpPr/>
          <p:nvPr/>
        </p:nvGrpSpPr>
        <p:grpSpPr>
          <a:xfrm>
            <a:off x="5234245" y="906195"/>
            <a:ext cx="2953403" cy="2665423"/>
            <a:chOff x="9535110" y="4663981"/>
            <a:chExt cx="2953403" cy="2665423"/>
          </a:xfrm>
        </p:grpSpPr>
        <p:sp>
          <p:nvSpPr>
            <p:cNvPr id="716" name="Ellipse 715">
              <a:extLst>
                <a:ext uri="{FF2B5EF4-FFF2-40B4-BE49-F238E27FC236}">
                  <a16:creationId xmlns:a16="http://schemas.microsoft.com/office/drawing/2014/main" id="{FBF323BC-8039-3965-A42A-FABA2026585B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7" name="Ellipse 716">
              <a:extLst>
                <a:ext uri="{FF2B5EF4-FFF2-40B4-BE49-F238E27FC236}">
                  <a16:creationId xmlns:a16="http://schemas.microsoft.com/office/drawing/2014/main" id="{9288EE1C-80D5-2DC1-977F-6B77FC6A9DBA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8" name="Ellipse 717">
              <a:extLst>
                <a:ext uri="{FF2B5EF4-FFF2-40B4-BE49-F238E27FC236}">
                  <a16:creationId xmlns:a16="http://schemas.microsoft.com/office/drawing/2014/main" id="{483B032D-B4E5-4935-4FB4-CD138C593A3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9" name="Ellipse 718">
              <a:extLst>
                <a:ext uri="{FF2B5EF4-FFF2-40B4-BE49-F238E27FC236}">
                  <a16:creationId xmlns:a16="http://schemas.microsoft.com/office/drawing/2014/main" id="{ACDE96FC-8776-0D52-6F13-6FDF395907B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0" name="Ellipse 719">
              <a:extLst>
                <a:ext uri="{FF2B5EF4-FFF2-40B4-BE49-F238E27FC236}">
                  <a16:creationId xmlns:a16="http://schemas.microsoft.com/office/drawing/2014/main" id="{104F4A4E-EF0C-F7DD-D152-EC9EB66BD679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1" name="Ellipse 720">
              <a:extLst>
                <a:ext uri="{FF2B5EF4-FFF2-40B4-BE49-F238E27FC236}">
                  <a16:creationId xmlns:a16="http://schemas.microsoft.com/office/drawing/2014/main" id="{95A4B6FC-0A30-1AF0-41B8-01A864F0B8C6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2" name="Ellipse 721">
              <a:extLst>
                <a:ext uri="{FF2B5EF4-FFF2-40B4-BE49-F238E27FC236}">
                  <a16:creationId xmlns:a16="http://schemas.microsoft.com/office/drawing/2014/main" id="{8AC841EC-4595-E972-BBA9-FF2BCFE4A497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3" name="Ellipse 722">
              <a:extLst>
                <a:ext uri="{FF2B5EF4-FFF2-40B4-BE49-F238E27FC236}">
                  <a16:creationId xmlns:a16="http://schemas.microsoft.com/office/drawing/2014/main" id="{3EF300FA-559E-5C06-E1C3-F2E11F4DDFA5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4" name="Ellipse 723">
              <a:extLst>
                <a:ext uri="{FF2B5EF4-FFF2-40B4-BE49-F238E27FC236}">
                  <a16:creationId xmlns:a16="http://schemas.microsoft.com/office/drawing/2014/main" id="{C50D7C4B-8D7B-8C77-F327-AB8579808689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5" name="Ellipse 724">
              <a:extLst>
                <a:ext uri="{FF2B5EF4-FFF2-40B4-BE49-F238E27FC236}">
                  <a16:creationId xmlns:a16="http://schemas.microsoft.com/office/drawing/2014/main" id="{4E9073E5-BAC4-AE67-B720-3CD8E39EC29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6" name="Ellipse 725">
              <a:extLst>
                <a:ext uri="{FF2B5EF4-FFF2-40B4-BE49-F238E27FC236}">
                  <a16:creationId xmlns:a16="http://schemas.microsoft.com/office/drawing/2014/main" id="{7CFC02FD-051E-2EA4-F1F2-40937DD8F7EF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7" name="Ellipse 726">
              <a:extLst>
                <a:ext uri="{FF2B5EF4-FFF2-40B4-BE49-F238E27FC236}">
                  <a16:creationId xmlns:a16="http://schemas.microsoft.com/office/drawing/2014/main" id="{E467BEAB-2818-C2C9-B3DF-CE11217A291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8" name="Ellipse 727">
              <a:extLst>
                <a:ext uri="{FF2B5EF4-FFF2-40B4-BE49-F238E27FC236}">
                  <a16:creationId xmlns:a16="http://schemas.microsoft.com/office/drawing/2014/main" id="{21EBB056-9D87-53D5-6DE0-CD453188FA3C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9" name="Ellipse 728">
              <a:extLst>
                <a:ext uri="{FF2B5EF4-FFF2-40B4-BE49-F238E27FC236}">
                  <a16:creationId xmlns:a16="http://schemas.microsoft.com/office/drawing/2014/main" id="{3C024B2F-E602-29DA-7E5C-6AF0E583FA2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0" name="Ellipse 729">
              <a:extLst>
                <a:ext uri="{FF2B5EF4-FFF2-40B4-BE49-F238E27FC236}">
                  <a16:creationId xmlns:a16="http://schemas.microsoft.com/office/drawing/2014/main" id="{6A13DE43-876A-305A-B4F9-530ED67040C2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1" name="Ellipse 730">
              <a:extLst>
                <a:ext uri="{FF2B5EF4-FFF2-40B4-BE49-F238E27FC236}">
                  <a16:creationId xmlns:a16="http://schemas.microsoft.com/office/drawing/2014/main" id="{222D05E0-AF43-0CD0-23A6-E8DD968700A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2" name="Ellipse 731">
              <a:extLst>
                <a:ext uri="{FF2B5EF4-FFF2-40B4-BE49-F238E27FC236}">
                  <a16:creationId xmlns:a16="http://schemas.microsoft.com/office/drawing/2014/main" id="{6A0F756C-A55F-D639-5D6A-6ACD354EB659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3" name="Ellipse 732">
              <a:extLst>
                <a:ext uri="{FF2B5EF4-FFF2-40B4-BE49-F238E27FC236}">
                  <a16:creationId xmlns:a16="http://schemas.microsoft.com/office/drawing/2014/main" id="{15CD7154-F6E0-A199-6AAA-C049BC62758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4" name="Ellipse 733">
              <a:extLst>
                <a:ext uri="{FF2B5EF4-FFF2-40B4-BE49-F238E27FC236}">
                  <a16:creationId xmlns:a16="http://schemas.microsoft.com/office/drawing/2014/main" id="{260C5BF8-3CC6-5358-B531-CEC8940E66B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5" name="Ellipse 734">
              <a:extLst>
                <a:ext uri="{FF2B5EF4-FFF2-40B4-BE49-F238E27FC236}">
                  <a16:creationId xmlns:a16="http://schemas.microsoft.com/office/drawing/2014/main" id="{3D1309DE-C9E5-0E2E-B22D-4AA439AF0BCE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6" name="Ellipse 735">
              <a:extLst>
                <a:ext uri="{FF2B5EF4-FFF2-40B4-BE49-F238E27FC236}">
                  <a16:creationId xmlns:a16="http://schemas.microsoft.com/office/drawing/2014/main" id="{8D9FCEE5-80B7-0C15-51D9-C3B23CFC7AC0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7" name="Ellipse 736">
              <a:extLst>
                <a:ext uri="{FF2B5EF4-FFF2-40B4-BE49-F238E27FC236}">
                  <a16:creationId xmlns:a16="http://schemas.microsoft.com/office/drawing/2014/main" id="{B4F8F03D-664E-EBB4-7A76-97D3CF390980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8" name="Ellipse 737">
              <a:extLst>
                <a:ext uri="{FF2B5EF4-FFF2-40B4-BE49-F238E27FC236}">
                  <a16:creationId xmlns:a16="http://schemas.microsoft.com/office/drawing/2014/main" id="{3599EEC9-4FA1-909A-75C1-46903925034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9" name="Ellipse 738">
              <a:extLst>
                <a:ext uri="{FF2B5EF4-FFF2-40B4-BE49-F238E27FC236}">
                  <a16:creationId xmlns:a16="http://schemas.microsoft.com/office/drawing/2014/main" id="{7BBEA405-A231-AB32-B15D-DF4DEBA894A8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0" name="Ellipse 739">
              <a:extLst>
                <a:ext uri="{FF2B5EF4-FFF2-40B4-BE49-F238E27FC236}">
                  <a16:creationId xmlns:a16="http://schemas.microsoft.com/office/drawing/2014/main" id="{990A6324-0C37-1C00-6CF8-20A2D6A8F1CF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42" name="Gruppieren 741">
            <a:extLst>
              <a:ext uri="{FF2B5EF4-FFF2-40B4-BE49-F238E27FC236}">
                <a16:creationId xmlns:a16="http://schemas.microsoft.com/office/drawing/2014/main" id="{33B73786-1EC5-9CD1-2076-DB593BB7E2D5}"/>
              </a:ext>
            </a:extLst>
          </p:cNvPr>
          <p:cNvGrpSpPr/>
          <p:nvPr/>
        </p:nvGrpSpPr>
        <p:grpSpPr>
          <a:xfrm rot="9412871">
            <a:off x="3211870" y="2154077"/>
            <a:ext cx="2953403" cy="2665423"/>
            <a:chOff x="9535110" y="4663981"/>
            <a:chExt cx="2953403" cy="2665423"/>
          </a:xfrm>
        </p:grpSpPr>
        <p:sp>
          <p:nvSpPr>
            <p:cNvPr id="743" name="Ellipse 742">
              <a:extLst>
                <a:ext uri="{FF2B5EF4-FFF2-40B4-BE49-F238E27FC236}">
                  <a16:creationId xmlns:a16="http://schemas.microsoft.com/office/drawing/2014/main" id="{696B0147-CCA7-24B8-3085-F55E6DD89E4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4" name="Ellipse 743">
              <a:extLst>
                <a:ext uri="{FF2B5EF4-FFF2-40B4-BE49-F238E27FC236}">
                  <a16:creationId xmlns:a16="http://schemas.microsoft.com/office/drawing/2014/main" id="{096810C7-B2B2-CFD4-E724-D614CE949999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5" name="Ellipse 744">
              <a:extLst>
                <a:ext uri="{FF2B5EF4-FFF2-40B4-BE49-F238E27FC236}">
                  <a16:creationId xmlns:a16="http://schemas.microsoft.com/office/drawing/2014/main" id="{6D027732-CDAB-A171-9DAD-BDBADD4353E7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6" name="Ellipse 745">
              <a:extLst>
                <a:ext uri="{FF2B5EF4-FFF2-40B4-BE49-F238E27FC236}">
                  <a16:creationId xmlns:a16="http://schemas.microsoft.com/office/drawing/2014/main" id="{BF6419C0-D277-7AE0-0C0E-E5952F40B231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7" name="Ellipse 746">
              <a:extLst>
                <a:ext uri="{FF2B5EF4-FFF2-40B4-BE49-F238E27FC236}">
                  <a16:creationId xmlns:a16="http://schemas.microsoft.com/office/drawing/2014/main" id="{D0FC9570-59A8-6FCA-C11F-0A08AE968B4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8" name="Ellipse 747">
              <a:extLst>
                <a:ext uri="{FF2B5EF4-FFF2-40B4-BE49-F238E27FC236}">
                  <a16:creationId xmlns:a16="http://schemas.microsoft.com/office/drawing/2014/main" id="{E98D23C4-0365-EC72-6075-7CD528C1008E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9" name="Ellipse 748">
              <a:extLst>
                <a:ext uri="{FF2B5EF4-FFF2-40B4-BE49-F238E27FC236}">
                  <a16:creationId xmlns:a16="http://schemas.microsoft.com/office/drawing/2014/main" id="{6F17DBB4-7701-FC48-8E2E-6D6DDCC1443B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0" name="Ellipse 749">
              <a:extLst>
                <a:ext uri="{FF2B5EF4-FFF2-40B4-BE49-F238E27FC236}">
                  <a16:creationId xmlns:a16="http://schemas.microsoft.com/office/drawing/2014/main" id="{5211784C-4A29-9233-AB46-EE94A490F407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1" name="Ellipse 750">
              <a:extLst>
                <a:ext uri="{FF2B5EF4-FFF2-40B4-BE49-F238E27FC236}">
                  <a16:creationId xmlns:a16="http://schemas.microsoft.com/office/drawing/2014/main" id="{FD90A691-0650-4E56-832F-7703F90EE9E4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2" name="Ellipse 751">
              <a:extLst>
                <a:ext uri="{FF2B5EF4-FFF2-40B4-BE49-F238E27FC236}">
                  <a16:creationId xmlns:a16="http://schemas.microsoft.com/office/drawing/2014/main" id="{C1322239-25A9-96E5-177B-8E071E4F2BD9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3" name="Ellipse 752">
              <a:extLst>
                <a:ext uri="{FF2B5EF4-FFF2-40B4-BE49-F238E27FC236}">
                  <a16:creationId xmlns:a16="http://schemas.microsoft.com/office/drawing/2014/main" id="{1C743455-6FEB-0EA0-6C06-ADE84883EDC1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4" name="Ellipse 753">
              <a:extLst>
                <a:ext uri="{FF2B5EF4-FFF2-40B4-BE49-F238E27FC236}">
                  <a16:creationId xmlns:a16="http://schemas.microsoft.com/office/drawing/2014/main" id="{5C114939-994C-767E-D8F2-65F2A366B5C1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5" name="Ellipse 754">
              <a:extLst>
                <a:ext uri="{FF2B5EF4-FFF2-40B4-BE49-F238E27FC236}">
                  <a16:creationId xmlns:a16="http://schemas.microsoft.com/office/drawing/2014/main" id="{27B51FA1-A878-8370-E21E-558876E66474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6" name="Ellipse 755">
              <a:extLst>
                <a:ext uri="{FF2B5EF4-FFF2-40B4-BE49-F238E27FC236}">
                  <a16:creationId xmlns:a16="http://schemas.microsoft.com/office/drawing/2014/main" id="{840231AB-C68D-487F-DDE2-AF05476CCD3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7" name="Ellipse 756">
              <a:extLst>
                <a:ext uri="{FF2B5EF4-FFF2-40B4-BE49-F238E27FC236}">
                  <a16:creationId xmlns:a16="http://schemas.microsoft.com/office/drawing/2014/main" id="{6C6BFC86-610C-B36F-C371-9DFEC02AD2C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8" name="Ellipse 757">
              <a:extLst>
                <a:ext uri="{FF2B5EF4-FFF2-40B4-BE49-F238E27FC236}">
                  <a16:creationId xmlns:a16="http://schemas.microsoft.com/office/drawing/2014/main" id="{7232E454-7776-6748-CBC4-049316924E18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9" name="Ellipse 758">
              <a:extLst>
                <a:ext uri="{FF2B5EF4-FFF2-40B4-BE49-F238E27FC236}">
                  <a16:creationId xmlns:a16="http://schemas.microsoft.com/office/drawing/2014/main" id="{49708ED6-380C-AB76-CC11-1F8B2BFECA8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0" name="Ellipse 759">
              <a:extLst>
                <a:ext uri="{FF2B5EF4-FFF2-40B4-BE49-F238E27FC236}">
                  <a16:creationId xmlns:a16="http://schemas.microsoft.com/office/drawing/2014/main" id="{334449A0-21C3-FF87-D9D3-3D45C0D3DE65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1" name="Ellipse 760">
              <a:extLst>
                <a:ext uri="{FF2B5EF4-FFF2-40B4-BE49-F238E27FC236}">
                  <a16:creationId xmlns:a16="http://schemas.microsoft.com/office/drawing/2014/main" id="{E9376849-1F7A-FC00-0A1B-C83C7D6B79A5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2" name="Ellipse 761">
              <a:extLst>
                <a:ext uri="{FF2B5EF4-FFF2-40B4-BE49-F238E27FC236}">
                  <a16:creationId xmlns:a16="http://schemas.microsoft.com/office/drawing/2014/main" id="{7B9D7144-A9AF-6E9C-2C0C-EB5E0B64565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3" name="Ellipse 762">
              <a:extLst>
                <a:ext uri="{FF2B5EF4-FFF2-40B4-BE49-F238E27FC236}">
                  <a16:creationId xmlns:a16="http://schemas.microsoft.com/office/drawing/2014/main" id="{1902CDD1-6CC0-31C1-4BB7-9DDE7A7F5F8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4" name="Ellipse 763">
              <a:extLst>
                <a:ext uri="{FF2B5EF4-FFF2-40B4-BE49-F238E27FC236}">
                  <a16:creationId xmlns:a16="http://schemas.microsoft.com/office/drawing/2014/main" id="{7081A70B-938A-A5DD-2E83-E8BE9D746FEF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5" name="Ellipse 764">
              <a:extLst>
                <a:ext uri="{FF2B5EF4-FFF2-40B4-BE49-F238E27FC236}">
                  <a16:creationId xmlns:a16="http://schemas.microsoft.com/office/drawing/2014/main" id="{41ECBBAC-8286-AC6D-1EC4-C9EE0F46AB2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6" name="Ellipse 765">
              <a:extLst>
                <a:ext uri="{FF2B5EF4-FFF2-40B4-BE49-F238E27FC236}">
                  <a16:creationId xmlns:a16="http://schemas.microsoft.com/office/drawing/2014/main" id="{14739953-2209-5E62-07CD-67B52B07375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7" name="Ellipse 766">
              <a:extLst>
                <a:ext uri="{FF2B5EF4-FFF2-40B4-BE49-F238E27FC236}">
                  <a16:creationId xmlns:a16="http://schemas.microsoft.com/office/drawing/2014/main" id="{03843FAD-49BF-40B2-C38A-C8B49AD4CBF5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68" name="Gruppieren 767">
            <a:extLst>
              <a:ext uri="{FF2B5EF4-FFF2-40B4-BE49-F238E27FC236}">
                <a16:creationId xmlns:a16="http://schemas.microsoft.com/office/drawing/2014/main" id="{BE96F526-A2AC-F457-1D4F-225FE0FF37F9}"/>
              </a:ext>
            </a:extLst>
          </p:cNvPr>
          <p:cNvGrpSpPr/>
          <p:nvPr/>
        </p:nvGrpSpPr>
        <p:grpSpPr>
          <a:xfrm rot="19191760" flipV="1">
            <a:off x="3061439" y="924810"/>
            <a:ext cx="2953403" cy="2665423"/>
            <a:chOff x="9535110" y="4663981"/>
            <a:chExt cx="2953403" cy="2665423"/>
          </a:xfrm>
        </p:grpSpPr>
        <p:sp>
          <p:nvSpPr>
            <p:cNvPr id="769" name="Ellipse 768">
              <a:extLst>
                <a:ext uri="{FF2B5EF4-FFF2-40B4-BE49-F238E27FC236}">
                  <a16:creationId xmlns:a16="http://schemas.microsoft.com/office/drawing/2014/main" id="{B407C50D-2D36-15C4-3627-518CAE1CFC12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0" name="Ellipse 769">
              <a:extLst>
                <a:ext uri="{FF2B5EF4-FFF2-40B4-BE49-F238E27FC236}">
                  <a16:creationId xmlns:a16="http://schemas.microsoft.com/office/drawing/2014/main" id="{D7F30B32-3234-7915-B369-194AD0505603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1" name="Ellipse 770">
              <a:extLst>
                <a:ext uri="{FF2B5EF4-FFF2-40B4-BE49-F238E27FC236}">
                  <a16:creationId xmlns:a16="http://schemas.microsoft.com/office/drawing/2014/main" id="{99889EC3-6B0E-D7DA-C89B-C39BA78692C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2" name="Ellipse 771">
              <a:extLst>
                <a:ext uri="{FF2B5EF4-FFF2-40B4-BE49-F238E27FC236}">
                  <a16:creationId xmlns:a16="http://schemas.microsoft.com/office/drawing/2014/main" id="{2B15387D-C381-3643-BD6A-3BA24FD8F1EB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3" name="Ellipse 772">
              <a:extLst>
                <a:ext uri="{FF2B5EF4-FFF2-40B4-BE49-F238E27FC236}">
                  <a16:creationId xmlns:a16="http://schemas.microsoft.com/office/drawing/2014/main" id="{25DD6797-3A8E-FA36-9186-3547242F668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4" name="Ellipse 773">
              <a:extLst>
                <a:ext uri="{FF2B5EF4-FFF2-40B4-BE49-F238E27FC236}">
                  <a16:creationId xmlns:a16="http://schemas.microsoft.com/office/drawing/2014/main" id="{7388D173-2828-D015-EB4B-7BBF9CC9F5D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5" name="Ellipse 774">
              <a:extLst>
                <a:ext uri="{FF2B5EF4-FFF2-40B4-BE49-F238E27FC236}">
                  <a16:creationId xmlns:a16="http://schemas.microsoft.com/office/drawing/2014/main" id="{8857FEA0-C681-8A4B-7BC9-E8D22959C574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6" name="Ellipse 775">
              <a:extLst>
                <a:ext uri="{FF2B5EF4-FFF2-40B4-BE49-F238E27FC236}">
                  <a16:creationId xmlns:a16="http://schemas.microsoft.com/office/drawing/2014/main" id="{055151D6-1A55-E61D-F902-685548CEE6A9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7" name="Ellipse 776">
              <a:extLst>
                <a:ext uri="{FF2B5EF4-FFF2-40B4-BE49-F238E27FC236}">
                  <a16:creationId xmlns:a16="http://schemas.microsoft.com/office/drawing/2014/main" id="{1CB70283-7F28-0F4A-4851-BD022FCA22A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8" name="Ellipse 777">
              <a:extLst>
                <a:ext uri="{FF2B5EF4-FFF2-40B4-BE49-F238E27FC236}">
                  <a16:creationId xmlns:a16="http://schemas.microsoft.com/office/drawing/2014/main" id="{34CEE437-2086-1560-4157-F89B492FC8D6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9" name="Ellipse 778">
              <a:extLst>
                <a:ext uri="{FF2B5EF4-FFF2-40B4-BE49-F238E27FC236}">
                  <a16:creationId xmlns:a16="http://schemas.microsoft.com/office/drawing/2014/main" id="{AAD45D68-58C4-A5B3-0FAC-4D945170A329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0" name="Ellipse 779">
              <a:extLst>
                <a:ext uri="{FF2B5EF4-FFF2-40B4-BE49-F238E27FC236}">
                  <a16:creationId xmlns:a16="http://schemas.microsoft.com/office/drawing/2014/main" id="{E8ACCD3B-21A4-D5A6-9C91-170168031CA0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1" name="Ellipse 780">
              <a:extLst>
                <a:ext uri="{FF2B5EF4-FFF2-40B4-BE49-F238E27FC236}">
                  <a16:creationId xmlns:a16="http://schemas.microsoft.com/office/drawing/2014/main" id="{3532BC99-3196-0DFE-5E34-DA7330D416D7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2" name="Ellipse 781">
              <a:extLst>
                <a:ext uri="{FF2B5EF4-FFF2-40B4-BE49-F238E27FC236}">
                  <a16:creationId xmlns:a16="http://schemas.microsoft.com/office/drawing/2014/main" id="{B40A880E-2879-439E-BF87-659553F4D6CD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3" name="Ellipse 782">
              <a:extLst>
                <a:ext uri="{FF2B5EF4-FFF2-40B4-BE49-F238E27FC236}">
                  <a16:creationId xmlns:a16="http://schemas.microsoft.com/office/drawing/2014/main" id="{501ACA68-1B6B-D935-C842-F1EC630ABD03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4" name="Ellipse 783">
              <a:extLst>
                <a:ext uri="{FF2B5EF4-FFF2-40B4-BE49-F238E27FC236}">
                  <a16:creationId xmlns:a16="http://schemas.microsoft.com/office/drawing/2014/main" id="{EB3801AE-A4B8-9276-D15D-E5C0F9036066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5" name="Ellipse 784">
              <a:extLst>
                <a:ext uri="{FF2B5EF4-FFF2-40B4-BE49-F238E27FC236}">
                  <a16:creationId xmlns:a16="http://schemas.microsoft.com/office/drawing/2014/main" id="{0689CFB5-DAE2-F7DC-C7EF-E30D098A6EF4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6" name="Ellipse 785">
              <a:extLst>
                <a:ext uri="{FF2B5EF4-FFF2-40B4-BE49-F238E27FC236}">
                  <a16:creationId xmlns:a16="http://schemas.microsoft.com/office/drawing/2014/main" id="{CC24F246-352B-2026-5FD6-F03F44F55C7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7" name="Ellipse 786">
              <a:extLst>
                <a:ext uri="{FF2B5EF4-FFF2-40B4-BE49-F238E27FC236}">
                  <a16:creationId xmlns:a16="http://schemas.microsoft.com/office/drawing/2014/main" id="{AB00A5E7-4B6F-E819-5829-3C378CC9CB85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8" name="Ellipse 787">
              <a:extLst>
                <a:ext uri="{FF2B5EF4-FFF2-40B4-BE49-F238E27FC236}">
                  <a16:creationId xmlns:a16="http://schemas.microsoft.com/office/drawing/2014/main" id="{92FE329D-D213-7D92-C4C3-90A7FCAD8D6A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9" name="Ellipse 788">
              <a:extLst>
                <a:ext uri="{FF2B5EF4-FFF2-40B4-BE49-F238E27FC236}">
                  <a16:creationId xmlns:a16="http://schemas.microsoft.com/office/drawing/2014/main" id="{60D31495-18DA-7237-8935-EB1D36A322B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0" name="Ellipse 789">
              <a:extLst>
                <a:ext uri="{FF2B5EF4-FFF2-40B4-BE49-F238E27FC236}">
                  <a16:creationId xmlns:a16="http://schemas.microsoft.com/office/drawing/2014/main" id="{E2D97524-67A8-EDC3-01AC-1A7F722C46BD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1" name="Ellipse 790">
              <a:extLst>
                <a:ext uri="{FF2B5EF4-FFF2-40B4-BE49-F238E27FC236}">
                  <a16:creationId xmlns:a16="http://schemas.microsoft.com/office/drawing/2014/main" id="{CF19548C-20E2-069D-B191-128E5D80D615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2" name="Ellipse 791">
              <a:extLst>
                <a:ext uri="{FF2B5EF4-FFF2-40B4-BE49-F238E27FC236}">
                  <a16:creationId xmlns:a16="http://schemas.microsoft.com/office/drawing/2014/main" id="{C115145E-CBA9-68CD-20D2-B39B0760FF5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3" name="Ellipse 792">
              <a:extLst>
                <a:ext uri="{FF2B5EF4-FFF2-40B4-BE49-F238E27FC236}">
                  <a16:creationId xmlns:a16="http://schemas.microsoft.com/office/drawing/2014/main" id="{85AEE3E8-E93E-0F68-0163-4242B2B0385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94" name="Gruppieren 793">
            <a:extLst>
              <a:ext uri="{FF2B5EF4-FFF2-40B4-BE49-F238E27FC236}">
                <a16:creationId xmlns:a16="http://schemas.microsoft.com/office/drawing/2014/main" id="{55EB68EF-5A2E-5B19-041D-E073C53A330B}"/>
              </a:ext>
            </a:extLst>
          </p:cNvPr>
          <p:cNvGrpSpPr/>
          <p:nvPr/>
        </p:nvGrpSpPr>
        <p:grpSpPr>
          <a:xfrm>
            <a:off x="733852" y="1195428"/>
            <a:ext cx="2953403" cy="2665423"/>
            <a:chOff x="9535110" y="4663981"/>
            <a:chExt cx="2953403" cy="2665423"/>
          </a:xfrm>
        </p:grpSpPr>
        <p:sp>
          <p:nvSpPr>
            <p:cNvPr id="795" name="Ellipse 794">
              <a:extLst>
                <a:ext uri="{FF2B5EF4-FFF2-40B4-BE49-F238E27FC236}">
                  <a16:creationId xmlns:a16="http://schemas.microsoft.com/office/drawing/2014/main" id="{F2DB6D54-621E-0BD0-D153-55AE5A1A7F4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6" name="Ellipse 795">
              <a:extLst>
                <a:ext uri="{FF2B5EF4-FFF2-40B4-BE49-F238E27FC236}">
                  <a16:creationId xmlns:a16="http://schemas.microsoft.com/office/drawing/2014/main" id="{4E332267-3ADF-64A0-1359-FCC2100C8837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7" name="Ellipse 796">
              <a:extLst>
                <a:ext uri="{FF2B5EF4-FFF2-40B4-BE49-F238E27FC236}">
                  <a16:creationId xmlns:a16="http://schemas.microsoft.com/office/drawing/2014/main" id="{AC7D09DB-E2D3-BCCE-71ED-46A30C6F4C47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8" name="Ellipse 797">
              <a:extLst>
                <a:ext uri="{FF2B5EF4-FFF2-40B4-BE49-F238E27FC236}">
                  <a16:creationId xmlns:a16="http://schemas.microsoft.com/office/drawing/2014/main" id="{01D6EDC0-32FF-1579-AD67-6A3089B7E6C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9" name="Ellipse 798">
              <a:extLst>
                <a:ext uri="{FF2B5EF4-FFF2-40B4-BE49-F238E27FC236}">
                  <a16:creationId xmlns:a16="http://schemas.microsoft.com/office/drawing/2014/main" id="{08481030-BAA9-FB1B-3D54-C43F733B528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0" name="Ellipse 799">
              <a:extLst>
                <a:ext uri="{FF2B5EF4-FFF2-40B4-BE49-F238E27FC236}">
                  <a16:creationId xmlns:a16="http://schemas.microsoft.com/office/drawing/2014/main" id="{33E6CAFA-F940-3981-717A-62CCC43F6CFE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1" name="Ellipse 800">
              <a:extLst>
                <a:ext uri="{FF2B5EF4-FFF2-40B4-BE49-F238E27FC236}">
                  <a16:creationId xmlns:a16="http://schemas.microsoft.com/office/drawing/2014/main" id="{E6A56982-A2F9-4561-D526-3D875B407616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2" name="Ellipse 801">
              <a:extLst>
                <a:ext uri="{FF2B5EF4-FFF2-40B4-BE49-F238E27FC236}">
                  <a16:creationId xmlns:a16="http://schemas.microsoft.com/office/drawing/2014/main" id="{232909C3-F32A-DBA4-7A5B-B8ECD40F7300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3" name="Ellipse 802">
              <a:extLst>
                <a:ext uri="{FF2B5EF4-FFF2-40B4-BE49-F238E27FC236}">
                  <a16:creationId xmlns:a16="http://schemas.microsoft.com/office/drawing/2014/main" id="{7DA198BA-0FBE-2B42-AB1D-430C5A465829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4" name="Ellipse 803">
              <a:extLst>
                <a:ext uri="{FF2B5EF4-FFF2-40B4-BE49-F238E27FC236}">
                  <a16:creationId xmlns:a16="http://schemas.microsoft.com/office/drawing/2014/main" id="{36677495-8371-44D0-FFB4-7704D2BB64E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5" name="Ellipse 804">
              <a:extLst>
                <a:ext uri="{FF2B5EF4-FFF2-40B4-BE49-F238E27FC236}">
                  <a16:creationId xmlns:a16="http://schemas.microsoft.com/office/drawing/2014/main" id="{10EA43DB-C395-C5CD-88EB-4679698B6D3B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6" name="Ellipse 805">
              <a:extLst>
                <a:ext uri="{FF2B5EF4-FFF2-40B4-BE49-F238E27FC236}">
                  <a16:creationId xmlns:a16="http://schemas.microsoft.com/office/drawing/2014/main" id="{C7D64178-ED11-0262-BB72-EEAD5BB6A6E4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7" name="Ellipse 806">
              <a:extLst>
                <a:ext uri="{FF2B5EF4-FFF2-40B4-BE49-F238E27FC236}">
                  <a16:creationId xmlns:a16="http://schemas.microsoft.com/office/drawing/2014/main" id="{CE4D643F-FCC1-5F2E-2B02-6BB506E59AE1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8" name="Ellipse 807">
              <a:extLst>
                <a:ext uri="{FF2B5EF4-FFF2-40B4-BE49-F238E27FC236}">
                  <a16:creationId xmlns:a16="http://schemas.microsoft.com/office/drawing/2014/main" id="{29E0DA3E-154E-A0EE-4CBC-097D35FBD0FD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9" name="Ellipse 808">
              <a:extLst>
                <a:ext uri="{FF2B5EF4-FFF2-40B4-BE49-F238E27FC236}">
                  <a16:creationId xmlns:a16="http://schemas.microsoft.com/office/drawing/2014/main" id="{47D22C74-EECF-9B00-BB29-D2A663219B2C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0" name="Ellipse 809">
              <a:extLst>
                <a:ext uri="{FF2B5EF4-FFF2-40B4-BE49-F238E27FC236}">
                  <a16:creationId xmlns:a16="http://schemas.microsoft.com/office/drawing/2014/main" id="{874A6833-C9CE-42A9-D3AC-13DE6C98D1EB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1" name="Ellipse 810">
              <a:extLst>
                <a:ext uri="{FF2B5EF4-FFF2-40B4-BE49-F238E27FC236}">
                  <a16:creationId xmlns:a16="http://schemas.microsoft.com/office/drawing/2014/main" id="{30DDC87E-2EEF-C314-8F43-D55DDB0AA780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2" name="Ellipse 811">
              <a:extLst>
                <a:ext uri="{FF2B5EF4-FFF2-40B4-BE49-F238E27FC236}">
                  <a16:creationId xmlns:a16="http://schemas.microsoft.com/office/drawing/2014/main" id="{B414AD04-3872-0A00-DAC2-47FD2B474D87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3" name="Ellipse 812">
              <a:extLst>
                <a:ext uri="{FF2B5EF4-FFF2-40B4-BE49-F238E27FC236}">
                  <a16:creationId xmlns:a16="http://schemas.microsoft.com/office/drawing/2014/main" id="{9E6EE50C-936D-0566-6BB8-02702C07309D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4" name="Ellipse 813">
              <a:extLst>
                <a:ext uri="{FF2B5EF4-FFF2-40B4-BE49-F238E27FC236}">
                  <a16:creationId xmlns:a16="http://schemas.microsoft.com/office/drawing/2014/main" id="{1718254E-8711-8E75-B784-EF351AB0FDAD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5" name="Ellipse 814">
              <a:extLst>
                <a:ext uri="{FF2B5EF4-FFF2-40B4-BE49-F238E27FC236}">
                  <a16:creationId xmlns:a16="http://schemas.microsoft.com/office/drawing/2014/main" id="{A26EDE08-E58E-5AA5-6029-FFF39EEEA04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6" name="Ellipse 815">
              <a:extLst>
                <a:ext uri="{FF2B5EF4-FFF2-40B4-BE49-F238E27FC236}">
                  <a16:creationId xmlns:a16="http://schemas.microsoft.com/office/drawing/2014/main" id="{130EC907-E3A4-7108-CFF3-344189A965EA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7" name="Ellipse 816">
              <a:extLst>
                <a:ext uri="{FF2B5EF4-FFF2-40B4-BE49-F238E27FC236}">
                  <a16:creationId xmlns:a16="http://schemas.microsoft.com/office/drawing/2014/main" id="{D2C4C2D9-31C6-9F3A-F87A-BCC3DE7C8109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8" name="Ellipse 817">
              <a:extLst>
                <a:ext uri="{FF2B5EF4-FFF2-40B4-BE49-F238E27FC236}">
                  <a16:creationId xmlns:a16="http://schemas.microsoft.com/office/drawing/2014/main" id="{7D38A466-C709-029C-A04B-D858EA2F0A45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9" name="Ellipse 818">
              <a:extLst>
                <a:ext uri="{FF2B5EF4-FFF2-40B4-BE49-F238E27FC236}">
                  <a16:creationId xmlns:a16="http://schemas.microsoft.com/office/drawing/2014/main" id="{759EF5E4-2707-01A5-F5F1-5F81A9E1CB4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20" name="Gruppieren 819">
            <a:extLst>
              <a:ext uri="{FF2B5EF4-FFF2-40B4-BE49-F238E27FC236}">
                <a16:creationId xmlns:a16="http://schemas.microsoft.com/office/drawing/2014/main" id="{51025A02-4B59-2252-9C5D-BB6B6E4EAE29}"/>
              </a:ext>
            </a:extLst>
          </p:cNvPr>
          <p:cNvGrpSpPr/>
          <p:nvPr/>
        </p:nvGrpSpPr>
        <p:grpSpPr>
          <a:xfrm rot="9412871">
            <a:off x="2312130" y="-115884"/>
            <a:ext cx="2953403" cy="2665423"/>
            <a:chOff x="9535110" y="4663981"/>
            <a:chExt cx="2953403" cy="2665423"/>
          </a:xfrm>
        </p:grpSpPr>
        <p:sp>
          <p:nvSpPr>
            <p:cNvPr id="821" name="Ellipse 820">
              <a:extLst>
                <a:ext uri="{FF2B5EF4-FFF2-40B4-BE49-F238E27FC236}">
                  <a16:creationId xmlns:a16="http://schemas.microsoft.com/office/drawing/2014/main" id="{E35B4037-7FF2-936A-C321-F0F1BB6607DB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2" name="Ellipse 821">
              <a:extLst>
                <a:ext uri="{FF2B5EF4-FFF2-40B4-BE49-F238E27FC236}">
                  <a16:creationId xmlns:a16="http://schemas.microsoft.com/office/drawing/2014/main" id="{EC37BA52-748E-4291-ECC9-3CB89D059C0E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3" name="Ellipse 822">
              <a:extLst>
                <a:ext uri="{FF2B5EF4-FFF2-40B4-BE49-F238E27FC236}">
                  <a16:creationId xmlns:a16="http://schemas.microsoft.com/office/drawing/2014/main" id="{248A844D-0E8D-EA7C-D3E5-7EC8691A253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4" name="Ellipse 823">
              <a:extLst>
                <a:ext uri="{FF2B5EF4-FFF2-40B4-BE49-F238E27FC236}">
                  <a16:creationId xmlns:a16="http://schemas.microsoft.com/office/drawing/2014/main" id="{84145AD6-2C53-93BF-192C-57FFACA26534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5" name="Ellipse 824">
              <a:extLst>
                <a:ext uri="{FF2B5EF4-FFF2-40B4-BE49-F238E27FC236}">
                  <a16:creationId xmlns:a16="http://schemas.microsoft.com/office/drawing/2014/main" id="{E9FD3DF1-C2FB-9A39-0497-D5281862948B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6" name="Ellipse 825">
              <a:extLst>
                <a:ext uri="{FF2B5EF4-FFF2-40B4-BE49-F238E27FC236}">
                  <a16:creationId xmlns:a16="http://schemas.microsoft.com/office/drawing/2014/main" id="{526C996E-5881-0704-91DD-9239CEC9C34F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7" name="Ellipse 826">
              <a:extLst>
                <a:ext uri="{FF2B5EF4-FFF2-40B4-BE49-F238E27FC236}">
                  <a16:creationId xmlns:a16="http://schemas.microsoft.com/office/drawing/2014/main" id="{34622F6B-0887-DA15-5F9C-E57D00B7FC98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8" name="Ellipse 827">
              <a:extLst>
                <a:ext uri="{FF2B5EF4-FFF2-40B4-BE49-F238E27FC236}">
                  <a16:creationId xmlns:a16="http://schemas.microsoft.com/office/drawing/2014/main" id="{F2720691-FC4E-1A81-A47E-13FCBE7B0397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9" name="Ellipse 828">
              <a:extLst>
                <a:ext uri="{FF2B5EF4-FFF2-40B4-BE49-F238E27FC236}">
                  <a16:creationId xmlns:a16="http://schemas.microsoft.com/office/drawing/2014/main" id="{4DBEF7F3-C968-FADC-C26E-DC5045EF565C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0" name="Ellipse 829">
              <a:extLst>
                <a:ext uri="{FF2B5EF4-FFF2-40B4-BE49-F238E27FC236}">
                  <a16:creationId xmlns:a16="http://schemas.microsoft.com/office/drawing/2014/main" id="{90CCBD41-0641-3DA6-2248-E901A00067E0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1" name="Ellipse 830">
              <a:extLst>
                <a:ext uri="{FF2B5EF4-FFF2-40B4-BE49-F238E27FC236}">
                  <a16:creationId xmlns:a16="http://schemas.microsoft.com/office/drawing/2014/main" id="{A44865A3-FAF5-9FC4-8CDD-DDA322D548F8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2" name="Ellipse 831">
              <a:extLst>
                <a:ext uri="{FF2B5EF4-FFF2-40B4-BE49-F238E27FC236}">
                  <a16:creationId xmlns:a16="http://schemas.microsoft.com/office/drawing/2014/main" id="{6BA5D2A2-1C5A-0E58-FEF9-D5234A421FF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3" name="Ellipse 832">
              <a:extLst>
                <a:ext uri="{FF2B5EF4-FFF2-40B4-BE49-F238E27FC236}">
                  <a16:creationId xmlns:a16="http://schemas.microsoft.com/office/drawing/2014/main" id="{0E4AE23C-9B07-6EE1-BB0C-1106026C73D2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4" name="Ellipse 833">
              <a:extLst>
                <a:ext uri="{FF2B5EF4-FFF2-40B4-BE49-F238E27FC236}">
                  <a16:creationId xmlns:a16="http://schemas.microsoft.com/office/drawing/2014/main" id="{ADB92317-F6B5-2894-63B6-7F192B3D237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5" name="Ellipse 834">
              <a:extLst>
                <a:ext uri="{FF2B5EF4-FFF2-40B4-BE49-F238E27FC236}">
                  <a16:creationId xmlns:a16="http://schemas.microsoft.com/office/drawing/2014/main" id="{FEE13090-4650-BBE8-FB04-15D48332E3F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6" name="Ellipse 835">
              <a:extLst>
                <a:ext uri="{FF2B5EF4-FFF2-40B4-BE49-F238E27FC236}">
                  <a16:creationId xmlns:a16="http://schemas.microsoft.com/office/drawing/2014/main" id="{2D491E3F-ADE2-9C4E-EE43-F6906362B640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7" name="Ellipse 836">
              <a:extLst>
                <a:ext uri="{FF2B5EF4-FFF2-40B4-BE49-F238E27FC236}">
                  <a16:creationId xmlns:a16="http://schemas.microsoft.com/office/drawing/2014/main" id="{EE7C8F36-9AE9-2DD4-601F-5B97D53B7E92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8" name="Ellipse 837">
              <a:extLst>
                <a:ext uri="{FF2B5EF4-FFF2-40B4-BE49-F238E27FC236}">
                  <a16:creationId xmlns:a16="http://schemas.microsoft.com/office/drawing/2014/main" id="{D85CCEB4-FC98-B752-ACC5-4FB54010A21B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9" name="Ellipse 838">
              <a:extLst>
                <a:ext uri="{FF2B5EF4-FFF2-40B4-BE49-F238E27FC236}">
                  <a16:creationId xmlns:a16="http://schemas.microsoft.com/office/drawing/2014/main" id="{2FB6B759-9CCA-1E2D-242D-786B1590BDE4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0" name="Ellipse 839">
              <a:extLst>
                <a:ext uri="{FF2B5EF4-FFF2-40B4-BE49-F238E27FC236}">
                  <a16:creationId xmlns:a16="http://schemas.microsoft.com/office/drawing/2014/main" id="{746067C2-5DA1-2EA9-15CD-88EF6B9D426D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1" name="Ellipse 840">
              <a:extLst>
                <a:ext uri="{FF2B5EF4-FFF2-40B4-BE49-F238E27FC236}">
                  <a16:creationId xmlns:a16="http://schemas.microsoft.com/office/drawing/2014/main" id="{16FEB315-CED4-13A2-1414-D47E197088DA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2" name="Ellipse 841">
              <a:extLst>
                <a:ext uri="{FF2B5EF4-FFF2-40B4-BE49-F238E27FC236}">
                  <a16:creationId xmlns:a16="http://schemas.microsoft.com/office/drawing/2014/main" id="{7127D811-D7D8-CBDE-19F8-C619D19442FF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3" name="Ellipse 842">
              <a:extLst>
                <a:ext uri="{FF2B5EF4-FFF2-40B4-BE49-F238E27FC236}">
                  <a16:creationId xmlns:a16="http://schemas.microsoft.com/office/drawing/2014/main" id="{E8A2AC32-B6B3-3E96-5E27-A085E2CD500F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4" name="Ellipse 843">
              <a:extLst>
                <a:ext uri="{FF2B5EF4-FFF2-40B4-BE49-F238E27FC236}">
                  <a16:creationId xmlns:a16="http://schemas.microsoft.com/office/drawing/2014/main" id="{F7FD4153-EC9F-8D1D-7046-59BF1449D123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5" name="Ellipse 844">
              <a:extLst>
                <a:ext uri="{FF2B5EF4-FFF2-40B4-BE49-F238E27FC236}">
                  <a16:creationId xmlns:a16="http://schemas.microsoft.com/office/drawing/2014/main" id="{DBF3B863-5C4C-ED42-AA51-978378CB0654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46" name="Gruppieren 845">
            <a:extLst>
              <a:ext uri="{FF2B5EF4-FFF2-40B4-BE49-F238E27FC236}">
                <a16:creationId xmlns:a16="http://schemas.microsoft.com/office/drawing/2014/main" id="{839E12DE-0BE3-68CF-F932-AF2BE1AF8BAA}"/>
              </a:ext>
            </a:extLst>
          </p:cNvPr>
          <p:cNvGrpSpPr/>
          <p:nvPr/>
        </p:nvGrpSpPr>
        <p:grpSpPr>
          <a:xfrm>
            <a:off x="-1784520" y="1281404"/>
            <a:ext cx="4629584" cy="2788981"/>
            <a:chOff x="-324210" y="4706992"/>
            <a:chExt cx="4629584" cy="2788981"/>
          </a:xfrm>
        </p:grpSpPr>
        <p:sp>
          <p:nvSpPr>
            <p:cNvPr id="847" name="Ellipse 846">
              <a:extLst>
                <a:ext uri="{FF2B5EF4-FFF2-40B4-BE49-F238E27FC236}">
                  <a16:creationId xmlns:a16="http://schemas.microsoft.com/office/drawing/2014/main" id="{9D340D61-570A-F89D-40BB-6B56757960CD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8" name="Ellipse 847">
              <a:extLst>
                <a:ext uri="{FF2B5EF4-FFF2-40B4-BE49-F238E27FC236}">
                  <a16:creationId xmlns:a16="http://schemas.microsoft.com/office/drawing/2014/main" id="{F2D388D2-8DCA-AFE2-331A-827826A74241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9" name="Ellipse 848">
              <a:extLst>
                <a:ext uri="{FF2B5EF4-FFF2-40B4-BE49-F238E27FC236}">
                  <a16:creationId xmlns:a16="http://schemas.microsoft.com/office/drawing/2014/main" id="{98AC29A7-AFAA-4A45-EBA2-F90559C834A1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0" name="Ellipse 849">
              <a:extLst>
                <a:ext uri="{FF2B5EF4-FFF2-40B4-BE49-F238E27FC236}">
                  <a16:creationId xmlns:a16="http://schemas.microsoft.com/office/drawing/2014/main" id="{324E9C72-6C7E-C658-F5BA-989AA74D6879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1" name="Ellipse 850">
              <a:extLst>
                <a:ext uri="{FF2B5EF4-FFF2-40B4-BE49-F238E27FC236}">
                  <a16:creationId xmlns:a16="http://schemas.microsoft.com/office/drawing/2014/main" id="{2905C172-61E0-16A6-F134-A4C26D93F231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2" name="Ellipse 851">
              <a:extLst>
                <a:ext uri="{FF2B5EF4-FFF2-40B4-BE49-F238E27FC236}">
                  <a16:creationId xmlns:a16="http://schemas.microsoft.com/office/drawing/2014/main" id="{9FA2E3AA-E921-3A65-6E6D-6C7932129393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3" name="Ellipse 852">
              <a:extLst>
                <a:ext uri="{FF2B5EF4-FFF2-40B4-BE49-F238E27FC236}">
                  <a16:creationId xmlns:a16="http://schemas.microsoft.com/office/drawing/2014/main" id="{35678F7D-46C7-B0C8-7473-6152DE2BDAB4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4" name="Ellipse 853">
              <a:extLst>
                <a:ext uri="{FF2B5EF4-FFF2-40B4-BE49-F238E27FC236}">
                  <a16:creationId xmlns:a16="http://schemas.microsoft.com/office/drawing/2014/main" id="{26DC227A-4524-6CB0-1F5B-38CCC2488AA7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5" name="Ellipse 854">
              <a:extLst>
                <a:ext uri="{FF2B5EF4-FFF2-40B4-BE49-F238E27FC236}">
                  <a16:creationId xmlns:a16="http://schemas.microsoft.com/office/drawing/2014/main" id="{A420F3E0-6E94-BEFD-1064-42EB28DC6C2F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6" name="Ellipse 855">
              <a:extLst>
                <a:ext uri="{FF2B5EF4-FFF2-40B4-BE49-F238E27FC236}">
                  <a16:creationId xmlns:a16="http://schemas.microsoft.com/office/drawing/2014/main" id="{B05B7436-B2E2-3CBB-1828-B2AE9532E6DE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7" name="Ellipse 856">
              <a:extLst>
                <a:ext uri="{FF2B5EF4-FFF2-40B4-BE49-F238E27FC236}">
                  <a16:creationId xmlns:a16="http://schemas.microsoft.com/office/drawing/2014/main" id="{4ACA017B-9C25-4F11-1B81-E609BA07FBB1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8" name="Ellipse 857">
              <a:extLst>
                <a:ext uri="{FF2B5EF4-FFF2-40B4-BE49-F238E27FC236}">
                  <a16:creationId xmlns:a16="http://schemas.microsoft.com/office/drawing/2014/main" id="{948FE561-B1F5-2137-36DB-7D8EF91ADEEB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9" name="Ellipse 858">
              <a:extLst>
                <a:ext uri="{FF2B5EF4-FFF2-40B4-BE49-F238E27FC236}">
                  <a16:creationId xmlns:a16="http://schemas.microsoft.com/office/drawing/2014/main" id="{72995D97-7729-C534-42C2-7E3EC395DE9D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0" name="Ellipse 859">
              <a:extLst>
                <a:ext uri="{FF2B5EF4-FFF2-40B4-BE49-F238E27FC236}">
                  <a16:creationId xmlns:a16="http://schemas.microsoft.com/office/drawing/2014/main" id="{4B5DA2DB-A45B-30DE-FD04-500C54185A5E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1" name="Ellipse 860">
              <a:extLst>
                <a:ext uri="{FF2B5EF4-FFF2-40B4-BE49-F238E27FC236}">
                  <a16:creationId xmlns:a16="http://schemas.microsoft.com/office/drawing/2014/main" id="{325C9CBA-5941-710A-E1B4-0708214C57EB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2" name="Ellipse 861">
              <a:extLst>
                <a:ext uri="{FF2B5EF4-FFF2-40B4-BE49-F238E27FC236}">
                  <a16:creationId xmlns:a16="http://schemas.microsoft.com/office/drawing/2014/main" id="{7038FB2C-07B0-3247-D031-CB05D81127F8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3" name="Ellipse 862">
              <a:extLst>
                <a:ext uri="{FF2B5EF4-FFF2-40B4-BE49-F238E27FC236}">
                  <a16:creationId xmlns:a16="http://schemas.microsoft.com/office/drawing/2014/main" id="{97365BFF-8F60-E2F6-B567-63D5A51C07F8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4" name="Ellipse 863">
              <a:extLst>
                <a:ext uri="{FF2B5EF4-FFF2-40B4-BE49-F238E27FC236}">
                  <a16:creationId xmlns:a16="http://schemas.microsoft.com/office/drawing/2014/main" id="{25525D9C-8DD2-FB17-512F-D48E8610FD0C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5" name="Ellipse 864">
              <a:extLst>
                <a:ext uri="{FF2B5EF4-FFF2-40B4-BE49-F238E27FC236}">
                  <a16:creationId xmlns:a16="http://schemas.microsoft.com/office/drawing/2014/main" id="{CE921A10-1EF0-1365-A5C9-68E71FFD63D6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6" name="Ellipse 865">
              <a:extLst>
                <a:ext uri="{FF2B5EF4-FFF2-40B4-BE49-F238E27FC236}">
                  <a16:creationId xmlns:a16="http://schemas.microsoft.com/office/drawing/2014/main" id="{BEBC9033-6C09-5033-77E6-5B06E7D5E734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7" name="Ellipse 866">
              <a:extLst>
                <a:ext uri="{FF2B5EF4-FFF2-40B4-BE49-F238E27FC236}">
                  <a16:creationId xmlns:a16="http://schemas.microsoft.com/office/drawing/2014/main" id="{CF1FD342-42AF-5DF6-026D-B26B4944DAEC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8" name="Ellipse 867">
              <a:extLst>
                <a:ext uri="{FF2B5EF4-FFF2-40B4-BE49-F238E27FC236}">
                  <a16:creationId xmlns:a16="http://schemas.microsoft.com/office/drawing/2014/main" id="{CFD5E8D5-8F0B-C974-B5D6-75CC3F7B5D74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9" name="Ellipse 868">
              <a:extLst>
                <a:ext uri="{FF2B5EF4-FFF2-40B4-BE49-F238E27FC236}">
                  <a16:creationId xmlns:a16="http://schemas.microsoft.com/office/drawing/2014/main" id="{E3F3B2FA-2738-8CE8-6478-B29744324A06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0" name="Ellipse 869">
              <a:extLst>
                <a:ext uri="{FF2B5EF4-FFF2-40B4-BE49-F238E27FC236}">
                  <a16:creationId xmlns:a16="http://schemas.microsoft.com/office/drawing/2014/main" id="{5254EA34-CF7F-1A92-5F03-A3D64D211074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1" name="Ellipse 870">
              <a:extLst>
                <a:ext uri="{FF2B5EF4-FFF2-40B4-BE49-F238E27FC236}">
                  <a16:creationId xmlns:a16="http://schemas.microsoft.com/office/drawing/2014/main" id="{4FEFB5E8-ADDD-1249-36A3-057A7F2A1503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2" name="Ellipse 871">
              <a:extLst>
                <a:ext uri="{FF2B5EF4-FFF2-40B4-BE49-F238E27FC236}">
                  <a16:creationId xmlns:a16="http://schemas.microsoft.com/office/drawing/2014/main" id="{037CB7C0-8B35-D70F-8B1F-B21B3F0A9251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3" name="Ellipse 872">
              <a:extLst>
                <a:ext uri="{FF2B5EF4-FFF2-40B4-BE49-F238E27FC236}">
                  <a16:creationId xmlns:a16="http://schemas.microsoft.com/office/drawing/2014/main" id="{94E4B4F8-C9DE-0598-8C22-4F5290C042DE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4" name="Ellipse 873">
              <a:extLst>
                <a:ext uri="{FF2B5EF4-FFF2-40B4-BE49-F238E27FC236}">
                  <a16:creationId xmlns:a16="http://schemas.microsoft.com/office/drawing/2014/main" id="{2D68880E-50F7-756E-875F-41A18F93576C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75" name="Gruppieren 874">
            <a:extLst>
              <a:ext uri="{FF2B5EF4-FFF2-40B4-BE49-F238E27FC236}">
                <a16:creationId xmlns:a16="http://schemas.microsoft.com/office/drawing/2014/main" id="{57355FDB-8E13-44F2-06FD-E39203D30D6B}"/>
              </a:ext>
            </a:extLst>
          </p:cNvPr>
          <p:cNvGrpSpPr/>
          <p:nvPr/>
        </p:nvGrpSpPr>
        <p:grpSpPr>
          <a:xfrm rot="10800000">
            <a:off x="-995780" y="740929"/>
            <a:ext cx="4629584" cy="2788981"/>
            <a:chOff x="-324210" y="4706992"/>
            <a:chExt cx="4629584" cy="2788981"/>
          </a:xfrm>
        </p:grpSpPr>
        <p:sp>
          <p:nvSpPr>
            <p:cNvPr id="876" name="Ellipse 875">
              <a:extLst>
                <a:ext uri="{FF2B5EF4-FFF2-40B4-BE49-F238E27FC236}">
                  <a16:creationId xmlns:a16="http://schemas.microsoft.com/office/drawing/2014/main" id="{F9D14449-6E22-FA61-4749-E1481619300E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7" name="Ellipse 876">
              <a:extLst>
                <a:ext uri="{FF2B5EF4-FFF2-40B4-BE49-F238E27FC236}">
                  <a16:creationId xmlns:a16="http://schemas.microsoft.com/office/drawing/2014/main" id="{4378BB1F-BC7B-40F9-929B-75E4C5E44A59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8" name="Ellipse 877">
              <a:extLst>
                <a:ext uri="{FF2B5EF4-FFF2-40B4-BE49-F238E27FC236}">
                  <a16:creationId xmlns:a16="http://schemas.microsoft.com/office/drawing/2014/main" id="{6B6DAFDA-1867-E156-B401-EF869838D88C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9" name="Ellipse 878">
              <a:extLst>
                <a:ext uri="{FF2B5EF4-FFF2-40B4-BE49-F238E27FC236}">
                  <a16:creationId xmlns:a16="http://schemas.microsoft.com/office/drawing/2014/main" id="{903036C0-DA3B-43F1-AD00-00D2EAC8E543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0" name="Ellipse 879">
              <a:extLst>
                <a:ext uri="{FF2B5EF4-FFF2-40B4-BE49-F238E27FC236}">
                  <a16:creationId xmlns:a16="http://schemas.microsoft.com/office/drawing/2014/main" id="{444DC465-A9C5-18C4-CB3E-652B5BF805A2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1" name="Ellipse 880">
              <a:extLst>
                <a:ext uri="{FF2B5EF4-FFF2-40B4-BE49-F238E27FC236}">
                  <a16:creationId xmlns:a16="http://schemas.microsoft.com/office/drawing/2014/main" id="{2B0E7B80-CD17-9481-0ADA-A7AD59B3B6B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2" name="Ellipse 881">
              <a:extLst>
                <a:ext uri="{FF2B5EF4-FFF2-40B4-BE49-F238E27FC236}">
                  <a16:creationId xmlns:a16="http://schemas.microsoft.com/office/drawing/2014/main" id="{4BBB51A1-43DB-BACA-3897-CE8F49088FEB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3" name="Ellipse 882">
              <a:extLst>
                <a:ext uri="{FF2B5EF4-FFF2-40B4-BE49-F238E27FC236}">
                  <a16:creationId xmlns:a16="http://schemas.microsoft.com/office/drawing/2014/main" id="{277EB81F-65D2-4810-6408-BEDDA68303C6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4" name="Ellipse 883">
              <a:extLst>
                <a:ext uri="{FF2B5EF4-FFF2-40B4-BE49-F238E27FC236}">
                  <a16:creationId xmlns:a16="http://schemas.microsoft.com/office/drawing/2014/main" id="{D9EC3644-9F0E-D407-CEDF-A906510D6A1F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5" name="Ellipse 884">
              <a:extLst>
                <a:ext uri="{FF2B5EF4-FFF2-40B4-BE49-F238E27FC236}">
                  <a16:creationId xmlns:a16="http://schemas.microsoft.com/office/drawing/2014/main" id="{95496877-9358-921C-E80C-A138C01FBCEE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6" name="Ellipse 885">
              <a:extLst>
                <a:ext uri="{FF2B5EF4-FFF2-40B4-BE49-F238E27FC236}">
                  <a16:creationId xmlns:a16="http://schemas.microsoft.com/office/drawing/2014/main" id="{7D69511C-FC4C-CE93-429A-1F1FAF2EA0BD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7" name="Ellipse 886">
              <a:extLst>
                <a:ext uri="{FF2B5EF4-FFF2-40B4-BE49-F238E27FC236}">
                  <a16:creationId xmlns:a16="http://schemas.microsoft.com/office/drawing/2014/main" id="{2885CBDC-8074-B332-FAB8-9DABB7C9E2AE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8" name="Ellipse 887">
              <a:extLst>
                <a:ext uri="{FF2B5EF4-FFF2-40B4-BE49-F238E27FC236}">
                  <a16:creationId xmlns:a16="http://schemas.microsoft.com/office/drawing/2014/main" id="{B521932A-A28B-34D1-E4CA-DDD399682158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9" name="Ellipse 888">
              <a:extLst>
                <a:ext uri="{FF2B5EF4-FFF2-40B4-BE49-F238E27FC236}">
                  <a16:creationId xmlns:a16="http://schemas.microsoft.com/office/drawing/2014/main" id="{17D2B9DB-15CB-1899-4A15-C6980476CF5C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0" name="Ellipse 889">
              <a:extLst>
                <a:ext uri="{FF2B5EF4-FFF2-40B4-BE49-F238E27FC236}">
                  <a16:creationId xmlns:a16="http://schemas.microsoft.com/office/drawing/2014/main" id="{599CE117-3622-502D-CA2E-B7921D3CA4C5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1" name="Ellipse 890">
              <a:extLst>
                <a:ext uri="{FF2B5EF4-FFF2-40B4-BE49-F238E27FC236}">
                  <a16:creationId xmlns:a16="http://schemas.microsoft.com/office/drawing/2014/main" id="{83C13274-11CE-FAAA-8CFA-FBB00BF38A84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2" name="Ellipse 891">
              <a:extLst>
                <a:ext uri="{FF2B5EF4-FFF2-40B4-BE49-F238E27FC236}">
                  <a16:creationId xmlns:a16="http://schemas.microsoft.com/office/drawing/2014/main" id="{41FA6F95-B9D6-4357-1298-EB7189068EDF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3" name="Ellipse 892">
              <a:extLst>
                <a:ext uri="{FF2B5EF4-FFF2-40B4-BE49-F238E27FC236}">
                  <a16:creationId xmlns:a16="http://schemas.microsoft.com/office/drawing/2014/main" id="{6D45CD0D-3F8F-B1F5-88C0-C7283A1AC89D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4" name="Ellipse 893">
              <a:extLst>
                <a:ext uri="{FF2B5EF4-FFF2-40B4-BE49-F238E27FC236}">
                  <a16:creationId xmlns:a16="http://schemas.microsoft.com/office/drawing/2014/main" id="{16969FD8-920C-F21B-F9B6-530E265559DF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5" name="Ellipse 894">
              <a:extLst>
                <a:ext uri="{FF2B5EF4-FFF2-40B4-BE49-F238E27FC236}">
                  <a16:creationId xmlns:a16="http://schemas.microsoft.com/office/drawing/2014/main" id="{F192155A-69FB-2A79-9B9A-0ECC0C6BC593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6" name="Ellipse 895">
              <a:extLst>
                <a:ext uri="{FF2B5EF4-FFF2-40B4-BE49-F238E27FC236}">
                  <a16:creationId xmlns:a16="http://schemas.microsoft.com/office/drawing/2014/main" id="{6D383467-6666-BAB5-839A-F9273E2C2802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7" name="Ellipse 896">
              <a:extLst>
                <a:ext uri="{FF2B5EF4-FFF2-40B4-BE49-F238E27FC236}">
                  <a16:creationId xmlns:a16="http://schemas.microsoft.com/office/drawing/2014/main" id="{664B3052-6EFA-F48B-E0F0-B4791F13497B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8" name="Ellipse 897">
              <a:extLst>
                <a:ext uri="{FF2B5EF4-FFF2-40B4-BE49-F238E27FC236}">
                  <a16:creationId xmlns:a16="http://schemas.microsoft.com/office/drawing/2014/main" id="{A2CAAE5C-439D-15CB-33A8-850265C1C323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9" name="Ellipse 898">
              <a:extLst>
                <a:ext uri="{FF2B5EF4-FFF2-40B4-BE49-F238E27FC236}">
                  <a16:creationId xmlns:a16="http://schemas.microsoft.com/office/drawing/2014/main" id="{9712C2D3-0C95-483A-470F-79B323914D5A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0" name="Ellipse 899">
              <a:extLst>
                <a:ext uri="{FF2B5EF4-FFF2-40B4-BE49-F238E27FC236}">
                  <a16:creationId xmlns:a16="http://schemas.microsoft.com/office/drawing/2014/main" id="{925B1145-16DD-9614-840D-1A3EC93608C1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1" name="Ellipse 900">
              <a:extLst>
                <a:ext uri="{FF2B5EF4-FFF2-40B4-BE49-F238E27FC236}">
                  <a16:creationId xmlns:a16="http://schemas.microsoft.com/office/drawing/2014/main" id="{CC701382-AE2A-590F-DF86-32E6C1EAC63D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2" name="Ellipse 901">
              <a:extLst>
                <a:ext uri="{FF2B5EF4-FFF2-40B4-BE49-F238E27FC236}">
                  <a16:creationId xmlns:a16="http://schemas.microsoft.com/office/drawing/2014/main" id="{2018DE15-625B-239E-03C8-85E44924DB38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3" name="Ellipse 902">
              <a:extLst>
                <a:ext uri="{FF2B5EF4-FFF2-40B4-BE49-F238E27FC236}">
                  <a16:creationId xmlns:a16="http://schemas.microsoft.com/office/drawing/2014/main" id="{1B1296FC-9688-3A7C-A84C-EB3043A80412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904" name="Gruppieren 903">
            <a:extLst>
              <a:ext uri="{FF2B5EF4-FFF2-40B4-BE49-F238E27FC236}">
                <a16:creationId xmlns:a16="http://schemas.microsoft.com/office/drawing/2014/main" id="{02806E54-8B97-928F-5A67-AEBC8EA13BA9}"/>
              </a:ext>
            </a:extLst>
          </p:cNvPr>
          <p:cNvGrpSpPr/>
          <p:nvPr/>
        </p:nvGrpSpPr>
        <p:grpSpPr>
          <a:xfrm rot="10800000">
            <a:off x="-2073499" y="221626"/>
            <a:ext cx="4629584" cy="2788981"/>
            <a:chOff x="-324210" y="4706992"/>
            <a:chExt cx="4629584" cy="2788981"/>
          </a:xfrm>
        </p:grpSpPr>
        <p:sp>
          <p:nvSpPr>
            <p:cNvPr id="905" name="Ellipse 904">
              <a:extLst>
                <a:ext uri="{FF2B5EF4-FFF2-40B4-BE49-F238E27FC236}">
                  <a16:creationId xmlns:a16="http://schemas.microsoft.com/office/drawing/2014/main" id="{8C1BC8C6-0AC3-CC3D-55F5-83E3481110CC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6" name="Ellipse 905">
              <a:extLst>
                <a:ext uri="{FF2B5EF4-FFF2-40B4-BE49-F238E27FC236}">
                  <a16:creationId xmlns:a16="http://schemas.microsoft.com/office/drawing/2014/main" id="{2A716665-75A1-F964-BB6F-20C39A1BFEBA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7" name="Ellipse 906">
              <a:extLst>
                <a:ext uri="{FF2B5EF4-FFF2-40B4-BE49-F238E27FC236}">
                  <a16:creationId xmlns:a16="http://schemas.microsoft.com/office/drawing/2014/main" id="{013EEFCD-0C0F-A088-69E1-D7D689EBABCD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8" name="Ellipse 907">
              <a:extLst>
                <a:ext uri="{FF2B5EF4-FFF2-40B4-BE49-F238E27FC236}">
                  <a16:creationId xmlns:a16="http://schemas.microsoft.com/office/drawing/2014/main" id="{77EABB25-C51B-F4EC-B582-5D4B43758762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9" name="Ellipse 908">
              <a:extLst>
                <a:ext uri="{FF2B5EF4-FFF2-40B4-BE49-F238E27FC236}">
                  <a16:creationId xmlns:a16="http://schemas.microsoft.com/office/drawing/2014/main" id="{0289408E-CFE1-6FBC-3570-243EC75918D0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0" name="Ellipse 909">
              <a:extLst>
                <a:ext uri="{FF2B5EF4-FFF2-40B4-BE49-F238E27FC236}">
                  <a16:creationId xmlns:a16="http://schemas.microsoft.com/office/drawing/2014/main" id="{E884C1EC-CD45-3307-5480-3D73D886BB7F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1" name="Ellipse 910">
              <a:extLst>
                <a:ext uri="{FF2B5EF4-FFF2-40B4-BE49-F238E27FC236}">
                  <a16:creationId xmlns:a16="http://schemas.microsoft.com/office/drawing/2014/main" id="{2C9D24A8-0621-D3C3-1F33-1C29360FD880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2" name="Ellipse 911">
              <a:extLst>
                <a:ext uri="{FF2B5EF4-FFF2-40B4-BE49-F238E27FC236}">
                  <a16:creationId xmlns:a16="http://schemas.microsoft.com/office/drawing/2014/main" id="{DA1B623C-34C5-6057-8160-707F522982C5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3" name="Ellipse 912">
              <a:extLst>
                <a:ext uri="{FF2B5EF4-FFF2-40B4-BE49-F238E27FC236}">
                  <a16:creationId xmlns:a16="http://schemas.microsoft.com/office/drawing/2014/main" id="{96EA95EF-9084-16D9-EDE0-3C0A45AFF60B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4" name="Ellipse 913">
              <a:extLst>
                <a:ext uri="{FF2B5EF4-FFF2-40B4-BE49-F238E27FC236}">
                  <a16:creationId xmlns:a16="http://schemas.microsoft.com/office/drawing/2014/main" id="{1623EB9F-7345-8F10-9845-04F9476B2D7C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5" name="Ellipse 914">
              <a:extLst>
                <a:ext uri="{FF2B5EF4-FFF2-40B4-BE49-F238E27FC236}">
                  <a16:creationId xmlns:a16="http://schemas.microsoft.com/office/drawing/2014/main" id="{1EC4CE2C-689B-B5D6-27EB-2B717C045DE9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6" name="Ellipse 915">
              <a:extLst>
                <a:ext uri="{FF2B5EF4-FFF2-40B4-BE49-F238E27FC236}">
                  <a16:creationId xmlns:a16="http://schemas.microsoft.com/office/drawing/2014/main" id="{2DB4B2FA-68E8-7D6C-6C5A-4D482650744F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7" name="Ellipse 916">
              <a:extLst>
                <a:ext uri="{FF2B5EF4-FFF2-40B4-BE49-F238E27FC236}">
                  <a16:creationId xmlns:a16="http://schemas.microsoft.com/office/drawing/2014/main" id="{5638A5AD-99FE-1C88-56AF-CA2A8F968529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8" name="Ellipse 917">
              <a:extLst>
                <a:ext uri="{FF2B5EF4-FFF2-40B4-BE49-F238E27FC236}">
                  <a16:creationId xmlns:a16="http://schemas.microsoft.com/office/drawing/2014/main" id="{A6CE0656-5865-F6BE-3EFE-4D784CE890A3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9" name="Ellipse 918">
              <a:extLst>
                <a:ext uri="{FF2B5EF4-FFF2-40B4-BE49-F238E27FC236}">
                  <a16:creationId xmlns:a16="http://schemas.microsoft.com/office/drawing/2014/main" id="{7A762C69-009C-089B-5537-F08448263B3E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0" name="Ellipse 919">
              <a:extLst>
                <a:ext uri="{FF2B5EF4-FFF2-40B4-BE49-F238E27FC236}">
                  <a16:creationId xmlns:a16="http://schemas.microsoft.com/office/drawing/2014/main" id="{2390F55B-3A1A-3E44-7E04-A9BFB326DFB7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1" name="Ellipse 920">
              <a:extLst>
                <a:ext uri="{FF2B5EF4-FFF2-40B4-BE49-F238E27FC236}">
                  <a16:creationId xmlns:a16="http://schemas.microsoft.com/office/drawing/2014/main" id="{029EA4B4-C5E9-1806-FBE3-1C45D2B2E3F1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2" name="Ellipse 921">
              <a:extLst>
                <a:ext uri="{FF2B5EF4-FFF2-40B4-BE49-F238E27FC236}">
                  <a16:creationId xmlns:a16="http://schemas.microsoft.com/office/drawing/2014/main" id="{1AA45BAF-1F49-DAD2-89BE-C6C137340AD8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3" name="Ellipse 922">
              <a:extLst>
                <a:ext uri="{FF2B5EF4-FFF2-40B4-BE49-F238E27FC236}">
                  <a16:creationId xmlns:a16="http://schemas.microsoft.com/office/drawing/2014/main" id="{00504AB9-45CC-0920-663D-2B536B936BA1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4" name="Ellipse 923">
              <a:extLst>
                <a:ext uri="{FF2B5EF4-FFF2-40B4-BE49-F238E27FC236}">
                  <a16:creationId xmlns:a16="http://schemas.microsoft.com/office/drawing/2014/main" id="{30ECCE07-640F-CB73-746A-03F78B1E5131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5" name="Ellipse 924">
              <a:extLst>
                <a:ext uri="{FF2B5EF4-FFF2-40B4-BE49-F238E27FC236}">
                  <a16:creationId xmlns:a16="http://schemas.microsoft.com/office/drawing/2014/main" id="{9B6DE457-DB1B-F02F-1F54-809FE18E206C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6" name="Ellipse 925">
              <a:extLst>
                <a:ext uri="{FF2B5EF4-FFF2-40B4-BE49-F238E27FC236}">
                  <a16:creationId xmlns:a16="http://schemas.microsoft.com/office/drawing/2014/main" id="{7E2DDD2D-1580-2479-0508-18901FD97665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7" name="Ellipse 926">
              <a:extLst>
                <a:ext uri="{FF2B5EF4-FFF2-40B4-BE49-F238E27FC236}">
                  <a16:creationId xmlns:a16="http://schemas.microsoft.com/office/drawing/2014/main" id="{260916CC-98BC-01A0-6EC6-4312E5B13BE5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8" name="Ellipse 927">
              <a:extLst>
                <a:ext uri="{FF2B5EF4-FFF2-40B4-BE49-F238E27FC236}">
                  <a16:creationId xmlns:a16="http://schemas.microsoft.com/office/drawing/2014/main" id="{0FD9E9C6-E6CF-3505-3F5F-FC744E40BE86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9" name="Ellipse 928">
              <a:extLst>
                <a:ext uri="{FF2B5EF4-FFF2-40B4-BE49-F238E27FC236}">
                  <a16:creationId xmlns:a16="http://schemas.microsoft.com/office/drawing/2014/main" id="{C8383C4D-3494-DF7F-22AD-0F04F4CF73DB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0" name="Ellipse 929">
              <a:extLst>
                <a:ext uri="{FF2B5EF4-FFF2-40B4-BE49-F238E27FC236}">
                  <a16:creationId xmlns:a16="http://schemas.microsoft.com/office/drawing/2014/main" id="{F2A21F9F-8A64-A169-3C60-245A5BFB5A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1" name="Ellipse 930">
              <a:extLst>
                <a:ext uri="{FF2B5EF4-FFF2-40B4-BE49-F238E27FC236}">
                  <a16:creationId xmlns:a16="http://schemas.microsoft.com/office/drawing/2014/main" id="{F2064224-C7A1-D1C4-86FB-CA650E947955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2" name="Ellipse 931">
              <a:extLst>
                <a:ext uri="{FF2B5EF4-FFF2-40B4-BE49-F238E27FC236}">
                  <a16:creationId xmlns:a16="http://schemas.microsoft.com/office/drawing/2014/main" id="{484E7E7C-C3E5-EE77-39ED-D6CE6F7327CD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933" name="Ellipse 932">
            <a:extLst>
              <a:ext uri="{FF2B5EF4-FFF2-40B4-BE49-F238E27FC236}">
                <a16:creationId xmlns:a16="http://schemas.microsoft.com/office/drawing/2014/main" id="{A8E229D9-C524-DEF1-943A-4ED94C18DB53}"/>
              </a:ext>
            </a:extLst>
          </p:cNvPr>
          <p:cNvSpPr/>
          <p:nvPr/>
        </p:nvSpPr>
        <p:spPr>
          <a:xfrm rot="4912871">
            <a:off x="5437808" y="13385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4" name="Ellipse 933">
            <a:extLst>
              <a:ext uri="{FF2B5EF4-FFF2-40B4-BE49-F238E27FC236}">
                <a16:creationId xmlns:a16="http://schemas.microsoft.com/office/drawing/2014/main" id="{0223B461-FD80-1639-3640-658A34C43F02}"/>
              </a:ext>
            </a:extLst>
          </p:cNvPr>
          <p:cNvSpPr/>
          <p:nvPr/>
        </p:nvSpPr>
        <p:spPr>
          <a:xfrm rot="4912871">
            <a:off x="5420446" y="170205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5" name="Ellipse 934">
            <a:extLst>
              <a:ext uri="{FF2B5EF4-FFF2-40B4-BE49-F238E27FC236}">
                <a16:creationId xmlns:a16="http://schemas.microsoft.com/office/drawing/2014/main" id="{9F14C46C-D274-D122-801C-4B7A828B08CE}"/>
              </a:ext>
            </a:extLst>
          </p:cNvPr>
          <p:cNvSpPr/>
          <p:nvPr/>
        </p:nvSpPr>
        <p:spPr>
          <a:xfrm rot="4912871">
            <a:off x="5611775" y="202083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6" name="Ellipse 935">
            <a:extLst>
              <a:ext uri="{FF2B5EF4-FFF2-40B4-BE49-F238E27FC236}">
                <a16:creationId xmlns:a16="http://schemas.microsoft.com/office/drawing/2014/main" id="{823034A8-7466-C7EF-490F-D243600F7423}"/>
              </a:ext>
            </a:extLst>
          </p:cNvPr>
          <p:cNvSpPr/>
          <p:nvPr/>
        </p:nvSpPr>
        <p:spPr>
          <a:xfrm rot="4912871">
            <a:off x="5548358" y="103131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7" name="Ellipse 936">
            <a:extLst>
              <a:ext uri="{FF2B5EF4-FFF2-40B4-BE49-F238E27FC236}">
                <a16:creationId xmlns:a16="http://schemas.microsoft.com/office/drawing/2014/main" id="{875396DD-A16F-1306-163C-FBA6DE05DDA1}"/>
              </a:ext>
            </a:extLst>
          </p:cNvPr>
          <p:cNvSpPr/>
          <p:nvPr/>
        </p:nvSpPr>
        <p:spPr>
          <a:xfrm rot="4912871">
            <a:off x="5719876" y="120665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8" name="Ellipse 937">
            <a:extLst>
              <a:ext uri="{FF2B5EF4-FFF2-40B4-BE49-F238E27FC236}">
                <a16:creationId xmlns:a16="http://schemas.microsoft.com/office/drawing/2014/main" id="{1994C5CA-EA53-6FE4-0C48-EB55D1AAF6D1}"/>
              </a:ext>
            </a:extLst>
          </p:cNvPr>
          <p:cNvSpPr/>
          <p:nvPr/>
        </p:nvSpPr>
        <p:spPr>
          <a:xfrm rot="4912871">
            <a:off x="5682199" y="146457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9" name="Ellipse 938">
            <a:extLst>
              <a:ext uri="{FF2B5EF4-FFF2-40B4-BE49-F238E27FC236}">
                <a16:creationId xmlns:a16="http://schemas.microsoft.com/office/drawing/2014/main" id="{845DCCE2-A7EC-4B37-B971-7D9CD87994A5}"/>
              </a:ext>
            </a:extLst>
          </p:cNvPr>
          <p:cNvSpPr/>
          <p:nvPr/>
        </p:nvSpPr>
        <p:spPr>
          <a:xfrm rot="4912871">
            <a:off x="6043414" y="212208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0" name="Ellipse 939">
            <a:extLst>
              <a:ext uri="{FF2B5EF4-FFF2-40B4-BE49-F238E27FC236}">
                <a16:creationId xmlns:a16="http://schemas.microsoft.com/office/drawing/2014/main" id="{33F72E5D-D7D1-E2CE-387D-739D5FA97FC4}"/>
              </a:ext>
            </a:extLst>
          </p:cNvPr>
          <p:cNvSpPr/>
          <p:nvPr/>
        </p:nvSpPr>
        <p:spPr>
          <a:xfrm rot="4912871">
            <a:off x="6107927" y="101411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1" name="Ellipse 940">
            <a:extLst>
              <a:ext uri="{FF2B5EF4-FFF2-40B4-BE49-F238E27FC236}">
                <a16:creationId xmlns:a16="http://schemas.microsoft.com/office/drawing/2014/main" id="{21943646-A8DE-312B-C861-0B39776C5D9F}"/>
              </a:ext>
            </a:extLst>
          </p:cNvPr>
          <p:cNvSpPr/>
          <p:nvPr/>
        </p:nvSpPr>
        <p:spPr>
          <a:xfrm rot="4912871">
            <a:off x="6008314" y="169369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2" name="Ellipse 941">
            <a:extLst>
              <a:ext uri="{FF2B5EF4-FFF2-40B4-BE49-F238E27FC236}">
                <a16:creationId xmlns:a16="http://schemas.microsoft.com/office/drawing/2014/main" id="{7B754979-B7D8-6A0A-40D1-FD9CD842AB00}"/>
              </a:ext>
            </a:extLst>
          </p:cNvPr>
          <p:cNvSpPr/>
          <p:nvPr/>
        </p:nvSpPr>
        <p:spPr>
          <a:xfrm rot="4912871">
            <a:off x="6252081" y="141495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3" name="Ellipse 942">
            <a:extLst>
              <a:ext uri="{FF2B5EF4-FFF2-40B4-BE49-F238E27FC236}">
                <a16:creationId xmlns:a16="http://schemas.microsoft.com/office/drawing/2014/main" id="{A469B5C4-2B02-F719-32D7-11BBD73B44E1}"/>
              </a:ext>
            </a:extLst>
          </p:cNvPr>
          <p:cNvSpPr/>
          <p:nvPr/>
        </p:nvSpPr>
        <p:spPr>
          <a:xfrm rot="4912871">
            <a:off x="3551323" y="7020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4" name="Ellipse 943">
            <a:extLst>
              <a:ext uri="{FF2B5EF4-FFF2-40B4-BE49-F238E27FC236}">
                <a16:creationId xmlns:a16="http://schemas.microsoft.com/office/drawing/2014/main" id="{CD489C22-839F-9237-BA0D-FCC47EE90E7F}"/>
              </a:ext>
            </a:extLst>
          </p:cNvPr>
          <p:cNvSpPr/>
          <p:nvPr/>
        </p:nvSpPr>
        <p:spPr>
          <a:xfrm rot="4912871">
            <a:off x="6439662" y="214659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5" name="Ellipse 944">
            <a:extLst>
              <a:ext uri="{FF2B5EF4-FFF2-40B4-BE49-F238E27FC236}">
                <a16:creationId xmlns:a16="http://schemas.microsoft.com/office/drawing/2014/main" id="{8DF96C37-4D86-F690-F3BE-2957AB7AC4E0}"/>
              </a:ext>
            </a:extLst>
          </p:cNvPr>
          <p:cNvSpPr/>
          <p:nvPr/>
        </p:nvSpPr>
        <p:spPr>
          <a:xfrm rot="4912871">
            <a:off x="6491698" y="185607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6" name="Ellipse 945">
            <a:extLst>
              <a:ext uri="{FF2B5EF4-FFF2-40B4-BE49-F238E27FC236}">
                <a16:creationId xmlns:a16="http://schemas.microsoft.com/office/drawing/2014/main" id="{3C323E65-9A97-1133-8ABE-466BBEDAB81F}"/>
              </a:ext>
            </a:extLst>
          </p:cNvPr>
          <p:cNvSpPr/>
          <p:nvPr/>
        </p:nvSpPr>
        <p:spPr>
          <a:xfrm rot="4912871">
            <a:off x="6688461" y="150303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7" name="Ellipse 946">
            <a:extLst>
              <a:ext uri="{FF2B5EF4-FFF2-40B4-BE49-F238E27FC236}">
                <a16:creationId xmlns:a16="http://schemas.microsoft.com/office/drawing/2014/main" id="{DEF5CCED-D6AA-C06C-0E5D-A49CCC34B108}"/>
              </a:ext>
            </a:extLst>
          </p:cNvPr>
          <p:cNvSpPr/>
          <p:nvPr/>
        </p:nvSpPr>
        <p:spPr>
          <a:xfrm rot="4912871">
            <a:off x="6682705" y="101335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8" name="Ellipse 947">
            <a:extLst>
              <a:ext uri="{FF2B5EF4-FFF2-40B4-BE49-F238E27FC236}">
                <a16:creationId xmlns:a16="http://schemas.microsoft.com/office/drawing/2014/main" id="{0E9DD167-FA1F-3600-77BB-CE686BB707AA}"/>
              </a:ext>
            </a:extLst>
          </p:cNvPr>
          <p:cNvSpPr/>
          <p:nvPr/>
        </p:nvSpPr>
        <p:spPr>
          <a:xfrm rot="4912871">
            <a:off x="6927742" y="67440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9" name="Ellipse 948">
            <a:extLst>
              <a:ext uri="{FF2B5EF4-FFF2-40B4-BE49-F238E27FC236}">
                <a16:creationId xmlns:a16="http://schemas.microsoft.com/office/drawing/2014/main" id="{4A0E9FE9-DF4B-609E-E0CD-34C07EB628A6}"/>
              </a:ext>
            </a:extLst>
          </p:cNvPr>
          <p:cNvSpPr/>
          <p:nvPr/>
        </p:nvSpPr>
        <p:spPr>
          <a:xfrm rot="4912871">
            <a:off x="7069801" y="107022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0" name="Ellipse 949">
            <a:extLst>
              <a:ext uri="{FF2B5EF4-FFF2-40B4-BE49-F238E27FC236}">
                <a16:creationId xmlns:a16="http://schemas.microsoft.com/office/drawing/2014/main" id="{58FD4E59-9EFA-3CDE-1D1F-3024BC2D2B44}"/>
              </a:ext>
            </a:extLst>
          </p:cNvPr>
          <p:cNvSpPr/>
          <p:nvPr/>
        </p:nvSpPr>
        <p:spPr>
          <a:xfrm rot="4912871">
            <a:off x="7198675" y="144186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1" name="Ellipse 950">
            <a:extLst>
              <a:ext uri="{FF2B5EF4-FFF2-40B4-BE49-F238E27FC236}">
                <a16:creationId xmlns:a16="http://schemas.microsoft.com/office/drawing/2014/main" id="{F48A92AD-ECE4-8CE9-E9CA-B5CE6BE228CE}"/>
              </a:ext>
            </a:extLst>
          </p:cNvPr>
          <p:cNvSpPr/>
          <p:nvPr/>
        </p:nvSpPr>
        <p:spPr>
          <a:xfrm rot="4912871">
            <a:off x="7699318" y="141514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2" name="Ellipse 951">
            <a:extLst>
              <a:ext uri="{FF2B5EF4-FFF2-40B4-BE49-F238E27FC236}">
                <a16:creationId xmlns:a16="http://schemas.microsoft.com/office/drawing/2014/main" id="{50BD838A-351B-454A-DC7B-83CE006C336A}"/>
              </a:ext>
            </a:extLst>
          </p:cNvPr>
          <p:cNvSpPr/>
          <p:nvPr/>
        </p:nvSpPr>
        <p:spPr>
          <a:xfrm rot="4912871">
            <a:off x="7527375" y="113924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3" name="Ellipse 952">
            <a:extLst>
              <a:ext uri="{FF2B5EF4-FFF2-40B4-BE49-F238E27FC236}">
                <a16:creationId xmlns:a16="http://schemas.microsoft.com/office/drawing/2014/main" id="{3A1E146C-E4F6-ED33-3992-B6046ACCEB75}"/>
              </a:ext>
            </a:extLst>
          </p:cNvPr>
          <p:cNvSpPr/>
          <p:nvPr/>
        </p:nvSpPr>
        <p:spPr>
          <a:xfrm rot="4912871">
            <a:off x="7444959" y="94619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4" name="Ellipse 953">
            <a:extLst>
              <a:ext uri="{FF2B5EF4-FFF2-40B4-BE49-F238E27FC236}">
                <a16:creationId xmlns:a16="http://schemas.microsoft.com/office/drawing/2014/main" id="{2787056B-44A8-F8C4-4514-7A06A96A06B2}"/>
              </a:ext>
            </a:extLst>
          </p:cNvPr>
          <p:cNvSpPr/>
          <p:nvPr/>
        </p:nvSpPr>
        <p:spPr>
          <a:xfrm rot="4912871">
            <a:off x="7397097" y="7383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955" name="Gruppieren 954">
            <a:extLst>
              <a:ext uri="{FF2B5EF4-FFF2-40B4-BE49-F238E27FC236}">
                <a16:creationId xmlns:a16="http://schemas.microsoft.com/office/drawing/2014/main" id="{32BF875D-D2AB-7323-850F-6049597705D9}"/>
              </a:ext>
            </a:extLst>
          </p:cNvPr>
          <p:cNvGrpSpPr/>
          <p:nvPr/>
        </p:nvGrpSpPr>
        <p:grpSpPr>
          <a:xfrm rot="14691760" flipV="1">
            <a:off x="4898485" y="-171137"/>
            <a:ext cx="2953403" cy="2665423"/>
            <a:chOff x="9535110" y="4663981"/>
            <a:chExt cx="2953403" cy="2665423"/>
          </a:xfrm>
        </p:grpSpPr>
        <p:sp>
          <p:nvSpPr>
            <p:cNvPr id="956" name="Ellipse 955">
              <a:extLst>
                <a:ext uri="{FF2B5EF4-FFF2-40B4-BE49-F238E27FC236}">
                  <a16:creationId xmlns:a16="http://schemas.microsoft.com/office/drawing/2014/main" id="{F9B76C01-95B7-32DD-2178-C081ECEAA260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7" name="Ellipse 956">
              <a:extLst>
                <a:ext uri="{FF2B5EF4-FFF2-40B4-BE49-F238E27FC236}">
                  <a16:creationId xmlns:a16="http://schemas.microsoft.com/office/drawing/2014/main" id="{ACE4F7FE-7BA8-3358-FFEC-4EE2E2D5F7A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8" name="Ellipse 957">
              <a:extLst>
                <a:ext uri="{FF2B5EF4-FFF2-40B4-BE49-F238E27FC236}">
                  <a16:creationId xmlns:a16="http://schemas.microsoft.com/office/drawing/2014/main" id="{4F7BC620-EB80-0CDD-DA72-7565099F4EDD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9" name="Ellipse 958">
              <a:extLst>
                <a:ext uri="{FF2B5EF4-FFF2-40B4-BE49-F238E27FC236}">
                  <a16:creationId xmlns:a16="http://schemas.microsoft.com/office/drawing/2014/main" id="{89F0B3A8-6A97-0643-A73C-65871F74E564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0" name="Ellipse 959">
              <a:extLst>
                <a:ext uri="{FF2B5EF4-FFF2-40B4-BE49-F238E27FC236}">
                  <a16:creationId xmlns:a16="http://schemas.microsoft.com/office/drawing/2014/main" id="{8E2D0F29-7E34-11DC-C480-E8D49177EB71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1" name="Ellipse 960">
              <a:extLst>
                <a:ext uri="{FF2B5EF4-FFF2-40B4-BE49-F238E27FC236}">
                  <a16:creationId xmlns:a16="http://schemas.microsoft.com/office/drawing/2014/main" id="{0863A86C-854C-D46C-2040-43C89003DA38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2" name="Ellipse 961">
              <a:extLst>
                <a:ext uri="{FF2B5EF4-FFF2-40B4-BE49-F238E27FC236}">
                  <a16:creationId xmlns:a16="http://schemas.microsoft.com/office/drawing/2014/main" id="{9917D92C-2443-CD4D-636C-7C65BC489E82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3" name="Ellipse 962">
              <a:extLst>
                <a:ext uri="{FF2B5EF4-FFF2-40B4-BE49-F238E27FC236}">
                  <a16:creationId xmlns:a16="http://schemas.microsoft.com/office/drawing/2014/main" id="{3F68C518-784B-B3DE-8D9A-DDF46D93EFA6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4" name="Ellipse 963">
              <a:extLst>
                <a:ext uri="{FF2B5EF4-FFF2-40B4-BE49-F238E27FC236}">
                  <a16:creationId xmlns:a16="http://schemas.microsoft.com/office/drawing/2014/main" id="{0DF975C5-B745-AE13-FDD7-5AACDE1A139D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5" name="Ellipse 964">
              <a:extLst>
                <a:ext uri="{FF2B5EF4-FFF2-40B4-BE49-F238E27FC236}">
                  <a16:creationId xmlns:a16="http://schemas.microsoft.com/office/drawing/2014/main" id="{108BBA1C-ADD1-FB99-6166-A0CC93B9BABD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6" name="Ellipse 965">
              <a:extLst>
                <a:ext uri="{FF2B5EF4-FFF2-40B4-BE49-F238E27FC236}">
                  <a16:creationId xmlns:a16="http://schemas.microsoft.com/office/drawing/2014/main" id="{408CBC12-01C2-4C15-9E8A-135C9D236BB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7" name="Ellipse 966">
              <a:extLst>
                <a:ext uri="{FF2B5EF4-FFF2-40B4-BE49-F238E27FC236}">
                  <a16:creationId xmlns:a16="http://schemas.microsoft.com/office/drawing/2014/main" id="{5B304A41-D211-268D-67AB-ECC8470872B8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8" name="Ellipse 967">
              <a:extLst>
                <a:ext uri="{FF2B5EF4-FFF2-40B4-BE49-F238E27FC236}">
                  <a16:creationId xmlns:a16="http://schemas.microsoft.com/office/drawing/2014/main" id="{AE211618-147A-A74E-918A-0CF366920B7C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9" name="Ellipse 968">
              <a:extLst>
                <a:ext uri="{FF2B5EF4-FFF2-40B4-BE49-F238E27FC236}">
                  <a16:creationId xmlns:a16="http://schemas.microsoft.com/office/drawing/2014/main" id="{632A6BC0-6FB2-65FD-1AAC-933C2124AA0C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0" name="Ellipse 969">
              <a:extLst>
                <a:ext uri="{FF2B5EF4-FFF2-40B4-BE49-F238E27FC236}">
                  <a16:creationId xmlns:a16="http://schemas.microsoft.com/office/drawing/2014/main" id="{B0210FD1-C70F-1D8B-5C3F-4D8C814D558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1" name="Ellipse 970">
              <a:extLst>
                <a:ext uri="{FF2B5EF4-FFF2-40B4-BE49-F238E27FC236}">
                  <a16:creationId xmlns:a16="http://schemas.microsoft.com/office/drawing/2014/main" id="{4FB25D99-5E24-E0DA-468C-420C7B8EB3E8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2" name="Ellipse 971">
              <a:extLst>
                <a:ext uri="{FF2B5EF4-FFF2-40B4-BE49-F238E27FC236}">
                  <a16:creationId xmlns:a16="http://schemas.microsoft.com/office/drawing/2014/main" id="{65F85912-BC2D-975D-8C88-7C06C3E95A4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3" name="Ellipse 972">
              <a:extLst>
                <a:ext uri="{FF2B5EF4-FFF2-40B4-BE49-F238E27FC236}">
                  <a16:creationId xmlns:a16="http://schemas.microsoft.com/office/drawing/2014/main" id="{8DBBFFB7-3AD5-2736-E675-57312C1D9A6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4" name="Ellipse 973">
              <a:extLst>
                <a:ext uri="{FF2B5EF4-FFF2-40B4-BE49-F238E27FC236}">
                  <a16:creationId xmlns:a16="http://schemas.microsoft.com/office/drawing/2014/main" id="{91B2AADD-072A-1A38-C569-D7B4B599617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5" name="Ellipse 974">
              <a:extLst>
                <a:ext uri="{FF2B5EF4-FFF2-40B4-BE49-F238E27FC236}">
                  <a16:creationId xmlns:a16="http://schemas.microsoft.com/office/drawing/2014/main" id="{DC6A5AF6-867B-B94B-F62C-B36216FD03A0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6" name="Ellipse 975">
              <a:extLst>
                <a:ext uri="{FF2B5EF4-FFF2-40B4-BE49-F238E27FC236}">
                  <a16:creationId xmlns:a16="http://schemas.microsoft.com/office/drawing/2014/main" id="{8010A7D8-3D9D-376B-FD76-B343E09A0B3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7" name="Ellipse 976">
              <a:extLst>
                <a:ext uri="{FF2B5EF4-FFF2-40B4-BE49-F238E27FC236}">
                  <a16:creationId xmlns:a16="http://schemas.microsoft.com/office/drawing/2014/main" id="{2A864014-12F2-86FC-F668-0D8133C61C24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8" name="Ellipse 977">
              <a:extLst>
                <a:ext uri="{FF2B5EF4-FFF2-40B4-BE49-F238E27FC236}">
                  <a16:creationId xmlns:a16="http://schemas.microsoft.com/office/drawing/2014/main" id="{90779392-1E3D-93D7-89AA-3559911FA7B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9" name="Ellipse 978">
              <a:extLst>
                <a:ext uri="{FF2B5EF4-FFF2-40B4-BE49-F238E27FC236}">
                  <a16:creationId xmlns:a16="http://schemas.microsoft.com/office/drawing/2014/main" id="{7868A667-74FB-B4A0-3482-D630D840A5C6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0" name="Ellipse 979">
              <a:extLst>
                <a:ext uri="{FF2B5EF4-FFF2-40B4-BE49-F238E27FC236}">
                  <a16:creationId xmlns:a16="http://schemas.microsoft.com/office/drawing/2014/main" id="{DDE0E9F2-F717-4F4C-DCF7-47A7FEC7CD84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981" name="Gruppieren 980">
            <a:extLst>
              <a:ext uri="{FF2B5EF4-FFF2-40B4-BE49-F238E27FC236}">
                <a16:creationId xmlns:a16="http://schemas.microsoft.com/office/drawing/2014/main" id="{20A21C04-F336-55AD-C8D1-2EA8244E9810}"/>
              </a:ext>
            </a:extLst>
          </p:cNvPr>
          <p:cNvGrpSpPr/>
          <p:nvPr/>
        </p:nvGrpSpPr>
        <p:grpSpPr>
          <a:xfrm rot="7687129" flipH="1">
            <a:off x="3624981" y="-1863526"/>
            <a:ext cx="2953403" cy="2665423"/>
            <a:chOff x="9535110" y="4663981"/>
            <a:chExt cx="2953403" cy="2665423"/>
          </a:xfrm>
        </p:grpSpPr>
        <p:sp>
          <p:nvSpPr>
            <p:cNvPr id="982" name="Ellipse 981">
              <a:extLst>
                <a:ext uri="{FF2B5EF4-FFF2-40B4-BE49-F238E27FC236}">
                  <a16:creationId xmlns:a16="http://schemas.microsoft.com/office/drawing/2014/main" id="{9F0D5609-6034-6501-9458-5C8D8D564D60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3" name="Ellipse 982">
              <a:extLst>
                <a:ext uri="{FF2B5EF4-FFF2-40B4-BE49-F238E27FC236}">
                  <a16:creationId xmlns:a16="http://schemas.microsoft.com/office/drawing/2014/main" id="{EB4677B3-3838-9B30-8564-98EC4EB4BAF6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4" name="Ellipse 983">
              <a:extLst>
                <a:ext uri="{FF2B5EF4-FFF2-40B4-BE49-F238E27FC236}">
                  <a16:creationId xmlns:a16="http://schemas.microsoft.com/office/drawing/2014/main" id="{A0871D28-E6A4-C275-1CEC-8A6CCD365FA1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5" name="Ellipse 984">
              <a:extLst>
                <a:ext uri="{FF2B5EF4-FFF2-40B4-BE49-F238E27FC236}">
                  <a16:creationId xmlns:a16="http://schemas.microsoft.com/office/drawing/2014/main" id="{36362438-3583-FDED-2752-906A788FF10E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6" name="Ellipse 985">
              <a:extLst>
                <a:ext uri="{FF2B5EF4-FFF2-40B4-BE49-F238E27FC236}">
                  <a16:creationId xmlns:a16="http://schemas.microsoft.com/office/drawing/2014/main" id="{B349CF1B-C496-C00B-CD7D-0A74AD38D4F8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7" name="Ellipse 986">
              <a:extLst>
                <a:ext uri="{FF2B5EF4-FFF2-40B4-BE49-F238E27FC236}">
                  <a16:creationId xmlns:a16="http://schemas.microsoft.com/office/drawing/2014/main" id="{E786AA7C-83F3-24BB-C972-973104205AAF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8" name="Ellipse 987">
              <a:extLst>
                <a:ext uri="{FF2B5EF4-FFF2-40B4-BE49-F238E27FC236}">
                  <a16:creationId xmlns:a16="http://schemas.microsoft.com/office/drawing/2014/main" id="{06364315-018D-C155-2A84-F8A12131B49C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9" name="Ellipse 988">
              <a:extLst>
                <a:ext uri="{FF2B5EF4-FFF2-40B4-BE49-F238E27FC236}">
                  <a16:creationId xmlns:a16="http://schemas.microsoft.com/office/drawing/2014/main" id="{D9ED5B70-E0D9-4814-F738-5E76E805B71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0" name="Ellipse 989">
              <a:extLst>
                <a:ext uri="{FF2B5EF4-FFF2-40B4-BE49-F238E27FC236}">
                  <a16:creationId xmlns:a16="http://schemas.microsoft.com/office/drawing/2014/main" id="{B78C812F-2B87-D176-F723-8DBDCD5FE713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1" name="Ellipse 990">
              <a:extLst>
                <a:ext uri="{FF2B5EF4-FFF2-40B4-BE49-F238E27FC236}">
                  <a16:creationId xmlns:a16="http://schemas.microsoft.com/office/drawing/2014/main" id="{9C4BAAEB-3DE5-D569-05FE-5C30C1297C89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2" name="Ellipse 991">
              <a:extLst>
                <a:ext uri="{FF2B5EF4-FFF2-40B4-BE49-F238E27FC236}">
                  <a16:creationId xmlns:a16="http://schemas.microsoft.com/office/drawing/2014/main" id="{DC7A2332-F197-17DC-F5B3-09027003D8B5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3" name="Ellipse 992">
              <a:extLst>
                <a:ext uri="{FF2B5EF4-FFF2-40B4-BE49-F238E27FC236}">
                  <a16:creationId xmlns:a16="http://schemas.microsoft.com/office/drawing/2014/main" id="{D26B26C4-1B98-C64D-9A9D-60E91B25A5A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4" name="Ellipse 993">
              <a:extLst>
                <a:ext uri="{FF2B5EF4-FFF2-40B4-BE49-F238E27FC236}">
                  <a16:creationId xmlns:a16="http://schemas.microsoft.com/office/drawing/2014/main" id="{8AB7484B-A97F-5DD5-732C-88BDD42F2CCF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5" name="Ellipse 994">
              <a:extLst>
                <a:ext uri="{FF2B5EF4-FFF2-40B4-BE49-F238E27FC236}">
                  <a16:creationId xmlns:a16="http://schemas.microsoft.com/office/drawing/2014/main" id="{958A881A-AAEA-808D-35AB-4CEBAAF63DE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6" name="Ellipse 995">
              <a:extLst>
                <a:ext uri="{FF2B5EF4-FFF2-40B4-BE49-F238E27FC236}">
                  <a16:creationId xmlns:a16="http://schemas.microsoft.com/office/drawing/2014/main" id="{87C89D31-7003-6AFB-9758-775C664A624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7" name="Ellipse 996">
              <a:extLst>
                <a:ext uri="{FF2B5EF4-FFF2-40B4-BE49-F238E27FC236}">
                  <a16:creationId xmlns:a16="http://schemas.microsoft.com/office/drawing/2014/main" id="{4C526257-E613-D086-8611-D65300B4947D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8" name="Ellipse 997">
              <a:extLst>
                <a:ext uri="{FF2B5EF4-FFF2-40B4-BE49-F238E27FC236}">
                  <a16:creationId xmlns:a16="http://schemas.microsoft.com/office/drawing/2014/main" id="{EC4BF750-411C-9324-96C4-E3C0D0F76FD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9" name="Ellipse 998">
              <a:extLst>
                <a:ext uri="{FF2B5EF4-FFF2-40B4-BE49-F238E27FC236}">
                  <a16:creationId xmlns:a16="http://schemas.microsoft.com/office/drawing/2014/main" id="{F61AEB92-183D-F375-4F2A-124597A80C37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0" name="Ellipse 999">
              <a:extLst>
                <a:ext uri="{FF2B5EF4-FFF2-40B4-BE49-F238E27FC236}">
                  <a16:creationId xmlns:a16="http://schemas.microsoft.com/office/drawing/2014/main" id="{92321254-50B6-DE7C-CED3-7C39E139D097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1" name="Ellipse 1000">
              <a:extLst>
                <a:ext uri="{FF2B5EF4-FFF2-40B4-BE49-F238E27FC236}">
                  <a16:creationId xmlns:a16="http://schemas.microsoft.com/office/drawing/2014/main" id="{164DA9A3-2B16-6F55-0FAF-DCDD89DB521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2" name="Ellipse 1001">
              <a:extLst>
                <a:ext uri="{FF2B5EF4-FFF2-40B4-BE49-F238E27FC236}">
                  <a16:creationId xmlns:a16="http://schemas.microsoft.com/office/drawing/2014/main" id="{368BF617-1C8B-D9BA-B8CC-6D3A9EEB5CE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3" name="Ellipse 1002">
              <a:extLst>
                <a:ext uri="{FF2B5EF4-FFF2-40B4-BE49-F238E27FC236}">
                  <a16:creationId xmlns:a16="http://schemas.microsoft.com/office/drawing/2014/main" id="{8B7EAAA1-EF46-4655-D26B-EA43BC9E9428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4" name="Ellipse 1003">
              <a:extLst>
                <a:ext uri="{FF2B5EF4-FFF2-40B4-BE49-F238E27FC236}">
                  <a16:creationId xmlns:a16="http://schemas.microsoft.com/office/drawing/2014/main" id="{9E2D3042-F1C2-8AE6-5282-2D3ED85E6AA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5" name="Ellipse 1004">
              <a:extLst>
                <a:ext uri="{FF2B5EF4-FFF2-40B4-BE49-F238E27FC236}">
                  <a16:creationId xmlns:a16="http://schemas.microsoft.com/office/drawing/2014/main" id="{96EBA0B5-91B5-A673-2231-13472CC2DEC1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6" name="Ellipse 1005">
              <a:extLst>
                <a:ext uri="{FF2B5EF4-FFF2-40B4-BE49-F238E27FC236}">
                  <a16:creationId xmlns:a16="http://schemas.microsoft.com/office/drawing/2014/main" id="{EB28AF76-E5AD-C662-8484-9E6D593F39CF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07" name="Gruppieren 1006">
            <a:extLst>
              <a:ext uri="{FF2B5EF4-FFF2-40B4-BE49-F238E27FC236}">
                <a16:creationId xmlns:a16="http://schemas.microsoft.com/office/drawing/2014/main" id="{62055B64-CD16-28CD-5E37-EC7CBAC04091}"/>
              </a:ext>
            </a:extLst>
          </p:cNvPr>
          <p:cNvGrpSpPr/>
          <p:nvPr/>
        </p:nvGrpSpPr>
        <p:grpSpPr>
          <a:xfrm rot="17100000">
            <a:off x="4732042" y="-620088"/>
            <a:ext cx="2953403" cy="2665423"/>
            <a:chOff x="9535110" y="4663981"/>
            <a:chExt cx="2953403" cy="2665423"/>
          </a:xfrm>
        </p:grpSpPr>
        <p:sp>
          <p:nvSpPr>
            <p:cNvPr id="1008" name="Ellipse 1007">
              <a:extLst>
                <a:ext uri="{FF2B5EF4-FFF2-40B4-BE49-F238E27FC236}">
                  <a16:creationId xmlns:a16="http://schemas.microsoft.com/office/drawing/2014/main" id="{59EDC2F0-0814-670F-98A9-81794E76DD9F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9" name="Ellipse 1008">
              <a:extLst>
                <a:ext uri="{FF2B5EF4-FFF2-40B4-BE49-F238E27FC236}">
                  <a16:creationId xmlns:a16="http://schemas.microsoft.com/office/drawing/2014/main" id="{A79B9095-5AD4-F6C1-13F8-CB0D29B6A164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0" name="Ellipse 1009">
              <a:extLst>
                <a:ext uri="{FF2B5EF4-FFF2-40B4-BE49-F238E27FC236}">
                  <a16:creationId xmlns:a16="http://schemas.microsoft.com/office/drawing/2014/main" id="{B8E1A7C8-62B7-7467-A45E-EF99C2C55B34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1" name="Ellipse 1010">
              <a:extLst>
                <a:ext uri="{FF2B5EF4-FFF2-40B4-BE49-F238E27FC236}">
                  <a16:creationId xmlns:a16="http://schemas.microsoft.com/office/drawing/2014/main" id="{633FC153-7D7A-D8DD-29A1-956A3C30991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2" name="Ellipse 1011">
              <a:extLst>
                <a:ext uri="{FF2B5EF4-FFF2-40B4-BE49-F238E27FC236}">
                  <a16:creationId xmlns:a16="http://schemas.microsoft.com/office/drawing/2014/main" id="{12C6F01C-5056-75FC-C8B2-2266BF0A765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3" name="Ellipse 1012">
              <a:extLst>
                <a:ext uri="{FF2B5EF4-FFF2-40B4-BE49-F238E27FC236}">
                  <a16:creationId xmlns:a16="http://schemas.microsoft.com/office/drawing/2014/main" id="{116EDC2F-ACA3-A339-7034-E40083BE246C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4" name="Ellipse 1013">
              <a:extLst>
                <a:ext uri="{FF2B5EF4-FFF2-40B4-BE49-F238E27FC236}">
                  <a16:creationId xmlns:a16="http://schemas.microsoft.com/office/drawing/2014/main" id="{1BBB88A9-6432-2202-4BC2-B95FB967DCC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5" name="Ellipse 1014">
              <a:extLst>
                <a:ext uri="{FF2B5EF4-FFF2-40B4-BE49-F238E27FC236}">
                  <a16:creationId xmlns:a16="http://schemas.microsoft.com/office/drawing/2014/main" id="{A4603AF5-388B-8E3E-CFD0-812B17F143B2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6" name="Ellipse 1015">
              <a:extLst>
                <a:ext uri="{FF2B5EF4-FFF2-40B4-BE49-F238E27FC236}">
                  <a16:creationId xmlns:a16="http://schemas.microsoft.com/office/drawing/2014/main" id="{431B2999-4392-9619-9751-35A0A300D76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7" name="Ellipse 1016">
              <a:extLst>
                <a:ext uri="{FF2B5EF4-FFF2-40B4-BE49-F238E27FC236}">
                  <a16:creationId xmlns:a16="http://schemas.microsoft.com/office/drawing/2014/main" id="{0FBCAFC0-231D-AD0E-66CE-88B01672B11F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8" name="Ellipse 1017">
              <a:extLst>
                <a:ext uri="{FF2B5EF4-FFF2-40B4-BE49-F238E27FC236}">
                  <a16:creationId xmlns:a16="http://schemas.microsoft.com/office/drawing/2014/main" id="{E7E897ED-04B6-B2CA-D299-56CF7B1BA91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9" name="Ellipse 1018">
              <a:extLst>
                <a:ext uri="{FF2B5EF4-FFF2-40B4-BE49-F238E27FC236}">
                  <a16:creationId xmlns:a16="http://schemas.microsoft.com/office/drawing/2014/main" id="{43D52688-4A05-C5BA-045B-0CBA616DD7B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0" name="Ellipse 1019">
              <a:extLst>
                <a:ext uri="{FF2B5EF4-FFF2-40B4-BE49-F238E27FC236}">
                  <a16:creationId xmlns:a16="http://schemas.microsoft.com/office/drawing/2014/main" id="{C9E76E74-508C-E2A9-9363-BC999766ADD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1" name="Ellipse 1020">
              <a:extLst>
                <a:ext uri="{FF2B5EF4-FFF2-40B4-BE49-F238E27FC236}">
                  <a16:creationId xmlns:a16="http://schemas.microsoft.com/office/drawing/2014/main" id="{F1E75F3C-FDB9-12A0-777A-48DA6A59E793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2" name="Ellipse 1021">
              <a:extLst>
                <a:ext uri="{FF2B5EF4-FFF2-40B4-BE49-F238E27FC236}">
                  <a16:creationId xmlns:a16="http://schemas.microsoft.com/office/drawing/2014/main" id="{A96A657C-D9BD-D4CF-1279-CCE7E38F15A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3" name="Ellipse 1022">
              <a:extLst>
                <a:ext uri="{FF2B5EF4-FFF2-40B4-BE49-F238E27FC236}">
                  <a16:creationId xmlns:a16="http://schemas.microsoft.com/office/drawing/2014/main" id="{CB0146AC-D7C8-7FDF-8AA3-61011A2FB5C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4" name="Ellipse 1023">
              <a:extLst>
                <a:ext uri="{FF2B5EF4-FFF2-40B4-BE49-F238E27FC236}">
                  <a16:creationId xmlns:a16="http://schemas.microsoft.com/office/drawing/2014/main" id="{1E431797-D176-E0F9-86B2-71AABFEBDE40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5" name="Ellipse 1024">
              <a:extLst>
                <a:ext uri="{FF2B5EF4-FFF2-40B4-BE49-F238E27FC236}">
                  <a16:creationId xmlns:a16="http://schemas.microsoft.com/office/drawing/2014/main" id="{986F1FE2-84B4-0C0A-E7F6-D983EE6E5E8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6" name="Ellipse 1025">
              <a:extLst>
                <a:ext uri="{FF2B5EF4-FFF2-40B4-BE49-F238E27FC236}">
                  <a16:creationId xmlns:a16="http://schemas.microsoft.com/office/drawing/2014/main" id="{24067E64-B22C-48F5-640D-E0FF582E916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7" name="Ellipse 1026">
              <a:extLst>
                <a:ext uri="{FF2B5EF4-FFF2-40B4-BE49-F238E27FC236}">
                  <a16:creationId xmlns:a16="http://schemas.microsoft.com/office/drawing/2014/main" id="{E4B5429F-4095-537B-FFBB-3914CDEEF1F2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8" name="Ellipse 1027">
              <a:extLst>
                <a:ext uri="{FF2B5EF4-FFF2-40B4-BE49-F238E27FC236}">
                  <a16:creationId xmlns:a16="http://schemas.microsoft.com/office/drawing/2014/main" id="{79846329-73AC-6B33-0016-3C690ECB945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9" name="Ellipse 1028">
              <a:extLst>
                <a:ext uri="{FF2B5EF4-FFF2-40B4-BE49-F238E27FC236}">
                  <a16:creationId xmlns:a16="http://schemas.microsoft.com/office/drawing/2014/main" id="{076731DD-FE19-D72C-E1ED-9F5F8053BBAB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0" name="Ellipse 1029">
              <a:extLst>
                <a:ext uri="{FF2B5EF4-FFF2-40B4-BE49-F238E27FC236}">
                  <a16:creationId xmlns:a16="http://schemas.microsoft.com/office/drawing/2014/main" id="{85D5A76D-199D-9BD6-B2BA-E695444F480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1" name="Ellipse 1030">
              <a:extLst>
                <a:ext uri="{FF2B5EF4-FFF2-40B4-BE49-F238E27FC236}">
                  <a16:creationId xmlns:a16="http://schemas.microsoft.com/office/drawing/2014/main" id="{F6A8DA75-65C3-753E-A09E-FBD8E6EC3677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2" name="Ellipse 1031">
              <a:extLst>
                <a:ext uri="{FF2B5EF4-FFF2-40B4-BE49-F238E27FC236}">
                  <a16:creationId xmlns:a16="http://schemas.microsoft.com/office/drawing/2014/main" id="{4251A47C-5C20-B4BA-3CFC-8B759B8B4D9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33" name="Gruppieren 1032">
            <a:extLst>
              <a:ext uri="{FF2B5EF4-FFF2-40B4-BE49-F238E27FC236}">
                <a16:creationId xmlns:a16="http://schemas.microsoft.com/office/drawing/2014/main" id="{980167B3-ACB0-FC82-B07E-5A9CBE714D76}"/>
              </a:ext>
            </a:extLst>
          </p:cNvPr>
          <p:cNvGrpSpPr/>
          <p:nvPr/>
        </p:nvGrpSpPr>
        <p:grpSpPr>
          <a:xfrm rot="14691760" flipV="1">
            <a:off x="2559236" y="-601473"/>
            <a:ext cx="2953403" cy="2665423"/>
            <a:chOff x="9535110" y="4663981"/>
            <a:chExt cx="2953403" cy="2665423"/>
          </a:xfrm>
        </p:grpSpPr>
        <p:sp>
          <p:nvSpPr>
            <p:cNvPr id="1034" name="Ellipse 1033">
              <a:extLst>
                <a:ext uri="{FF2B5EF4-FFF2-40B4-BE49-F238E27FC236}">
                  <a16:creationId xmlns:a16="http://schemas.microsoft.com/office/drawing/2014/main" id="{B4C1A7C8-B300-E22A-2637-D1D11F9F2CB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5" name="Ellipse 1034">
              <a:extLst>
                <a:ext uri="{FF2B5EF4-FFF2-40B4-BE49-F238E27FC236}">
                  <a16:creationId xmlns:a16="http://schemas.microsoft.com/office/drawing/2014/main" id="{047B5C30-99AE-449E-F129-ACB00BB96ADA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6" name="Ellipse 1035">
              <a:extLst>
                <a:ext uri="{FF2B5EF4-FFF2-40B4-BE49-F238E27FC236}">
                  <a16:creationId xmlns:a16="http://schemas.microsoft.com/office/drawing/2014/main" id="{F1E0C6BC-86AE-62F0-29C0-36E47F44B716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7" name="Ellipse 1036">
              <a:extLst>
                <a:ext uri="{FF2B5EF4-FFF2-40B4-BE49-F238E27FC236}">
                  <a16:creationId xmlns:a16="http://schemas.microsoft.com/office/drawing/2014/main" id="{CDB28720-E2C0-7F46-A477-1E30AD8A3280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8" name="Ellipse 1037">
              <a:extLst>
                <a:ext uri="{FF2B5EF4-FFF2-40B4-BE49-F238E27FC236}">
                  <a16:creationId xmlns:a16="http://schemas.microsoft.com/office/drawing/2014/main" id="{8D6CF46A-1973-F7E9-EE73-D5097CF65565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9" name="Ellipse 1038">
              <a:extLst>
                <a:ext uri="{FF2B5EF4-FFF2-40B4-BE49-F238E27FC236}">
                  <a16:creationId xmlns:a16="http://schemas.microsoft.com/office/drawing/2014/main" id="{BA2DDDEC-7B15-4A07-2C53-CB745BBE4973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0" name="Ellipse 1039">
              <a:extLst>
                <a:ext uri="{FF2B5EF4-FFF2-40B4-BE49-F238E27FC236}">
                  <a16:creationId xmlns:a16="http://schemas.microsoft.com/office/drawing/2014/main" id="{F536B572-C470-B6CB-C75E-9185C7892A74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1" name="Ellipse 1040">
              <a:extLst>
                <a:ext uri="{FF2B5EF4-FFF2-40B4-BE49-F238E27FC236}">
                  <a16:creationId xmlns:a16="http://schemas.microsoft.com/office/drawing/2014/main" id="{99E32C6F-5CD9-ACBC-2D45-EA27334F600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2" name="Ellipse 1041">
              <a:extLst>
                <a:ext uri="{FF2B5EF4-FFF2-40B4-BE49-F238E27FC236}">
                  <a16:creationId xmlns:a16="http://schemas.microsoft.com/office/drawing/2014/main" id="{3275AC91-3E1A-4FCA-0020-9C048B3A4972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3" name="Ellipse 1042">
              <a:extLst>
                <a:ext uri="{FF2B5EF4-FFF2-40B4-BE49-F238E27FC236}">
                  <a16:creationId xmlns:a16="http://schemas.microsoft.com/office/drawing/2014/main" id="{059B8CCC-8A81-A66D-5E79-6E0FA9E307E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4" name="Ellipse 1043">
              <a:extLst>
                <a:ext uri="{FF2B5EF4-FFF2-40B4-BE49-F238E27FC236}">
                  <a16:creationId xmlns:a16="http://schemas.microsoft.com/office/drawing/2014/main" id="{372E5661-7663-39C5-4EDF-05345F978348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5" name="Ellipse 1044">
              <a:extLst>
                <a:ext uri="{FF2B5EF4-FFF2-40B4-BE49-F238E27FC236}">
                  <a16:creationId xmlns:a16="http://schemas.microsoft.com/office/drawing/2014/main" id="{6AD1BDCE-2248-6157-8155-75F64340C302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6" name="Ellipse 1045">
              <a:extLst>
                <a:ext uri="{FF2B5EF4-FFF2-40B4-BE49-F238E27FC236}">
                  <a16:creationId xmlns:a16="http://schemas.microsoft.com/office/drawing/2014/main" id="{2EE96215-1CD7-5F4B-98B1-5CD8ABA9FC8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7" name="Ellipse 1046">
              <a:extLst>
                <a:ext uri="{FF2B5EF4-FFF2-40B4-BE49-F238E27FC236}">
                  <a16:creationId xmlns:a16="http://schemas.microsoft.com/office/drawing/2014/main" id="{4090D1F0-A482-24CE-B921-20A6DB0B3132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8" name="Ellipse 1047">
              <a:extLst>
                <a:ext uri="{FF2B5EF4-FFF2-40B4-BE49-F238E27FC236}">
                  <a16:creationId xmlns:a16="http://schemas.microsoft.com/office/drawing/2014/main" id="{D1074363-0E47-B3BD-DB3D-57D7EFE76FA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9" name="Ellipse 1048">
              <a:extLst>
                <a:ext uri="{FF2B5EF4-FFF2-40B4-BE49-F238E27FC236}">
                  <a16:creationId xmlns:a16="http://schemas.microsoft.com/office/drawing/2014/main" id="{C003D451-5965-C927-BF2C-A79DECFA838F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0" name="Ellipse 1049">
              <a:extLst>
                <a:ext uri="{FF2B5EF4-FFF2-40B4-BE49-F238E27FC236}">
                  <a16:creationId xmlns:a16="http://schemas.microsoft.com/office/drawing/2014/main" id="{9DE35537-2129-FCCB-1F8D-BC1D13C8D4E7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1" name="Ellipse 1050">
              <a:extLst>
                <a:ext uri="{FF2B5EF4-FFF2-40B4-BE49-F238E27FC236}">
                  <a16:creationId xmlns:a16="http://schemas.microsoft.com/office/drawing/2014/main" id="{AF39EEFE-26A0-DB8B-FBD3-5184C6D87710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2" name="Ellipse 1051">
              <a:extLst>
                <a:ext uri="{FF2B5EF4-FFF2-40B4-BE49-F238E27FC236}">
                  <a16:creationId xmlns:a16="http://schemas.microsoft.com/office/drawing/2014/main" id="{29B94617-6746-F9E0-5FE9-61E12D384E25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3" name="Ellipse 1052">
              <a:extLst>
                <a:ext uri="{FF2B5EF4-FFF2-40B4-BE49-F238E27FC236}">
                  <a16:creationId xmlns:a16="http://schemas.microsoft.com/office/drawing/2014/main" id="{9EF64A95-E9BB-3C61-61AE-017322F66645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4" name="Ellipse 1053">
              <a:extLst>
                <a:ext uri="{FF2B5EF4-FFF2-40B4-BE49-F238E27FC236}">
                  <a16:creationId xmlns:a16="http://schemas.microsoft.com/office/drawing/2014/main" id="{182375BB-A4A0-3BD3-2D42-09F86F0564D5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5" name="Ellipse 1054">
              <a:extLst>
                <a:ext uri="{FF2B5EF4-FFF2-40B4-BE49-F238E27FC236}">
                  <a16:creationId xmlns:a16="http://schemas.microsoft.com/office/drawing/2014/main" id="{CF28710B-26AD-6E42-E29B-61040007B194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6" name="Ellipse 1055">
              <a:extLst>
                <a:ext uri="{FF2B5EF4-FFF2-40B4-BE49-F238E27FC236}">
                  <a16:creationId xmlns:a16="http://schemas.microsoft.com/office/drawing/2014/main" id="{F6C68339-C771-FACE-73B3-E6879E671DE9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7" name="Ellipse 1056">
              <a:extLst>
                <a:ext uri="{FF2B5EF4-FFF2-40B4-BE49-F238E27FC236}">
                  <a16:creationId xmlns:a16="http://schemas.microsoft.com/office/drawing/2014/main" id="{9D92D4E4-4F9B-5F2C-E153-DC2D146D71D8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8" name="Ellipse 1057">
              <a:extLst>
                <a:ext uri="{FF2B5EF4-FFF2-40B4-BE49-F238E27FC236}">
                  <a16:creationId xmlns:a16="http://schemas.microsoft.com/office/drawing/2014/main" id="{81282FF6-FA39-A802-BD26-5908B6C278A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59" name="Gruppieren 1058">
            <a:extLst>
              <a:ext uri="{FF2B5EF4-FFF2-40B4-BE49-F238E27FC236}">
                <a16:creationId xmlns:a16="http://schemas.microsoft.com/office/drawing/2014/main" id="{1DE3C7C0-3632-579E-8E7D-AE3B1602B3CC}"/>
              </a:ext>
            </a:extLst>
          </p:cNvPr>
          <p:cNvGrpSpPr/>
          <p:nvPr/>
        </p:nvGrpSpPr>
        <p:grpSpPr>
          <a:xfrm rot="17100000">
            <a:off x="231649" y="-330855"/>
            <a:ext cx="2953403" cy="2665423"/>
            <a:chOff x="9535110" y="4663981"/>
            <a:chExt cx="2953403" cy="2665423"/>
          </a:xfrm>
        </p:grpSpPr>
        <p:sp>
          <p:nvSpPr>
            <p:cNvPr id="1060" name="Ellipse 1059">
              <a:extLst>
                <a:ext uri="{FF2B5EF4-FFF2-40B4-BE49-F238E27FC236}">
                  <a16:creationId xmlns:a16="http://schemas.microsoft.com/office/drawing/2014/main" id="{64097A0C-C631-5821-A73A-05FB2FDBE099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1" name="Ellipse 1060">
              <a:extLst>
                <a:ext uri="{FF2B5EF4-FFF2-40B4-BE49-F238E27FC236}">
                  <a16:creationId xmlns:a16="http://schemas.microsoft.com/office/drawing/2014/main" id="{7E6CB7B4-DDEF-25D6-FA8C-1E4E23C8F8CF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2" name="Ellipse 1061">
              <a:extLst>
                <a:ext uri="{FF2B5EF4-FFF2-40B4-BE49-F238E27FC236}">
                  <a16:creationId xmlns:a16="http://schemas.microsoft.com/office/drawing/2014/main" id="{60C8F406-F314-AE57-B1C4-EABEC619BA4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3" name="Ellipse 1062">
              <a:extLst>
                <a:ext uri="{FF2B5EF4-FFF2-40B4-BE49-F238E27FC236}">
                  <a16:creationId xmlns:a16="http://schemas.microsoft.com/office/drawing/2014/main" id="{9A034125-C296-7320-7457-FB59EE9413B9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4" name="Ellipse 1063">
              <a:extLst>
                <a:ext uri="{FF2B5EF4-FFF2-40B4-BE49-F238E27FC236}">
                  <a16:creationId xmlns:a16="http://schemas.microsoft.com/office/drawing/2014/main" id="{AD9ACA79-4B04-527A-0263-3AD9D4AEAE05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5" name="Ellipse 1064">
              <a:extLst>
                <a:ext uri="{FF2B5EF4-FFF2-40B4-BE49-F238E27FC236}">
                  <a16:creationId xmlns:a16="http://schemas.microsoft.com/office/drawing/2014/main" id="{A305A457-1B16-7A07-F675-1CB60C0A57D2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6" name="Ellipse 1065">
              <a:extLst>
                <a:ext uri="{FF2B5EF4-FFF2-40B4-BE49-F238E27FC236}">
                  <a16:creationId xmlns:a16="http://schemas.microsoft.com/office/drawing/2014/main" id="{A0E81F64-4745-A401-A1E7-DF8374838A2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7" name="Ellipse 1066">
              <a:extLst>
                <a:ext uri="{FF2B5EF4-FFF2-40B4-BE49-F238E27FC236}">
                  <a16:creationId xmlns:a16="http://schemas.microsoft.com/office/drawing/2014/main" id="{8F344293-1DBD-6153-4043-742450DCE6C0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8" name="Ellipse 1067">
              <a:extLst>
                <a:ext uri="{FF2B5EF4-FFF2-40B4-BE49-F238E27FC236}">
                  <a16:creationId xmlns:a16="http://schemas.microsoft.com/office/drawing/2014/main" id="{BFA5C789-D277-60FE-EE34-C28CD492347B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9" name="Ellipse 1068">
              <a:extLst>
                <a:ext uri="{FF2B5EF4-FFF2-40B4-BE49-F238E27FC236}">
                  <a16:creationId xmlns:a16="http://schemas.microsoft.com/office/drawing/2014/main" id="{41910771-3421-B1C3-5BF9-528DAACD085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0" name="Ellipse 1069">
              <a:extLst>
                <a:ext uri="{FF2B5EF4-FFF2-40B4-BE49-F238E27FC236}">
                  <a16:creationId xmlns:a16="http://schemas.microsoft.com/office/drawing/2014/main" id="{0EA8A531-FE88-5C72-E1B1-0018FC49194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1" name="Ellipse 1070">
              <a:extLst>
                <a:ext uri="{FF2B5EF4-FFF2-40B4-BE49-F238E27FC236}">
                  <a16:creationId xmlns:a16="http://schemas.microsoft.com/office/drawing/2014/main" id="{7E5120D7-C7AF-B46A-CD2A-99563B01F6F4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2" name="Ellipse 1071">
              <a:extLst>
                <a:ext uri="{FF2B5EF4-FFF2-40B4-BE49-F238E27FC236}">
                  <a16:creationId xmlns:a16="http://schemas.microsoft.com/office/drawing/2014/main" id="{14BCFD25-C669-83C1-20A0-D79A4A023589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3" name="Ellipse 1072">
              <a:extLst>
                <a:ext uri="{FF2B5EF4-FFF2-40B4-BE49-F238E27FC236}">
                  <a16:creationId xmlns:a16="http://schemas.microsoft.com/office/drawing/2014/main" id="{383D7293-C62B-80EA-DDE5-ABBF9D659A48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4" name="Ellipse 1073">
              <a:extLst>
                <a:ext uri="{FF2B5EF4-FFF2-40B4-BE49-F238E27FC236}">
                  <a16:creationId xmlns:a16="http://schemas.microsoft.com/office/drawing/2014/main" id="{9BA27BE9-46A0-5F00-092F-E8D7CDB5AE74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5" name="Ellipse 1074">
              <a:extLst>
                <a:ext uri="{FF2B5EF4-FFF2-40B4-BE49-F238E27FC236}">
                  <a16:creationId xmlns:a16="http://schemas.microsoft.com/office/drawing/2014/main" id="{8C503DE3-370D-8F79-132C-D657FF467E9D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6" name="Ellipse 1075">
              <a:extLst>
                <a:ext uri="{FF2B5EF4-FFF2-40B4-BE49-F238E27FC236}">
                  <a16:creationId xmlns:a16="http://schemas.microsoft.com/office/drawing/2014/main" id="{DFB08C12-C717-9AC1-B4EE-3A4BA32D01E0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7" name="Ellipse 1076">
              <a:extLst>
                <a:ext uri="{FF2B5EF4-FFF2-40B4-BE49-F238E27FC236}">
                  <a16:creationId xmlns:a16="http://schemas.microsoft.com/office/drawing/2014/main" id="{A5C2A0CF-9442-5475-6F85-9FEDE4F13F03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8" name="Ellipse 1077">
              <a:extLst>
                <a:ext uri="{FF2B5EF4-FFF2-40B4-BE49-F238E27FC236}">
                  <a16:creationId xmlns:a16="http://schemas.microsoft.com/office/drawing/2014/main" id="{AC50E180-5977-7F15-2B28-D41B8031D858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9" name="Ellipse 1078">
              <a:extLst>
                <a:ext uri="{FF2B5EF4-FFF2-40B4-BE49-F238E27FC236}">
                  <a16:creationId xmlns:a16="http://schemas.microsoft.com/office/drawing/2014/main" id="{FE0CA130-891E-9047-B6F4-1553479A33A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0" name="Ellipse 1079">
              <a:extLst>
                <a:ext uri="{FF2B5EF4-FFF2-40B4-BE49-F238E27FC236}">
                  <a16:creationId xmlns:a16="http://schemas.microsoft.com/office/drawing/2014/main" id="{4B35FC5F-8B17-60A0-5E32-157361403CC7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1" name="Ellipse 1080">
              <a:extLst>
                <a:ext uri="{FF2B5EF4-FFF2-40B4-BE49-F238E27FC236}">
                  <a16:creationId xmlns:a16="http://schemas.microsoft.com/office/drawing/2014/main" id="{5D3379AD-AC0C-8557-9DAE-8AF91153434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2" name="Ellipse 1081">
              <a:extLst>
                <a:ext uri="{FF2B5EF4-FFF2-40B4-BE49-F238E27FC236}">
                  <a16:creationId xmlns:a16="http://schemas.microsoft.com/office/drawing/2014/main" id="{4948EEC4-E9EC-9CBA-2B45-9EE50642516B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3" name="Ellipse 1082">
              <a:extLst>
                <a:ext uri="{FF2B5EF4-FFF2-40B4-BE49-F238E27FC236}">
                  <a16:creationId xmlns:a16="http://schemas.microsoft.com/office/drawing/2014/main" id="{907EC015-C024-4D9A-A0F2-94BBE946FABF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4" name="Ellipse 1083">
              <a:extLst>
                <a:ext uri="{FF2B5EF4-FFF2-40B4-BE49-F238E27FC236}">
                  <a16:creationId xmlns:a16="http://schemas.microsoft.com/office/drawing/2014/main" id="{6A5C9D62-DE1C-AD0D-1C80-59D8D03DE22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85" name="Gruppieren 1084">
            <a:extLst>
              <a:ext uri="{FF2B5EF4-FFF2-40B4-BE49-F238E27FC236}">
                <a16:creationId xmlns:a16="http://schemas.microsoft.com/office/drawing/2014/main" id="{5AA37C0F-1C9E-5B22-B91E-12BE8A90DBB4}"/>
              </a:ext>
            </a:extLst>
          </p:cNvPr>
          <p:cNvGrpSpPr/>
          <p:nvPr/>
        </p:nvGrpSpPr>
        <p:grpSpPr>
          <a:xfrm rot="4912871">
            <a:off x="1809927" y="-1642167"/>
            <a:ext cx="2953403" cy="2665423"/>
            <a:chOff x="9535110" y="4663981"/>
            <a:chExt cx="2953403" cy="2665423"/>
          </a:xfrm>
        </p:grpSpPr>
        <p:sp>
          <p:nvSpPr>
            <p:cNvPr id="1086" name="Ellipse 1085">
              <a:extLst>
                <a:ext uri="{FF2B5EF4-FFF2-40B4-BE49-F238E27FC236}">
                  <a16:creationId xmlns:a16="http://schemas.microsoft.com/office/drawing/2014/main" id="{399F5530-2934-0A51-F913-5DF5F23F346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7" name="Ellipse 1086">
              <a:extLst>
                <a:ext uri="{FF2B5EF4-FFF2-40B4-BE49-F238E27FC236}">
                  <a16:creationId xmlns:a16="http://schemas.microsoft.com/office/drawing/2014/main" id="{BFDC1C67-B880-0037-A745-BB2E7CFAD723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8" name="Ellipse 1087">
              <a:extLst>
                <a:ext uri="{FF2B5EF4-FFF2-40B4-BE49-F238E27FC236}">
                  <a16:creationId xmlns:a16="http://schemas.microsoft.com/office/drawing/2014/main" id="{C95A3813-8758-B81C-92A8-5E404F095F01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9" name="Ellipse 1088">
              <a:extLst>
                <a:ext uri="{FF2B5EF4-FFF2-40B4-BE49-F238E27FC236}">
                  <a16:creationId xmlns:a16="http://schemas.microsoft.com/office/drawing/2014/main" id="{E51424C6-188E-2873-866D-0BA26BBED80F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0" name="Ellipse 1089">
              <a:extLst>
                <a:ext uri="{FF2B5EF4-FFF2-40B4-BE49-F238E27FC236}">
                  <a16:creationId xmlns:a16="http://schemas.microsoft.com/office/drawing/2014/main" id="{27BE1F72-305F-F031-7720-FBCF81309059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1" name="Ellipse 1090">
              <a:extLst>
                <a:ext uri="{FF2B5EF4-FFF2-40B4-BE49-F238E27FC236}">
                  <a16:creationId xmlns:a16="http://schemas.microsoft.com/office/drawing/2014/main" id="{A7A02F47-6995-9861-DDEB-65238A120352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2" name="Ellipse 1091">
              <a:extLst>
                <a:ext uri="{FF2B5EF4-FFF2-40B4-BE49-F238E27FC236}">
                  <a16:creationId xmlns:a16="http://schemas.microsoft.com/office/drawing/2014/main" id="{AB016A22-6549-01BE-976A-02336E2954B1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3" name="Ellipse 1092">
              <a:extLst>
                <a:ext uri="{FF2B5EF4-FFF2-40B4-BE49-F238E27FC236}">
                  <a16:creationId xmlns:a16="http://schemas.microsoft.com/office/drawing/2014/main" id="{49ED3CC0-A687-2AA3-9A5E-7A23E2FE328A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4" name="Ellipse 1093">
              <a:extLst>
                <a:ext uri="{FF2B5EF4-FFF2-40B4-BE49-F238E27FC236}">
                  <a16:creationId xmlns:a16="http://schemas.microsoft.com/office/drawing/2014/main" id="{B04EB3CD-E708-0270-F972-EAA693E73FD2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5" name="Ellipse 1094">
              <a:extLst>
                <a:ext uri="{FF2B5EF4-FFF2-40B4-BE49-F238E27FC236}">
                  <a16:creationId xmlns:a16="http://schemas.microsoft.com/office/drawing/2014/main" id="{CEA64B43-95C7-C972-02BA-F067287B3E4D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6" name="Ellipse 1095">
              <a:extLst>
                <a:ext uri="{FF2B5EF4-FFF2-40B4-BE49-F238E27FC236}">
                  <a16:creationId xmlns:a16="http://schemas.microsoft.com/office/drawing/2014/main" id="{46D5F5EB-8890-D3AB-2650-C33CF1D516AF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7" name="Ellipse 1096">
              <a:extLst>
                <a:ext uri="{FF2B5EF4-FFF2-40B4-BE49-F238E27FC236}">
                  <a16:creationId xmlns:a16="http://schemas.microsoft.com/office/drawing/2014/main" id="{8C51A212-3B67-513B-31A6-6AAD9A63BACF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8" name="Ellipse 1097">
              <a:extLst>
                <a:ext uri="{FF2B5EF4-FFF2-40B4-BE49-F238E27FC236}">
                  <a16:creationId xmlns:a16="http://schemas.microsoft.com/office/drawing/2014/main" id="{F3073B86-C039-1B03-1365-29E021EFAEA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9" name="Ellipse 1098">
              <a:extLst>
                <a:ext uri="{FF2B5EF4-FFF2-40B4-BE49-F238E27FC236}">
                  <a16:creationId xmlns:a16="http://schemas.microsoft.com/office/drawing/2014/main" id="{3931D334-B9FB-8843-2B99-22783E331B52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0" name="Ellipse 1099">
              <a:extLst>
                <a:ext uri="{FF2B5EF4-FFF2-40B4-BE49-F238E27FC236}">
                  <a16:creationId xmlns:a16="http://schemas.microsoft.com/office/drawing/2014/main" id="{14E1FC8A-9EBE-5459-7140-4ADBAB58A49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1" name="Ellipse 1100">
              <a:extLst>
                <a:ext uri="{FF2B5EF4-FFF2-40B4-BE49-F238E27FC236}">
                  <a16:creationId xmlns:a16="http://schemas.microsoft.com/office/drawing/2014/main" id="{B621C884-F82B-F8E1-D3E4-11219AE2A857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2" name="Ellipse 1101">
              <a:extLst>
                <a:ext uri="{FF2B5EF4-FFF2-40B4-BE49-F238E27FC236}">
                  <a16:creationId xmlns:a16="http://schemas.microsoft.com/office/drawing/2014/main" id="{D8602BA7-A755-6A7D-AD5B-A52B3532B7D5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3" name="Ellipse 1102">
              <a:extLst>
                <a:ext uri="{FF2B5EF4-FFF2-40B4-BE49-F238E27FC236}">
                  <a16:creationId xmlns:a16="http://schemas.microsoft.com/office/drawing/2014/main" id="{A494B093-CF9F-F47C-F85A-0675FE28D12C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4" name="Ellipse 1103">
              <a:extLst>
                <a:ext uri="{FF2B5EF4-FFF2-40B4-BE49-F238E27FC236}">
                  <a16:creationId xmlns:a16="http://schemas.microsoft.com/office/drawing/2014/main" id="{757E96D5-3C39-2D29-5F84-16A7E38AA4FB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5" name="Ellipse 1104">
              <a:extLst>
                <a:ext uri="{FF2B5EF4-FFF2-40B4-BE49-F238E27FC236}">
                  <a16:creationId xmlns:a16="http://schemas.microsoft.com/office/drawing/2014/main" id="{63D1B684-7620-3167-7B69-538119DDACE5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6" name="Ellipse 1105">
              <a:extLst>
                <a:ext uri="{FF2B5EF4-FFF2-40B4-BE49-F238E27FC236}">
                  <a16:creationId xmlns:a16="http://schemas.microsoft.com/office/drawing/2014/main" id="{3C82D3E3-FA0F-4F9C-510F-899631DB6ACA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7" name="Ellipse 1106">
              <a:extLst>
                <a:ext uri="{FF2B5EF4-FFF2-40B4-BE49-F238E27FC236}">
                  <a16:creationId xmlns:a16="http://schemas.microsoft.com/office/drawing/2014/main" id="{8ADC0CBB-512B-5EF7-7F11-16CB4E3389D2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8" name="Ellipse 1107">
              <a:extLst>
                <a:ext uri="{FF2B5EF4-FFF2-40B4-BE49-F238E27FC236}">
                  <a16:creationId xmlns:a16="http://schemas.microsoft.com/office/drawing/2014/main" id="{552982BF-CCDD-3525-DB3F-66582A852E15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9" name="Ellipse 1108">
              <a:extLst>
                <a:ext uri="{FF2B5EF4-FFF2-40B4-BE49-F238E27FC236}">
                  <a16:creationId xmlns:a16="http://schemas.microsoft.com/office/drawing/2014/main" id="{644DEBAB-AF29-0EAA-6E01-CD44BC41215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0" name="Ellipse 1109">
              <a:extLst>
                <a:ext uri="{FF2B5EF4-FFF2-40B4-BE49-F238E27FC236}">
                  <a16:creationId xmlns:a16="http://schemas.microsoft.com/office/drawing/2014/main" id="{E978439C-CA5B-26ED-86BE-067AAC6A693D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111" name="Gruppieren 1110">
            <a:extLst>
              <a:ext uri="{FF2B5EF4-FFF2-40B4-BE49-F238E27FC236}">
                <a16:creationId xmlns:a16="http://schemas.microsoft.com/office/drawing/2014/main" id="{A5D922E9-343F-90FC-25CE-E0B7A8421172}"/>
              </a:ext>
            </a:extLst>
          </p:cNvPr>
          <p:cNvGrpSpPr/>
          <p:nvPr/>
        </p:nvGrpSpPr>
        <p:grpSpPr>
          <a:xfrm rot="17100000">
            <a:off x="-2286723" y="-244879"/>
            <a:ext cx="4629584" cy="2788981"/>
            <a:chOff x="-324210" y="4706992"/>
            <a:chExt cx="4629584" cy="2788981"/>
          </a:xfrm>
        </p:grpSpPr>
        <p:sp>
          <p:nvSpPr>
            <p:cNvPr id="1112" name="Ellipse 1111">
              <a:extLst>
                <a:ext uri="{FF2B5EF4-FFF2-40B4-BE49-F238E27FC236}">
                  <a16:creationId xmlns:a16="http://schemas.microsoft.com/office/drawing/2014/main" id="{9E0AECE5-395A-895D-5B2B-00C48BBA5D17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3" name="Ellipse 1112">
              <a:extLst>
                <a:ext uri="{FF2B5EF4-FFF2-40B4-BE49-F238E27FC236}">
                  <a16:creationId xmlns:a16="http://schemas.microsoft.com/office/drawing/2014/main" id="{2E5B1D66-0982-F779-FF55-A338D77CD653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4" name="Ellipse 1113">
              <a:extLst>
                <a:ext uri="{FF2B5EF4-FFF2-40B4-BE49-F238E27FC236}">
                  <a16:creationId xmlns:a16="http://schemas.microsoft.com/office/drawing/2014/main" id="{68C8F955-A6BB-3882-BBAF-100C55703F52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5" name="Ellipse 1114">
              <a:extLst>
                <a:ext uri="{FF2B5EF4-FFF2-40B4-BE49-F238E27FC236}">
                  <a16:creationId xmlns:a16="http://schemas.microsoft.com/office/drawing/2014/main" id="{B72AB862-B49C-B7AB-C9B4-FBD0D87880C2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6" name="Ellipse 1115">
              <a:extLst>
                <a:ext uri="{FF2B5EF4-FFF2-40B4-BE49-F238E27FC236}">
                  <a16:creationId xmlns:a16="http://schemas.microsoft.com/office/drawing/2014/main" id="{FD263939-DA12-7B64-7CB4-EBB48081B385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7" name="Ellipse 1116">
              <a:extLst>
                <a:ext uri="{FF2B5EF4-FFF2-40B4-BE49-F238E27FC236}">
                  <a16:creationId xmlns:a16="http://schemas.microsoft.com/office/drawing/2014/main" id="{B638E950-83A3-8195-54F1-768325B5D49F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8" name="Ellipse 1117">
              <a:extLst>
                <a:ext uri="{FF2B5EF4-FFF2-40B4-BE49-F238E27FC236}">
                  <a16:creationId xmlns:a16="http://schemas.microsoft.com/office/drawing/2014/main" id="{101F3BFD-290E-B0E7-CFC3-03795EC510E7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9" name="Ellipse 1118">
              <a:extLst>
                <a:ext uri="{FF2B5EF4-FFF2-40B4-BE49-F238E27FC236}">
                  <a16:creationId xmlns:a16="http://schemas.microsoft.com/office/drawing/2014/main" id="{031E1764-DCC1-DF60-01B3-DC5FE3F4028B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0" name="Ellipse 1119">
              <a:extLst>
                <a:ext uri="{FF2B5EF4-FFF2-40B4-BE49-F238E27FC236}">
                  <a16:creationId xmlns:a16="http://schemas.microsoft.com/office/drawing/2014/main" id="{688FF939-0923-314A-E882-48501F021666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1" name="Ellipse 1120">
              <a:extLst>
                <a:ext uri="{FF2B5EF4-FFF2-40B4-BE49-F238E27FC236}">
                  <a16:creationId xmlns:a16="http://schemas.microsoft.com/office/drawing/2014/main" id="{0FEC35CA-01AD-E982-0C20-D219ED1FBFB0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2" name="Ellipse 1121">
              <a:extLst>
                <a:ext uri="{FF2B5EF4-FFF2-40B4-BE49-F238E27FC236}">
                  <a16:creationId xmlns:a16="http://schemas.microsoft.com/office/drawing/2014/main" id="{A2C7069F-3CA1-2FAC-7F5F-287F8BF466F0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3" name="Ellipse 1122">
              <a:extLst>
                <a:ext uri="{FF2B5EF4-FFF2-40B4-BE49-F238E27FC236}">
                  <a16:creationId xmlns:a16="http://schemas.microsoft.com/office/drawing/2014/main" id="{219F2562-5C24-858B-2C35-E672DC06BE1E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4" name="Ellipse 1123">
              <a:extLst>
                <a:ext uri="{FF2B5EF4-FFF2-40B4-BE49-F238E27FC236}">
                  <a16:creationId xmlns:a16="http://schemas.microsoft.com/office/drawing/2014/main" id="{B3429FD7-0920-429F-0749-FF28FDDF964C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5" name="Ellipse 1124">
              <a:extLst>
                <a:ext uri="{FF2B5EF4-FFF2-40B4-BE49-F238E27FC236}">
                  <a16:creationId xmlns:a16="http://schemas.microsoft.com/office/drawing/2014/main" id="{9E359353-3F08-C14C-111F-BF589836E37F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6" name="Ellipse 1125">
              <a:extLst>
                <a:ext uri="{FF2B5EF4-FFF2-40B4-BE49-F238E27FC236}">
                  <a16:creationId xmlns:a16="http://schemas.microsoft.com/office/drawing/2014/main" id="{5A5DD52E-5D62-26B2-3EAD-1CD6C681BDDB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7" name="Ellipse 1126">
              <a:extLst>
                <a:ext uri="{FF2B5EF4-FFF2-40B4-BE49-F238E27FC236}">
                  <a16:creationId xmlns:a16="http://schemas.microsoft.com/office/drawing/2014/main" id="{59045092-8236-ADCB-C4FC-167334FA8C34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8" name="Ellipse 1127">
              <a:extLst>
                <a:ext uri="{FF2B5EF4-FFF2-40B4-BE49-F238E27FC236}">
                  <a16:creationId xmlns:a16="http://schemas.microsoft.com/office/drawing/2014/main" id="{632FCF0D-D910-1488-B764-469A2C624585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9" name="Ellipse 1128">
              <a:extLst>
                <a:ext uri="{FF2B5EF4-FFF2-40B4-BE49-F238E27FC236}">
                  <a16:creationId xmlns:a16="http://schemas.microsoft.com/office/drawing/2014/main" id="{75979758-6ACF-E977-09C1-1CE751E4F045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0" name="Ellipse 1129">
              <a:extLst>
                <a:ext uri="{FF2B5EF4-FFF2-40B4-BE49-F238E27FC236}">
                  <a16:creationId xmlns:a16="http://schemas.microsoft.com/office/drawing/2014/main" id="{6072266C-4DFE-F67F-7569-D13C9BAE9A85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1" name="Ellipse 1130">
              <a:extLst>
                <a:ext uri="{FF2B5EF4-FFF2-40B4-BE49-F238E27FC236}">
                  <a16:creationId xmlns:a16="http://schemas.microsoft.com/office/drawing/2014/main" id="{5FE62FA1-06D3-48E0-63D9-658EEA8771B5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2" name="Ellipse 1131">
              <a:extLst>
                <a:ext uri="{FF2B5EF4-FFF2-40B4-BE49-F238E27FC236}">
                  <a16:creationId xmlns:a16="http://schemas.microsoft.com/office/drawing/2014/main" id="{08E936F1-3A4B-C1CC-4108-73440819C448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3" name="Ellipse 1132">
              <a:extLst>
                <a:ext uri="{FF2B5EF4-FFF2-40B4-BE49-F238E27FC236}">
                  <a16:creationId xmlns:a16="http://schemas.microsoft.com/office/drawing/2014/main" id="{E59B791C-D84F-AE4F-09EB-8AF2C62C75D8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4" name="Ellipse 1133">
              <a:extLst>
                <a:ext uri="{FF2B5EF4-FFF2-40B4-BE49-F238E27FC236}">
                  <a16:creationId xmlns:a16="http://schemas.microsoft.com/office/drawing/2014/main" id="{5C31C5A9-9152-2B8A-62E8-74969D7F8791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5" name="Ellipse 1134">
              <a:extLst>
                <a:ext uri="{FF2B5EF4-FFF2-40B4-BE49-F238E27FC236}">
                  <a16:creationId xmlns:a16="http://schemas.microsoft.com/office/drawing/2014/main" id="{1D5B40B0-111B-B2D5-2AFB-B0359F67C948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6" name="Ellipse 1135">
              <a:extLst>
                <a:ext uri="{FF2B5EF4-FFF2-40B4-BE49-F238E27FC236}">
                  <a16:creationId xmlns:a16="http://schemas.microsoft.com/office/drawing/2014/main" id="{9C10A012-1814-DF95-24C1-23661A4FA236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7" name="Ellipse 1136">
              <a:extLst>
                <a:ext uri="{FF2B5EF4-FFF2-40B4-BE49-F238E27FC236}">
                  <a16:creationId xmlns:a16="http://schemas.microsoft.com/office/drawing/2014/main" id="{FD07B930-AC17-78AF-57BB-764106D4EAA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8" name="Ellipse 1137">
              <a:extLst>
                <a:ext uri="{FF2B5EF4-FFF2-40B4-BE49-F238E27FC236}">
                  <a16:creationId xmlns:a16="http://schemas.microsoft.com/office/drawing/2014/main" id="{E865F5A6-F1D7-4F05-635B-D2EECA2FE21E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9" name="Ellipse 1138">
              <a:extLst>
                <a:ext uri="{FF2B5EF4-FFF2-40B4-BE49-F238E27FC236}">
                  <a16:creationId xmlns:a16="http://schemas.microsoft.com/office/drawing/2014/main" id="{E42DFC2E-453E-CB8C-8205-F14643C6B533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140" name="Gruppieren 1139">
            <a:extLst>
              <a:ext uri="{FF2B5EF4-FFF2-40B4-BE49-F238E27FC236}">
                <a16:creationId xmlns:a16="http://schemas.microsoft.com/office/drawing/2014/main" id="{BA4C2D3B-DFF3-B453-2F38-9C83D5C3A068}"/>
              </a:ext>
            </a:extLst>
          </p:cNvPr>
          <p:cNvGrpSpPr/>
          <p:nvPr/>
        </p:nvGrpSpPr>
        <p:grpSpPr>
          <a:xfrm rot="6300000">
            <a:off x="-1497983" y="-785354"/>
            <a:ext cx="4629584" cy="2788981"/>
            <a:chOff x="-324210" y="4706992"/>
            <a:chExt cx="4629584" cy="2788981"/>
          </a:xfrm>
        </p:grpSpPr>
        <p:sp>
          <p:nvSpPr>
            <p:cNvPr id="1141" name="Ellipse 1140">
              <a:extLst>
                <a:ext uri="{FF2B5EF4-FFF2-40B4-BE49-F238E27FC236}">
                  <a16:creationId xmlns:a16="http://schemas.microsoft.com/office/drawing/2014/main" id="{AC5A01D1-C4D4-1158-88B1-C7714D344DDF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2" name="Ellipse 1141">
              <a:extLst>
                <a:ext uri="{FF2B5EF4-FFF2-40B4-BE49-F238E27FC236}">
                  <a16:creationId xmlns:a16="http://schemas.microsoft.com/office/drawing/2014/main" id="{4F3EBC59-7794-BCD8-2B01-8A93134BABF0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3" name="Ellipse 1142">
              <a:extLst>
                <a:ext uri="{FF2B5EF4-FFF2-40B4-BE49-F238E27FC236}">
                  <a16:creationId xmlns:a16="http://schemas.microsoft.com/office/drawing/2014/main" id="{A0BE0B79-3D5E-B212-7F52-C2F5DA6BC9DB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4" name="Ellipse 1143">
              <a:extLst>
                <a:ext uri="{FF2B5EF4-FFF2-40B4-BE49-F238E27FC236}">
                  <a16:creationId xmlns:a16="http://schemas.microsoft.com/office/drawing/2014/main" id="{52089DBB-DAF5-6B2E-1F3C-BD79DD1D8F2B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5" name="Ellipse 1144">
              <a:extLst>
                <a:ext uri="{FF2B5EF4-FFF2-40B4-BE49-F238E27FC236}">
                  <a16:creationId xmlns:a16="http://schemas.microsoft.com/office/drawing/2014/main" id="{D0589DDC-8363-00C0-2147-21A70154CA50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6" name="Ellipse 1145">
              <a:extLst>
                <a:ext uri="{FF2B5EF4-FFF2-40B4-BE49-F238E27FC236}">
                  <a16:creationId xmlns:a16="http://schemas.microsoft.com/office/drawing/2014/main" id="{2F2B3BED-EDE5-C509-6BE7-5046F34F22DA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7" name="Ellipse 1146">
              <a:extLst>
                <a:ext uri="{FF2B5EF4-FFF2-40B4-BE49-F238E27FC236}">
                  <a16:creationId xmlns:a16="http://schemas.microsoft.com/office/drawing/2014/main" id="{5B199399-4264-FC39-3A28-78983FC2A343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8" name="Ellipse 1147">
              <a:extLst>
                <a:ext uri="{FF2B5EF4-FFF2-40B4-BE49-F238E27FC236}">
                  <a16:creationId xmlns:a16="http://schemas.microsoft.com/office/drawing/2014/main" id="{8CD92204-DB8F-0BB3-FEB5-5727F5E0030C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9" name="Ellipse 1148">
              <a:extLst>
                <a:ext uri="{FF2B5EF4-FFF2-40B4-BE49-F238E27FC236}">
                  <a16:creationId xmlns:a16="http://schemas.microsoft.com/office/drawing/2014/main" id="{BA3C0546-9355-A863-5A45-47C744270612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0" name="Ellipse 1149">
              <a:extLst>
                <a:ext uri="{FF2B5EF4-FFF2-40B4-BE49-F238E27FC236}">
                  <a16:creationId xmlns:a16="http://schemas.microsoft.com/office/drawing/2014/main" id="{B6164070-F997-A105-F5BD-1824E83FAFD7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1" name="Ellipse 1150">
              <a:extLst>
                <a:ext uri="{FF2B5EF4-FFF2-40B4-BE49-F238E27FC236}">
                  <a16:creationId xmlns:a16="http://schemas.microsoft.com/office/drawing/2014/main" id="{47B79D3E-8030-CB3B-C394-EED31E1D96C4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2" name="Ellipse 1151">
              <a:extLst>
                <a:ext uri="{FF2B5EF4-FFF2-40B4-BE49-F238E27FC236}">
                  <a16:creationId xmlns:a16="http://schemas.microsoft.com/office/drawing/2014/main" id="{AA4070D5-7F8A-950F-08D7-8F4B5CF8061D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3" name="Ellipse 1152">
              <a:extLst>
                <a:ext uri="{FF2B5EF4-FFF2-40B4-BE49-F238E27FC236}">
                  <a16:creationId xmlns:a16="http://schemas.microsoft.com/office/drawing/2014/main" id="{2DB2B2B6-1127-F5B6-718D-F3F37153FF61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4" name="Ellipse 1153">
              <a:extLst>
                <a:ext uri="{FF2B5EF4-FFF2-40B4-BE49-F238E27FC236}">
                  <a16:creationId xmlns:a16="http://schemas.microsoft.com/office/drawing/2014/main" id="{0DCF25C3-1724-130D-33BA-D8A69C2D4A98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5" name="Ellipse 1154">
              <a:extLst>
                <a:ext uri="{FF2B5EF4-FFF2-40B4-BE49-F238E27FC236}">
                  <a16:creationId xmlns:a16="http://schemas.microsoft.com/office/drawing/2014/main" id="{111DAE32-48E4-045C-CAAB-470F54A5088F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6" name="Ellipse 1155">
              <a:extLst>
                <a:ext uri="{FF2B5EF4-FFF2-40B4-BE49-F238E27FC236}">
                  <a16:creationId xmlns:a16="http://schemas.microsoft.com/office/drawing/2014/main" id="{DF953B22-4034-A067-4CCE-9656792EAA4C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7" name="Ellipse 1156">
              <a:extLst>
                <a:ext uri="{FF2B5EF4-FFF2-40B4-BE49-F238E27FC236}">
                  <a16:creationId xmlns:a16="http://schemas.microsoft.com/office/drawing/2014/main" id="{D8E76520-E824-349B-BF9D-535463E86B03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8" name="Ellipse 1157">
              <a:extLst>
                <a:ext uri="{FF2B5EF4-FFF2-40B4-BE49-F238E27FC236}">
                  <a16:creationId xmlns:a16="http://schemas.microsoft.com/office/drawing/2014/main" id="{38D2C0AA-A8B2-069D-0997-B9CD3DCA11F0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9" name="Ellipse 1158">
              <a:extLst>
                <a:ext uri="{FF2B5EF4-FFF2-40B4-BE49-F238E27FC236}">
                  <a16:creationId xmlns:a16="http://schemas.microsoft.com/office/drawing/2014/main" id="{E5E013D9-7471-AE64-77F4-17635C6C165F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0" name="Ellipse 1159">
              <a:extLst>
                <a:ext uri="{FF2B5EF4-FFF2-40B4-BE49-F238E27FC236}">
                  <a16:creationId xmlns:a16="http://schemas.microsoft.com/office/drawing/2014/main" id="{F51E3106-D91E-655D-F551-AB6CC1A182AB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1" name="Ellipse 1160">
              <a:extLst>
                <a:ext uri="{FF2B5EF4-FFF2-40B4-BE49-F238E27FC236}">
                  <a16:creationId xmlns:a16="http://schemas.microsoft.com/office/drawing/2014/main" id="{53890D1C-F01B-5E83-DF79-65878C4FE01B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2" name="Ellipse 1161">
              <a:extLst>
                <a:ext uri="{FF2B5EF4-FFF2-40B4-BE49-F238E27FC236}">
                  <a16:creationId xmlns:a16="http://schemas.microsoft.com/office/drawing/2014/main" id="{C8C212FD-7E32-ACA2-136A-79D463B77140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3" name="Ellipse 1162">
              <a:extLst>
                <a:ext uri="{FF2B5EF4-FFF2-40B4-BE49-F238E27FC236}">
                  <a16:creationId xmlns:a16="http://schemas.microsoft.com/office/drawing/2014/main" id="{F1EC5FDD-4E42-DF90-4875-2BFFAB38EDDA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4" name="Ellipse 1163">
              <a:extLst>
                <a:ext uri="{FF2B5EF4-FFF2-40B4-BE49-F238E27FC236}">
                  <a16:creationId xmlns:a16="http://schemas.microsoft.com/office/drawing/2014/main" id="{DD0A654A-5EED-FF7D-7E7A-D0217A5C704B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5" name="Ellipse 1164">
              <a:extLst>
                <a:ext uri="{FF2B5EF4-FFF2-40B4-BE49-F238E27FC236}">
                  <a16:creationId xmlns:a16="http://schemas.microsoft.com/office/drawing/2014/main" id="{0AFEE88E-166E-9064-1142-055A91C9B2A1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6" name="Ellipse 1165">
              <a:extLst>
                <a:ext uri="{FF2B5EF4-FFF2-40B4-BE49-F238E27FC236}">
                  <a16:creationId xmlns:a16="http://schemas.microsoft.com/office/drawing/2014/main" id="{C4E4EE2D-6321-3805-6C60-6416829A6D56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7" name="Ellipse 1166">
              <a:extLst>
                <a:ext uri="{FF2B5EF4-FFF2-40B4-BE49-F238E27FC236}">
                  <a16:creationId xmlns:a16="http://schemas.microsoft.com/office/drawing/2014/main" id="{7DF3D1FD-E186-B8BB-4BEC-9629E165A64B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8" name="Ellipse 1167">
              <a:extLst>
                <a:ext uri="{FF2B5EF4-FFF2-40B4-BE49-F238E27FC236}">
                  <a16:creationId xmlns:a16="http://schemas.microsoft.com/office/drawing/2014/main" id="{D474CB94-91B9-B5B4-64B9-54ED7822FDC2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169" name="Gruppieren 1168">
            <a:extLst>
              <a:ext uri="{FF2B5EF4-FFF2-40B4-BE49-F238E27FC236}">
                <a16:creationId xmlns:a16="http://schemas.microsoft.com/office/drawing/2014/main" id="{DE1E0612-99C2-F1DF-0054-BBB10444D17F}"/>
              </a:ext>
            </a:extLst>
          </p:cNvPr>
          <p:cNvGrpSpPr/>
          <p:nvPr/>
        </p:nvGrpSpPr>
        <p:grpSpPr>
          <a:xfrm rot="6300000">
            <a:off x="-2575702" y="-1304657"/>
            <a:ext cx="4629584" cy="2788981"/>
            <a:chOff x="-324210" y="4706992"/>
            <a:chExt cx="4629584" cy="2788981"/>
          </a:xfrm>
        </p:grpSpPr>
        <p:sp>
          <p:nvSpPr>
            <p:cNvPr id="1170" name="Ellipse 1169">
              <a:extLst>
                <a:ext uri="{FF2B5EF4-FFF2-40B4-BE49-F238E27FC236}">
                  <a16:creationId xmlns:a16="http://schemas.microsoft.com/office/drawing/2014/main" id="{5DC73869-9185-7766-45E0-C045515ED667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1" name="Ellipse 1170">
              <a:extLst>
                <a:ext uri="{FF2B5EF4-FFF2-40B4-BE49-F238E27FC236}">
                  <a16:creationId xmlns:a16="http://schemas.microsoft.com/office/drawing/2014/main" id="{4EF455E2-D3E4-6918-4E9C-EEED4E0C531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2" name="Ellipse 1171">
              <a:extLst>
                <a:ext uri="{FF2B5EF4-FFF2-40B4-BE49-F238E27FC236}">
                  <a16:creationId xmlns:a16="http://schemas.microsoft.com/office/drawing/2014/main" id="{CA8BD9E6-3BC4-D859-4EC7-A1B8F0EECB0C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3" name="Ellipse 1172">
              <a:extLst>
                <a:ext uri="{FF2B5EF4-FFF2-40B4-BE49-F238E27FC236}">
                  <a16:creationId xmlns:a16="http://schemas.microsoft.com/office/drawing/2014/main" id="{8BF10F4F-8777-FF43-6F38-821E9866E321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4" name="Ellipse 1173">
              <a:extLst>
                <a:ext uri="{FF2B5EF4-FFF2-40B4-BE49-F238E27FC236}">
                  <a16:creationId xmlns:a16="http://schemas.microsoft.com/office/drawing/2014/main" id="{31BE916B-1A6E-4223-3109-65092E7BF34D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5" name="Ellipse 1174">
              <a:extLst>
                <a:ext uri="{FF2B5EF4-FFF2-40B4-BE49-F238E27FC236}">
                  <a16:creationId xmlns:a16="http://schemas.microsoft.com/office/drawing/2014/main" id="{2797E79E-29D9-BA88-6F75-2097E3E22D83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6" name="Ellipse 1175">
              <a:extLst>
                <a:ext uri="{FF2B5EF4-FFF2-40B4-BE49-F238E27FC236}">
                  <a16:creationId xmlns:a16="http://schemas.microsoft.com/office/drawing/2014/main" id="{916F52A7-67D0-43A4-BF79-08AB77C08E2B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7" name="Ellipse 1176">
              <a:extLst>
                <a:ext uri="{FF2B5EF4-FFF2-40B4-BE49-F238E27FC236}">
                  <a16:creationId xmlns:a16="http://schemas.microsoft.com/office/drawing/2014/main" id="{ADD5D23C-6DFC-F8C6-865D-2BC061964CB8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8" name="Ellipse 1177">
              <a:extLst>
                <a:ext uri="{FF2B5EF4-FFF2-40B4-BE49-F238E27FC236}">
                  <a16:creationId xmlns:a16="http://schemas.microsoft.com/office/drawing/2014/main" id="{67BD63CE-427A-FFE9-CC96-45A468135857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9" name="Ellipse 1178">
              <a:extLst>
                <a:ext uri="{FF2B5EF4-FFF2-40B4-BE49-F238E27FC236}">
                  <a16:creationId xmlns:a16="http://schemas.microsoft.com/office/drawing/2014/main" id="{7F956B31-E4EE-31C0-3679-3E949E92AE42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0" name="Ellipse 1179">
              <a:extLst>
                <a:ext uri="{FF2B5EF4-FFF2-40B4-BE49-F238E27FC236}">
                  <a16:creationId xmlns:a16="http://schemas.microsoft.com/office/drawing/2014/main" id="{27D36E93-FAB2-60BC-003B-50F8BC831FA7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1" name="Ellipse 1180">
              <a:extLst>
                <a:ext uri="{FF2B5EF4-FFF2-40B4-BE49-F238E27FC236}">
                  <a16:creationId xmlns:a16="http://schemas.microsoft.com/office/drawing/2014/main" id="{41F15BFF-D88A-3448-8F8A-68E3AB97B1BE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2" name="Ellipse 1181">
              <a:extLst>
                <a:ext uri="{FF2B5EF4-FFF2-40B4-BE49-F238E27FC236}">
                  <a16:creationId xmlns:a16="http://schemas.microsoft.com/office/drawing/2014/main" id="{B7D67AA7-C0C9-69A7-A58E-DE3C2CADD5F5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3" name="Ellipse 1182">
              <a:extLst>
                <a:ext uri="{FF2B5EF4-FFF2-40B4-BE49-F238E27FC236}">
                  <a16:creationId xmlns:a16="http://schemas.microsoft.com/office/drawing/2014/main" id="{F99FCF55-ECAE-BFB4-1D7F-6A0A276C15F4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4" name="Ellipse 1183">
              <a:extLst>
                <a:ext uri="{FF2B5EF4-FFF2-40B4-BE49-F238E27FC236}">
                  <a16:creationId xmlns:a16="http://schemas.microsoft.com/office/drawing/2014/main" id="{CB63B222-FF0E-AA80-2309-4EEBF7C50A0C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5" name="Ellipse 1184">
              <a:extLst>
                <a:ext uri="{FF2B5EF4-FFF2-40B4-BE49-F238E27FC236}">
                  <a16:creationId xmlns:a16="http://schemas.microsoft.com/office/drawing/2014/main" id="{16E81F7F-54BF-DDBB-4B89-392FC7DFF78D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6" name="Ellipse 1185">
              <a:extLst>
                <a:ext uri="{FF2B5EF4-FFF2-40B4-BE49-F238E27FC236}">
                  <a16:creationId xmlns:a16="http://schemas.microsoft.com/office/drawing/2014/main" id="{213D2D16-DD5F-CDA5-F1FA-A32FEBBC0ABF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7" name="Ellipse 1186">
              <a:extLst>
                <a:ext uri="{FF2B5EF4-FFF2-40B4-BE49-F238E27FC236}">
                  <a16:creationId xmlns:a16="http://schemas.microsoft.com/office/drawing/2014/main" id="{9DFBDDF8-A8B7-DC84-C5DC-273552059747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8" name="Ellipse 1187">
              <a:extLst>
                <a:ext uri="{FF2B5EF4-FFF2-40B4-BE49-F238E27FC236}">
                  <a16:creationId xmlns:a16="http://schemas.microsoft.com/office/drawing/2014/main" id="{D93873B1-1CC5-4003-36E1-33DB051AA653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9" name="Ellipse 1188">
              <a:extLst>
                <a:ext uri="{FF2B5EF4-FFF2-40B4-BE49-F238E27FC236}">
                  <a16:creationId xmlns:a16="http://schemas.microsoft.com/office/drawing/2014/main" id="{396FB992-09E7-E407-DE45-CE8DF105FDE0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0" name="Ellipse 1189">
              <a:extLst>
                <a:ext uri="{FF2B5EF4-FFF2-40B4-BE49-F238E27FC236}">
                  <a16:creationId xmlns:a16="http://schemas.microsoft.com/office/drawing/2014/main" id="{605F6C7F-C446-0C4E-1C2A-0FA40CD3BEA8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1" name="Ellipse 1190">
              <a:extLst>
                <a:ext uri="{FF2B5EF4-FFF2-40B4-BE49-F238E27FC236}">
                  <a16:creationId xmlns:a16="http://schemas.microsoft.com/office/drawing/2014/main" id="{29A7DB7E-8079-9C2B-CD2E-D2C5735A23A3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2" name="Ellipse 1191">
              <a:extLst>
                <a:ext uri="{FF2B5EF4-FFF2-40B4-BE49-F238E27FC236}">
                  <a16:creationId xmlns:a16="http://schemas.microsoft.com/office/drawing/2014/main" id="{754EDFA0-9DC1-FCE9-B5A0-EDFC15BCCB22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3" name="Ellipse 1192">
              <a:extLst>
                <a:ext uri="{FF2B5EF4-FFF2-40B4-BE49-F238E27FC236}">
                  <a16:creationId xmlns:a16="http://schemas.microsoft.com/office/drawing/2014/main" id="{BB54B283-FA10-6AF8-B49E-E72F97AF2EC0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4" name="Ellipse 1193">
              <a:extLst>
                <a:ext uri="{FF2B5EF4-FFF2-40B4-BE49-F238E27FC236}">
                  <a16:creationId xmlns:a16="http://schemas.microsoft.com/office/drawing/2014/main" id="{52208B9D-66F9-B599-3E1B-18C0FD3D3FA2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5" name="Ellipse 1194">
              <a:extLst>
                <a:ext uri="{FF2B5EF4-FFF2-40B4-BE49-F238E27FC236}">
                  <a16:creationId xmlns:a16="http://schemas.microsoft.com/office/drawing/2014/main" id="{EB47B2CC-18AA-7E91-19AD-02439065424E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6" name="Ellipse 1195">
              <a:extLst>
                <a:ext uri="{FF2B5EF4-FFF2-40B4-BE49-F238E27FC236}">
                  <a16:creationId xmlns:a16="http://schemas.microsoft.com/office/drawing/2014/main" id="{276789FE-76B0-AF59-50D3-4AE44F0FCD4B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7" name="Ellipse 1196">
              <a:extLst>
                <a:ext uri="{FF2B5EF4-FFF2-40B4-BE49-F238E27FC236}">
                  <a16:creationId xmlns:a16="http://schemas.microsoft.com/office/drawing/2014/main" id="{0780C6E5-CE9A-0BF6-D59D-5639AB5AA824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1198" name="Grafik 1197">
            <a:extLst>
              <a:ext uri="{FF2B5EF4-FFF2-40B4-BE49-F238E27FC236}">
                <a16:creationId xmlns:a16="http://schemas.microsoft.com/office/drawing/2014/main" id="{12C5F4B9-5F23-5622-582D-3DED270A7E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>
            <a:off x="6114596" y="42368"/>
            <a:ext cx="1591374" cy="119008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72F632A-434B-B982-3553-02A5F74EB5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37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614D6A0A-4896-1721-3D8B-DBA5A4BDCD0B}"/>
              </a:ext>
            </a:extLst>
          </p:cNvPr>
          <p:cNvGrpSpPr/>
          <p:nvPr/>
        </p:nvGrpSpPr>
        <p:grpSpPr>
          <a:xfrm>
            <a:off x="9535110" y="4663981"/>
            <a:ext cx="2953403" cy="2665423"/>
            <a:chOff x="9535110" y="4663981"/>
            <a:chExt cx="2953403" cy="2665423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F3508A01-54D3-43BB-EDC9-42772EC2314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523E7A6-D6C6-E6CB-FE33-94BC492B8CA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2407A1B-2243-8098-7113-FF4266DBFAE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EFA50947-19A7-5089-49A1-3C6E4BB66EBA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5BA2D6C-8B50-7981-C373-DE23785AB01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1B9CDD9-01C6-0EF5-8456-3B4990A507AD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2AB450F-B409-E9C0-5151-C8E66B234FD5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9BF052-2187-5006-4EC0-D21E0CD88CA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A50838AE-881B-9439-C5CD-2CCC03045F1C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E6B9716-5596-F226-87A6-5359DA1C3D2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14FF0F3-CCED-FF55-16EF-4B1D103EFCA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590B972-BA33-7347-6D6D-82AAE758F36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4DEB6B6-8CC5-45B1-FB17-9350516439F2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C55A0D6B-2203-C513-DAA2-32FCEFD6B23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C688E4B-704C-F984-661E-F28616C2C90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FFD6861-C610-2DCE-F543-7E2EEDB8880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BD358BF-188E-E674-BD40-54C1129FE8ED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AEC65661-EF1D-7858-8B00-F5400813175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126F37A3-C26D-16F8-7D7B-3F9A953FE64F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9A1426C8-1843-2FEC-BF3A-BFE06DCB233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EA82C4E-B016-85C3-BCDE-6E1DEE2A5FAC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728FF631-422B-302B-8C64-6AC385A6645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D4362DBA-960F-4EC6-48A5-FCFBB1934D6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0CF51497-68B2-A300-FF22-209C1678372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7CB4E08E-78C6-4662-0EFB-48687DD2737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1" name="Ellipse 30">
            <a:extLst>
              <a:ext uri="{FF2B5EF4-FFF2-40B4-BE49-F238E27FC236}">
                <a16:creationId xmlns:a16="http://schemas.microsoft.com/office/drawing/2014/main" id="{F0B22222-0AAE-9888-8472-8430CFEABB17}"/>
              </a:ext>
            </a:extLst>
          </p:cNvPr>
          <p:cNvSpPr/>
          <p:nvPr/>
        </p:nvSpPr>
        <p:spPr>
          <a:xfrm rot="9412871">
            <a:off x="7400321" y="629046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FD915AA2-21C3-D0AC-7594-787BA01BEAB8}"/>
              </a:ext>
            </a:extLst>
          </p:cNvPr>
          <p:cNvSpPr/>
          <p:nvPr/>
        </p:nvSpPr>
        <p:spPr>
          <a:xfrm rot="9412871">
            <a:off x="7382959" y="665392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5F56718-10C2-02CA-5B71-BB4CF1AE7FAB}"/>
              </a:ext>
            </a:extLst>
          </p:cNvPr>
          <p:cNvSpPr/>
          <p:nvPr/>
        </p:nvSpPr>
        <p:spPr>
          <a:xfrm rot="9412871">
            <a:off x="7574288" y="697270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30B08C8-4C6A-F2C8-94ED-AA60B8050301}"/>
              </a:ext>
            </a:extLst>
          </p:cNvPr>
          <p:cNvSpPr/>
          <p:nvPr/>
        </p:nvSpPr>
        <p:spPr>
          <a:xfrm rot="9412871">
            <a:off x="7510871" y="598318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C53283AB-8F8D-3121-4166-575A0804497D}"/>
              </a:ext>
            </a:extLst>
          </p:cNvPr>
          <p:cNvSpPr/>
          <p:nvPr/>
        </p:nvSpPr>
        <p:spPr>
          <a:xfrm rot="9412871">
            <a:off x="7682389" y="615852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54BD956-ECEE-E690-D629-95CECF1CD173}"/>
              </a:ext>
            </a:extLst>
          </p:cNvPr>
          <p:cNvSpPr/>
          <p:nvPr/>
        </p:nvSpPr>
        <p:spPr>
          <a:xfrm rot="9412871">
            <a:off x="7644712" y="64164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DAEFE60-B08E-F559-FB39-6E224C428213}"/>
              </a:ext>
            </a:extLst>
          </p:cNvPr>
          <p:cNvSpPr/>
          <p:nvPr/>
        </p:nvSpPr>
        <p:spPr>
          <a:xfrm rot="9412871">
            <a:off x="8005927" y="70739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7AE697A-FE0B-DF50-102F-2214A416682F}"/>
              </a:ext>
            </a:extLst>
          </p:cNvPr>
          <p:cNvSpPr/>
          <p:nvPr/>
        </p:nvSpPr>
        <p:spPr>
          <a:xfrm rot="9412871">
            <a:off x="8070440" y="59659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F55B6797-AF2C-1DBA-3EF0-D21845B2B932}"/>
              </a:ext>
            </a:extLst>
          </p:cNvPr>
          <p:cNvSpPr/>
          <p:nvPr/>
        </p:nvSpPr>
        <p:spPr>
          <a:xfrm rot="9412871">
            <a:off x="7970827" y="664556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B4093E4-AD2B-DFFF-687E-69CC4528DC98}"/>
              </a:ext>
            </a:extLst>
          </p:cNvPr>
          <p:cNvSpPr/>
          <p:nvPr/>
        </p:nvSpPr>
        <p:spPr>
          <a:xfrm rot="9412871">
            <a:off x="8214594" y="636682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DDB43284-DAD1-D7DE-EF8E-759841734E6E}"/>
              </a:ext>
            </a:extLst>
          </p:cNvPr>
          <p:cNvSpPr/>
          <p:nvPr/>
        </p:nvSpPr>
        <p:spPr>
          <a:xfrm rot="9412871">
            <a:off x="5513836" y="565393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670CBF29-1F31-2B6F-18AA-17E7F3735437}"/>
              </a:ext>
            </a:extLst>
          </p:cNvPr>
          <p:cNvSpPr/>
          <p:nvPr/>
        </p:nvSpPr>
        <p:spPr>
          <a:xfrm rot="9412871">
            <a:off x="8402175" y="709846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DB46C942-425C-1FDA-77D7-7C797752FBCD}"/>
              </a:ext>
            </a:extLst>
          </p:cNvPr>
          <p:cNvSpPr/>
          <p:nvPr/>
        </p:nvSpPr>
        <p:spPr>
          <a:xfrm rot="9412871">
            <a:off x="8454211" y="680795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FB3F88F-F133-C727-EA13-100671F2589E}"/>
              </a:ext>
            </a:extLst>
          </p:cNvPr>
          <p:cNvSpPr/>
          <p:nvPr/>
        </p:nvSpPr>
        <p:spPr>
          <a:xfrm rot="9412871">
            <a:off x="8650974" y="645490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53E9A5B5-E7FB-2064-901D-1BC45D019497}"/>
              </a:ext>
            </a:extLst>
          </p:cNvPr>
          <p:cNvSpPr/>
          <p:nvPr/>
        </p:nvSpPr>
        <p:spPr>
          <a:xfrm rot="9412871">
            <a:off x="8645218" y="596522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29389C3D-205E-309A-6AA4-F716EAD9E605}"/>
              </a:ext>
            </a:extLst>
          </p:cNvPr>
          <p:cNvSpPr/>
          <p:nvPr/>
        </p:nvSpPr>
        <p:spPr>
          <a:xfrm rot="9412871">
            <a:off x="8890255" y="562627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6634CDF1-E48E-CFE7-496A-C8862A900C04}"/>
              </a:ext>
            </a:extLst>
          </p:cNvPr>
          <p:cNvSpPr/>
          <p:nvPr/>
        </p:nvSpPr>
        <p:spPr>
          <a:xfrm rot="9412871">
            <a:off x="9032314" y="602209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82144D62-7BD3-0A18-B7E6-D704047A3F9F}"/>
              </a:ext>
            </a:extLst>
          </p:cNvPr>
          <p:cNvSpPr/>
          <p:nvPr/>
        </p:nvSpPr>
        <p:spPr>
          <a:xfrm rot="9412871">
            <a:off x="9161188" y="639373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87708D8D-A19F-B7F1-6FA1-BDF633997AF7}"/>
              </a:ext>
            </a:extLst>
          </p:cNvPr>
          <p:cNvSpPr/>
          <p:nvPr/>
        </p:nvSpPr>
        <p:spPr>
          <a:xfrm rot="9412871">
            <a:off x="9661831" y="636701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B187B003-BC0F-EB37-91C6-0FC00818EE77}"/>
              </a:ext>
            </a:extLst>
          </p:cNvPr>
          <p:cNvSpPr/>
          <p:nvPr/>
        </p:nvSpPr>
        <p:spPr>
          <a:xfrm rot="9412871">
            <a:off x="9489888" y="609111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3BB6FEF-F10D-A4E0-F815-AF3BCB5A6C25}"/>
              </a:ext>
            </a:extLst>
          </p:cNvPr>
          <p:cNvSpPr/>
          <p:nvPr/>
        </p:nvSpPr>
        <p:spPr>
          <a:xfrm rot="9412871">
            <a:off x="9407472" y="58980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CE078B4-7FC3-3CFC-482C-55173A13CD6C}"/>
              </a:ext>
            </a:extLst>
          </p:cNvPr>
          <p:cNvSpPr/>
          <p:nvPr/>
        </p:nvSpPr>
        <p:spPr>
          <a:xfrm rot="9412871">
            <a:off x="9359610" y="569026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1BBC266-D341-39A2-F128-AEE70399AE5C}"/>
              </a:ext>
            </a:extLst>
          </p:cNvPr>
          <p:cNvGrpSpPr/>
          <p:nvPr/>
        </p:nvGrpSpPr>
        <p:grpSpPr>
          <a:xfrm rot="19191760" flipV="1">
            <a:off x="6860998" y="4780734"/>
            <a:ext cx="2953403" cy="2665423"/>
            <a:chOff x="9535110" y="4663981"/>
            <a:chExt cx="2953403" cy="2665423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F3A87B7C-DD1C-4CCC-3043-D112F613CAA0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1CBA64A0-81FF-7C1A-A9BE-CED7CA8590BF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1C31F732-52FE-94DC-6262-99CA3C0C3691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7C406F40-C0E7-F6AA-7C32-28BADEE373E2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4D544D04-BE9B-22D5-18DC-ECF0660732C0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6D047B1D-232C-716E-40B5-24211133E0CA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50E803FE-1F39-F269-C71E-B19C739A5593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D9D2E2B9-2062-04E8-D06E-DAABA9956BC6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D5D5B255-65EC-2301-1C71-8AA232D44F14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4AA743B8-E7F5-C305-0674-74B786B6C5F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786E7DE3-17A8-810C-7A16-9C7C0D436F62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274B6950-BB96-91DF-DD2D-FEF80C329101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" name="Ellipse 67">
              <a:extLst>
                <a:ext uri="{FF2B5EF4-FFF2-40B4-BE49-F238E27FC236}">
                  <a16:creationId xmlns:a16="http://schemas.microsoft.com/office/drawing/2014/main" id="{4B7FC131-6E36-C71D-0225-EC1572482FE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7532CD24-3BE5-3C2B-2CAB-0D0550A117D8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D68799D3-1492-381C-1A7C-0E383EAA8BD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D65C07DB-29CB-98A8-8B76-420561B4006E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FA248155-BE42-AA09-8982-79E17060D8E2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47974652-4C32-0662-02D8-DBD93709CA1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7F7534AB-1446-F297-28DD-2A7C4188EC14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06810B89-F205-39E3-F820-FACD81F0D869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B3855C14-2FCA-6EA4-D1E1-CAC4967BA4A1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2758FE1B-274F-F4F0-09B0-DC0FBD2EE789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CAAACE48-7C9D-2BF3-1587-FCD917322B01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2CEC1516-4408-640D-8B5D-9DF9CC53C8EF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BD87E6C-9884-6F03-C38E-B50D8DA25D82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F904D34B-FE9F-813A-DFAC-000491511909}"/>
              </a:ext>
            </a:extLst>
          </p:cNvPr>
          <p:cNvGrpSpPr/>
          <p:nvPr/>
        </p:nvGrpSpPr>
        <p:grpSpPr>
          <a:xfrm rot="12187129" flipH="1">
            <a:off x="5587494" y="3088345"/>
            <a:ext cx="2953403" cy="2665423"/>
            <a:chOff x="9535110" y="4663981"/>
            <a:chExt cx="2953403" cy="2665423"/>
          </a:xfrm>
        </p:grpSpPr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8C12844D-7D7F-F091-0933-51DAA20901E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EE4AF275-4A2E-47DB-4A7B-FA65FE4B01E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CD7F8F94-21F4-6A35-7964-02869845063C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2939926E-962E-C947-2FB7-AA786261B469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89DA6602-C4EB-CFB6-E8AF-F719C3DF770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" name="Ellipse 86">
              <a:extLst>
                <a:ext uri="{FF2B5EF4-FFF2-40B4-BE49-F238E27FC236}">
                  <a16:creationId xmlns:a16="http://schemas.microsoft.com/office/drawing/2014/main" id="{611320C4-4DAB-13FA-841A-716535D869C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C3BFE47B-CD5B-CFD5-1F36-C3E1F467364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C95A274A-188E-7E11-C18F-CDA7A69DB0FD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E79DEE3A-C277-8BEC-14AB-5998CE16C68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97DB6AB7-9418-6123-88D2-EFEB6BB1A5EF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EBC0A7B3-AA40-DC5D-2A87-4C675D5FF1D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CBD7B500-E846-33E4-7E8A-E27482CD5148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6CA6FD97-97A7-1692-516B-60C76C494F3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10365B15-2713-0846-587F-2282084948D6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B3DB54CF-8A0C-4632-B863-62AB58FE5F2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" name="Ellipse 96">
              <a:extLst>
                <a:ext uri="{FF2B5EF4-FFF2-40B4-BE49-F238E27FC236}">
                  <a16:creationId xmlns:a16="http://schemas.microsoft.com/office/drawing/2014/main" id="{0A440BDB-475F-00DF-6B86-1E2C381BD41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95553DD0-24BE-B47A-1F92-CBA135C4553C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E636D544-C83D-3D8D-53FD-9C631C555B99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D832E891-E124-9CFB-6787-2F702F3DE70E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51B72512-A7DE-9E05-6C66-4395B0BC007F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0B241A68-63EA-C66B-557E-0FB119564E51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" name="Ellipse 102">
              <a:extLst>
                <a:ext uri="{FF2B5EF4-FFF2-40B4-BE49-F238E27FC236}">
                  <a16:creationId xmlns:a16="http://schemas.microsoft.com/office/drawing/2014/main" id="{0BAC5B23-90A6-AD81-FBE9-DDDD71828B03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5ECB8434-1A8B-B11E-796E-6B06F292054A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" name="Ellipse 104">
              <a:extLst>
                <a:ext uri="{FF2B5EF4-FFF2-40B4-BE49-F238E27FC236}">
                  <a16:creationId xmlns:a16="http://schemas.microsoft.com/office/drawing/2014/main" id="{3D72EBA4-6AB3-C64C-4BF5-C153704B703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" name="Ellipse 105">
              <a:extLst>
                <a:ext uri="{FF2B5EF4-FFF2-40B4-BE49-F238E27FC236}">
                  <a16:creationId xmlns:a16="http://schemas.microsoft.com/office/drawing/2014/main" id="{96510AAC-2222-9701-D528-0325367AE2C3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E9C48E3-D7EC-1552-CAA1-05685CA535B3}"/>
              </a:ext>
            </a:extLst>
          </p:cNvPr>
          <p:cNvGrpSpPr/>
          <p:nvPr/>
        </p:nvGrpSpPr>
        <p:grpSpPr>
          <a:xfrm>
            <a:off x="6694555" y="4331783"/>
            <a:ext cx="2953403" cy="2665423"/>
            <a:chOff x="9535110" y="4663981"/>
            <a:chExt cx="2953403" cy="2665423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5AFDA0DA-1905-AC49-E7D7-50EAA1CB74D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" name="Ellipse 108">
              <a:extLst>
                <a:ext uri="{FF2B5EF4-FFF2-40B4-BE49-F238E27FC236}">
                  <a16:creationId xmlns:a16="http://schemas.microsoft.com/office/drawing/2014/main" id="{24AC9EBD-2334-41E8-1A71-7D21CC7BC6EC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" name="Ellipse 109">
              <a:extLst>
                <a:ext uri="{FF2B5EF4-FFF2-40B4-BE49-F238E27FC236}">
                  <a16:creationId xmlns:a16="http://schemas.microsoft.com/office/drawing/2014/main" id="{B96CED08-C254-F0D7-016A-7B3306D364E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E2D2C63E-2029-931D-217E-F99BD4FBE67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C95AE07F-1695-E354-07D8-ED12CA3A0067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" name="Ellipse 112">
              <a:extLst>
                <a:ext uri="{FF2B5EF4-FFF2-40B4-BE49-F238E27FC236}">
                  <a16:creationId xmlns:a16="http://schemas.microsoft.com/office/drawing/2014/main" id="{81736510-B2DE-B46A-5A72-9B30320ED6B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EEA985AE-8EE2-74DC-0054-CF9703E2963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" name="Ellipse 114">
              <a:extLst>
                <a:ext uri="{FF2B5EF4-FFF2-40B4-BE49-F238E27FC236}">
                  <a16:creationId xmlns:a16="http://schemas.microsoft.com/office/drawing/2014/main" id="{8B6CDADA-AC4C-329B-5DBA-E27E6487DB32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A8B4842D-59C5-73A1-543E-D442A0DEA4B8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" name="Ellipse 116">
              <a:extLst>
                <a:ext uri="{FF2B5EF4-FFF2-40B4-BE49-F238E27FC236}">
                  <a16:creationId xmlns:a16="http://schemas.microsoft.com/office/drawing/2014/main" id="{31672C7F-0884-99F8-8FAD-B337FBE32668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6268EB5B-0E7D-781E-4EED-47A50D28EB3E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" name="Ellipse 118">
              <a:extLst>
                <a:ext uri="{FF2B5EF4-FFF2-40B4-BE49-F238E27FC236}">
                  <a16:creationId xmlns:a16="http://schemas.microsoft.com/office/drawing/2014/main" id="{10F00B31-0B77-DE1D-6ABE-10568C860765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448E7501-CEDE-D72B-717E-C282F5B1A9BD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3EC71D15-0067-2FC0-EC6E-F0DA3B163611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2825F0A3-7DE5-E078-A420-E1B6A35E4ACB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1123543E-CBB0-C4A0-04CB-EBB2E2E899D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5017D1D6-DC86-7CD8-BCFD-CAAA14A46B1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0033AE9D-7FA9-E2A3-6DDF-D5F67F98CAF2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6" name="Ellipse 125">
              <a:extLst>
                <a:ext uri="{FF2B5EF4-FFF2-40B4-BE49-F238E27FC236}">
                  <a16:creationId xmlns:a16="http://schemas.microsoft.com/office/drawing/2014/main" id="{8400A037-40DC-E373-C8D8-AD5944D713A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7" name="Ellipse 126">
              <a:extLst>
                <a:ext uri="{FF2B5EF4-FFF2-40B4-BE49-F238E27FC236}">
                  <a16:creationId xmlns:a16="http://schemas.microsoft.com/office/drawing/2014/main" id="{961AD9CE-8520-89CF-64ED-3574201688E8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8" name="Ellipse 127">
              <a:extLst>
                <a:ext uri="{FF2B5EF4-FFF2-40B4-BE49-F238E27FC236}">
                  <a16:creationId xmlns:a16="http://schemas.microsoft.com/office/drawing/2014/main" id="{A43415F9-484B-6CF1-1900-0E547328BA73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DACE5737-1117-BF34-ECFD-64B345D9F89A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5598B4F6-B115-E2EE-5995-B5931DEF9F91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D76F051B-11C9-16C1-97FB-F340393437E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786110BC-C541-6FDC-6E69-E633BAC860B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133" name="Grafik 132">
            <a:extLst>
              <a:ext uri="{FF2B5EF4-FFF2-40B4-BE49-F238E27FC236}">
                <a16:creationId xmlns:a16="http://schemas.microsoft.com/office/drawing/2014/main" id="{6BEE164E-42CB-28F8-102E-BA8B2A6CAD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 flipH="1">
            <a:off x="4604856" y="7242800"/>
            <a:ext cx="1591374" cy="1190084"/>
          </a:xfrm>
          <a:prstGeom prst="rect">
            <a:avLst/>
          </a:prstGeom>
        </p:spPr>
      </p:pic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93C68318-0DA9-1BCF-3377-378AA56DBFAF}"/>
              </a:ext>
            </a:extLst>
          </p:cNvPr>
          <p:cNvGrpSpPr/>
          <p:nvPr/>
        </p:nvGrpSpPr>
        <p:grpSpPr>
          <a:xfrm rot="9412871">
            <a:off x="4672180" y="5579665"/>
            <a:ext cx="2953403" cy="2665423"/>
            <a:chOff x="9535110" y="4663981"/>
            <a:chExt cx="2953403" cy="2665423"/>
          </a:xfrm>
        </p:grpSpPr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CC19915E-876C-CDF9-39C5-6D224428F9D4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BFCECDC2-7AA5-8387-B87F-A28207F66FA2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7" name="Ellipse 136">
              <a:extLst>
                <a:ext uri="{FF2B5EF4-FFF2-40B4-BE49-F238E27FC236}">
                  <a16:creationId xmlns:a16="http://schemas.microsoft.com/office/drawing/2014/main" id="{941BA206-0AC8-8651-1713-4EB0E7ABEBF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790AA228-D892-F563-0133-A7B1807F69FD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6E8F30EB-C5A2-F137-56D2-A9DC2D4A4F5C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0" name="Ellipse 139">
              <a:extLst>
                <a:ext uri="{FF2B5EF4-FFF2-40B4-BE49-F238E27FC236}">
                  <a16:creationId xmlns:a16="http://schemas.microsoft.com/office/drawing/2014/main" id="{907824BB-126C-B396-7A16-6FD0E3E01470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7A0FF3AE-29A9-E3A0-3BD8-30503EB99B2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51503583-2FFE-10D4-1B90-15F9AD0FA99A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3" name="Ellipse 142">
              <a:extLst>
                <a:ext uri="{FF2B5EF4-FFF2-40B4-BE49-F238E27FC236}">
                  <a16:creationId xmlns:a16="http://schemas.microsoft.com/office/drawing/2014/main" id="{4D597D0A-ED60-3BF1-8657-92D88F699154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8C7B853D-9735-850A-372C-CB6E2A66FE9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5" name="Ellipse 144">
              <a:extLst>
                <a:ext uri="{FF2B5EF4-FFF2-40B4-BE49-F238E27FC236}">
                  <a16:creationId xmlns:a16="http://schemas.microsoft.com/office/drawing/2014/main" id="{6E91EBDC-902D-BE5E-BFC7-446CFE2E3436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43E601C8-3A28-26D6-A8B8-C423EFEA794B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7" name="Ellipse 146">
              <a:extLst>
                <a:ext uri="{FF2B5EF4-FFF2-40B4-BE49-F238E27FC236}">
                  <a16:creationId xmlns:a16="http://schemas.microsoft.com/office/drawing/2014/main" id="{5E861B2A-6C5D-8D1B-B9D3-B00904E6B948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8" name="Ellipse 147">
              <a:extLst>
                <a:ext uri="{FF2B5EF4-FFF2-40B4-BE49-F238E27FC236}">
                  <a16:creationId xmlns:a16="http://schemas.microsoft.com/office/drawing/2014/main" id="{94F9D362-D2DA-33C9-ABBB-E02859458840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9" name="Ellipse 148">
              <a:extLst>
                <a:ext uri="{FF2B5EF4-FFF2-40B4-BE49-F238E27FC236}">
                  <a16:creationId xmlns:a16="http://schemas.microsoft.com/office/drawing/2014/main" id="{E6884446-9D80-8BAC-B9F2-EBA3BEE6A2A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0" name="Ellipse 149">
              <a:extLst>
                <a:ext uri="{FF2B5EF4-FFF2-40B4-BE49-F238E27FC236}">
                  <a16:creationId xmlns:a16="http://schemas.microsoft.com/office/drawing/2014/main" id="{911461E7-6FE0-9BED-C5F5-8B6AEA566A51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1" name="Ellipse 150">
              <a:extLst>
                <a:ext uri="{FF2B5EF4-FFF2-40B4-BE49-F238E27FC236}">
                  <a16:creationId xmlns:a16="http://schemas.microsoft.com/office/drawing/2014/main" id="{B009AB69-F6AD-D72B-9CC9-615C36E7D4F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2" name="Ellipse 151">
              <a:extLst>
                <a:ext uri="{FF2B5EF4-FFF2-40B4-BE49-F238E27FC236}">
                  <a16:creationId xmlns:a16="http://schemas.microsoft.com/office/drawing/2014/main" id="{8247737B-F8A7-E5FB-FACE-C2DB1D5F15E8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747CDD99-F104-6120-8F56-B574BC9083E7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4" name="Ellipse 153">
              <a:extLst>
                <a:ext uri="{FF2B5EF4-FFF2-40B4-BE49-F238E27FC236}">
                  <a16:creationId xmlns:a16="http://schemas.microsoft.com/office/drawing/2014/main" id="{00E7D2B5-0F35-5FBE-F3CF-C7C355F1DAB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5" name="Ellipse 154">
              <a:extLst>
                <a:ext uri="{FF2B5EF4-FFF2-40B4-BE49-F238E27FC236}">
                  <a16:creationId xmlns:a16="http://schemas.microsoft.com/office/drawing/2014/main" id="{BA46D33B-D158-6B66-C029-FAA26E115513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116B78D2-05A1-0487-6135-77A1DA703088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72CD923E-AF29-03BB-591D-735D097567A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91A2DAED-9039-A6E5-9025-5710FCE0F1A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9F22B741-84E1-7534-EE22-49F209681A8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AF26BD02-FF28-9BB1-D711-BE846F44CC13}"/>
              </a:ext>
            </a:extLst>
          </p:cNvPr>
          <p:cNvGrpSpPr/>
          <p:nvPr/>
        </p:nvGrpSpPr>
        <p:grpSpPr>
          <a:xfrm rot="19191760" flipV="1">
            <a:off x="4521749" y="4350398"/>
            <a:ext cx="2953403" cy="2665423"/>
            <a:chOff x="9535110" y="4663981"/>
            <a:chExt cx="2953403" cy="2665423"/>
          </a:xfrm>
        </p:grpSpPr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0F2336CA-F2F9-0A04-78FE-DA9D8348965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2" name="Ellipse 161">
              <a:extLst>
                <a:ext uri="{FF2B5EF4-FFF2-40B4-BE49-F238E27FC236}">
                  <a16:creationId xmlns:a16="http://schemas.microsoft.com/office/drawing/2014/main" id="{A37A526E-487C-7ED2-08B3-1EAD98D8D44B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04275869-DD7B-2907-A561-FED740C8C293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4" name="Ellipse 163">
              <a:extLst>
                <a:ext uri="{FF2B5EF4-FFF2-40B4-BE49-F238E27FC236}">
                  <a16:creationId xmlns:a16="http://schemas.microsoft.com/office/drawing/2014/main" id="{006256B9-526B-61F6-22AB-4BA29A4E0FCB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5" name="Ellipse 164">
              <a:extLst>
                <a:ext uri="{FF2B5EF4-FFF2-40B4-BE49-F238E27FC236}">
                  <a16:creationId xmlns:a16="http://schemas.microsoft.com/office/drawing/2014/main" id="{DE2D52E3-CBA5-D712-A58B-06A34CF68E4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E44A2DAF-BE09-3ABB-FBAD-8E76FF39F44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7" name="Ellipse 166">
              <a:extLst>
                <a:ext uri="{FF2B5EF4-FFF2-40B4-BE49-F238E27FC236}">
                  <a16:creationId xmlns:a16="http://schemas.microsoft.com/office/drawing/2014/main" id="{49C9C55D-9A40-52D4-CDBD-EB797CB604A1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22CBD06F-5523-120E-BAE1-BBD90C7DD919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9" name="Ellipse 168">
              <a:extLst>
                <a:ext uri="{FF2B5EF4-FFF2-40B4-BE49-F238E27FC236}">
                  <a16:creationId xmlns:a16="http://schemas.microsoft.com/office/drawing/2014/main" id="{EDCB781B-2149-6E67-3C23-3C0ECF303702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4028AF3D-ABE1-9BDD-0C39-05F128A1AC3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898BA7AF-E3D4-85B1-95D4-3D8D95E3280A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E6AE16BA-8603-D814-E68E-42504F2A9B9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3" name="Ellipse 172">
              <a:extLst>
                <a:ext uri="{FF2B5EF4-FFF2-40B4-BE49-F238E27FC236}">
                  <a16:creationId xmlns:a16="http://schemas.microsoft.com/office/drawing/2014/main" id="{CF4AC4AE-B5B8-2AD8-E57D-8E0BD6C90894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52F7F071-D4EC-A6CF-B16C-B6453D1C92B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5" name="Ellipse 174">
              <a:extLst>
                <a:ext uri="{FF2B5EF4-FFF2-40B4-BE49-F238E27FC236}">
                  <a16:creationId xmlns:a16="http://schemas.microsoft.com/office/drawing/2014/main" id="{5FB71F44-C53B-7A72-2797-44F0BEEA589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6" name="Ellipse 175">
              <a:extLst>
                <a:ext uri="{FF2B5EF4-FFF2-40B4-BE49-F238E27FC236}">
                  <a16:creationId xmlns:a16="http://schemas.microsoft.com/office/drawing/2014/main" id="{55102CB9-50EA-281A-58DD-3058D001624F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013AA3EC-29D0-454D-D598-39DFE3125C69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8" name="Ellipse 177">
              <a:extLst>
                <a:ext uri="{FF2B5EF4-FFF2-40B4-BE49-F238E27FC236}">
                  <a16:creationId xmlns:a16="http://schemas.microsoft.com/office/drawing/2014/main" id="{F2114684-5C32-8528-7320-390F16F09FE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C75C4D69-667C-C008-28DF-8215ED457B7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0" name="Ellipse 179">
              <a:extLst>
                <a:ext uri="{FF2B5EF4-FFF2-40B4-BE49-F238E27FC236}">
                  <a16:creationId xmlns:a16="http://schemas.microsoft.com/office/drawing/2014/main" id="{EAE9212D-FE19-0F4F-967E-0B9DA82A20A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1" name="Ellipse 180">
              <a:extLst>
                <a:ext uri="{FF2B5EF4-FFF2-40B4-BE49-F238E27FC236}">
                  <a16:creationId xmlns:a16="http://schemas.microsoft.com/office/drawing/2014/main" id="{431F3A43-D122-67E8-F773-FDAECC0EB15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2" name="Ellipse 181">
              <a:extLst>
                <a:ext uri="{FF2B5EF4-FFF2-40B4-BE49-F238E27FC236}">
                  <a16:creationId xmlns:a16="http://schemas.microsoft.com/office/drawing/2014/main" id="{F8D9B119-F046-712F-96A5-DCBDCC222A0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1425A6D2-ECE4-81A8-3BB9-A42F4CA601B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4" name="Ellipse 183">
              <a:extLst>
                <a:ext uri="{FF2B5EF4-FFF2-40B4-BE49-F238E27FC236}">
                  <a16:creationId xmlns:a16="http://schemas.microsoft.com/office/drawing/2014/main" id="{6306649B-7AA1-ADE4-AE2A-D38A3283440D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5DA3BCA7-8D15-A017-3C8F-FDDF0EC8F96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9CE11D0C-3C9E-69BD-BF2A-7B1B9AC92DBD}"/>
              </a:ext>
            </a:extLst>
          </p:cNvPr>
          <p:cNvGrpSpPr/>
          <p:nvPr/>
        </p:nvGrpSpPr>
        <p:grpSpPr>
          <a:xfrm>
            <a:off x="2194162" y="4621016"/>
            <a:ext cx="2953403" cy="2665423"/>
            <a:chOff x="9535110" y="4663981"/>
            <a:chExt cx="2953403" cy="2665423"/>
          </a:xfrm>
        </p:grpSpPr>
        <p:sp>
          <p:nvSpPr>
            <p:cNvPr id="187" name="Ellipse 186">
              <a:extLst>
                <a:ext uri="{FF2B5EF4-FFF2-40B4-BE49-F238E27FC236}">
                  <a16:creationId xmlns:a16="http://schemas.microsoft.com/office/drawing/2014/main" id="{50BA4B9E-6409-C141-ACE2-166068D6153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8" name="Ellipse 187">
              <a:extLst>
                <a:ext uri="{FF2B5EF4-FFF2-40B4-BE49-F238E27FC236}">
                  <a16:creationId xmlns:a16="http://schemas.microsoft.com/office/drawing/2014/main" id="{E5330FCA-77F6-EB3A-3A1E-F2B01F5DBFEA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9" name="Ellipse 188">
              <a:extLst>
                <a:ext uri="{FF2B5EF4-FFF2-40B4-BE49-F238E27FC236}">
                  <a16:creationId xmlns:a16="http://schemas.microsoft.com/office/drawing/2014/main" id="{FB5FBAE6-E345-8BCD-5D46-7A76D49E461F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0" name="Ellipse 189">
              <a:extLst>
                <a:ext uri="{FF2B5EF4-FFF2-40B4-BE49-F238E27FC236}">
                  <a16:creationId xmlns:a16="http://schemas.microsoft.com/office/drawing/2014/main" id="{CE9C437F-F043-94DA-EE4C-CC5B58C80DC8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1" name="Ellipse 190">
              <a:extLst>
                <a:ext uri="{FF2B5EF4-FFF2-40B4-BE49-F238E27FC236}">
                  <a16:creationId xmlns:a16="http://schemas.microsoft.com/office/drawing/2014/main" id="{20266608-FF8E-58B6-1BC5-B00A23163FC1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2" name="Ellipse 191">
              <a:extLst>
                <a:ext uri="{FF2B5EF4-FFF2-40B4-BE49-F238E27FC236}">
                  <a16:creationId xmlns:a16="http://schemas.microsoft.com/office/drawing/2014/main" id="{E47627D7-07CD-CAF3-F4A2-C6262FAA8D3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3" name="Ellipse 192">
              <a:extLst>
                <a:ext uri="{FF2B5EF4-FFF2-40B4-BE49-F238E27FC236}">
                  <a16:creationId xmlns:a16="http://schemas.microsoft.com/office/drawing/2014/main" id="{0C05E565-4BC9-50E9-2EA9-7C0D4F434124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4" name="Ellipse 193">
              <a:extLst>
                <a:ext uri="{FF2B5EF4-FFF2-40B4-BE49-F238E27FC236}">
                  <a16:creationId xmlns:a16="http://schemas.microsoft.com/office/drawing/2014/main" id="{D31CBC1F-4124-DACD-BC44-4FA1E9937205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5" name="Ellipse 194">
              <a:extLst>
                <a:ext uri="{FF2B5EF4-FFF2-40B4-BE49-F238E27FC236}">
                  <a16:creationId xmlns:a16="http://schemas.microsoft.com/office/drawing/2014/main" id="{A1B60E96-5E65-AC66-8F9B-8C62C7BBCFB8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6" name="Ellipse 195">
              <a:extLst>
                <a:ext uri="{FF2B5EF4-FFF2-40B4-BE49-F238E27FC236}">
                  <a16:creationId xmlns:a16="http://schemas.microsoft.com/office/drawing/2014/main" id="{256F7897-452E-CD9E-B60D-27B5BA1A7D95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7" name="Ellipse 196">
              <a:extLst>
                <a:ext uri="{FF2B5EF4-FFF2-40B4-BE49-F238E27FC236}">
                  <a16:creationId xmlns:a16="http://schemas.microsoft.com/office/drawing/2014/main" id="{BA18432E-06A9-24C5-5695-CF97B617C27E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8" name="Ellipse 197">
              <a:extLst>
                <a:ext uri="{FF2B5EF4-FFF2-40B4-BE49-F238E27FC236}">
                  <a16:creationId xmlns:a16="http://schemas.microsoft.com/office/drawing/2014/main" id="{B9AA6552-1F1D-D3BF-7455-9F7E09AD0392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AFD7DD45-6FB7-5C83-4271-32855836AE21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0" name="Ellipse 199">
              <a:extLst>
                <a:ext uri="{FF2B5EF4-FFF2-40B4-BE49-F238E27FC236}">
                  <a16:creationId xmlns:a16="http://schemas.microsoft.com/office/drawing/2014/main" id="{D6928541-5FEC-9E7C-4072-14034497FB51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1" name="Ellipse 200">
              <a:extLst>
                <a:ext uri="{FF2B5EF4-FFF2-40B4-BE49-F238E27FC236}">
                  <a16:creationId xmlns:a16="http://schemas.microsoft.com/office/drawing/2014/main" id="{58463564-47F1-1083-7842-7156BFE5F60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2" name="Ellipse 201">
              <a:extLst>
                <a:ext uri="{FF2B5EF4-FFF2-40B4-BE49-F238E27FC236}">
                  <a16:creationId xmlns:a16="http://schemas.microsoft.com/office/drawing/2014/main" id="{16D1B8CC-83B1-427B-5C37-567ECBD1235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3" name="Ellipse 202">
              <a:extLst>
                <a:ext uri="{FF2B5EF4-FFF2-40B4-BE49-F238E27FC236}">
                  <a16:creationId xmlns:a16="http://schemas.microsoft.com/office/drawing/2014/main" id="{AD9688DC-C581-29DD-F001-50EA63D1E77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4" name="Ellipse 203">
              <a:extLst>
                <a:ext uri="{FF2B5EF4-FFF2-40B4-BE49-F238E27FC236}">
                  <a16:creationId xmlns:a16="http://schemas.microsoft.com/office/drawing/2014/main" id="{7642C375-F131-D500-E3C1-6A69BC83E950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5" name="Ellipse 204">
              <a:extLst>
                <a:ext uri="{FF2B5EF4-FFF2-40B4-BE49-F238E27FC236}">
                  <a16:creationId xmlns:a16="http://schemas.microsoft.com/office/drawing/2014/main" id="{86F4DEED-1BBA-DEAF-7471-569270E07C29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9868A7CB-ED26-DE3C-10C9-F49D3EE674A9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7" name="Ellipse 206">
              <a:extLst>
                <a:ext uri="{FF2B5EF4-FFF2-40B4-BE49-F238E27FC236}">
                  <a16:creationId xmlns:a16="http://schemas.microsoft.com/office/drawing/2014/main" id="{881B755B-47CD-2714-2A6F-3E213962281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8" name="Ellipse 207">
              <a:extLst>
                <a:ext uri="{FF2B5EF4-FFF2-40B4-BE49-F238E27FC236}">
                  <a16:creationId xmlns:a16="http://schemas.microsoft.com/office/drawing/2014/main" id="{88EFC239-3244-1860-6AB2-AFE4E1BF0A06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71733C1D-9CDD-C666-0DFE-44253367751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0" name="Ellipse 209">
              <a:extLst>
                <a:ext uri="{FF2B5EF4-FFF2-40B4-BE49-F238E27FC236}">
                  <a16:creationId xmlns:a16="http://schemas.microsoft.com/office/drawing/2014/main" id="{52A8F6EE-C343-3225-C20B-AB1870D60C36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3B80FF34-C1FB-D01D-9A39-8E8ECBDBC388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38" name="Gruppieren 237">
            <a:extLst>
              <a:ext uri="{FF2B5EF4-FFF2-40B4-BE49-F238E27FC236}">
                <a16:creationId xmlns:a16="http://schemas.microsoft.com/office/drawing/2014/main" id="{9E1D096F-BA37-5707-5914-38D2B0231B5E}"/>
              </a:ext>
            </a:extLst>
          </p:cNvPr>
          <p:cNvGrpSpPr/>
          <p:nvPr/>
        </p:nvGrpSpPr>
        <p:grpSpPr>
          <a:xfrm rot="9412871">
            <a:off x="3772440" y="3309704"/>
            <a:ext cx="2953403" cy="2665423"/>
            <a:chOff x="9535110" y="4663981"/>
            <a:chExt cx="2953403" cy="2665423"/>
          </a:xfrm>
        </p:grpSpPr>
        <p:sp>
          <p:nvSpPr>
            <p:cNvPr id="239" name="Ellipse 238">
              <a:extLst>
                <a:ext uri="{FF2B5EF4-FFF2-40B4-BE49-F238E27FC236}">
                  <a16:creationId xmlns:a16="http://schemas.microsoft.com/office/drawing/2014/main" id="{1B997747-5629-ADB0-A525-0B5E9504879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0" name="Ellipse 239">
              <a:extLst>
                <a:ext uri="{FF2B5EF4-FFF2-40B4-BE49-F238E27FC236}">
                  <a16:creationId xmlns:a16="http://schemas.microsoft.com/office/drawing/2014/main" id="{68793F9E-8901-6CC8-D2E0-9B9239952AC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1" name="Ellipse 240">
              <a:extLst>
                <a:ext uri="{FF2B5EF4-FFF2-40B4-BE49-F238E27FC236}">
                  <a16:creationId xmlns:a16="http://schemas.microsoft.com/office/drawing/2014/main" id="{BE86E8E3-C876-6AB8-A38B-C24499C04F9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2" name="Ellipse 241">
              <a:extLst>
                <a:ext uri="{FF2B5EF4-FFF2-40B4-BE49-F238E27FC236}">
                  <a16:creationId xmlns:a16="http://schemas.microsoft.com/office/drawing/2014/main" id="{4A6A61DF-2FF3-BF7C-3E99-C848B210BEE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3" name="Ellipse 242">
              <a:extLst>
                <a:ext uri="{FF2B5EF4-FFF2-40B4-BE49-F238E27FC236}">
                  <a16:creationId xmlns:a16="http://schemas.microsoft.com/office/drawing/2014/main" id="{B78D1FB0-BD77-3236-C93A-A050EE97545D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4" name="Ellipse 243">
              <a:extLst>
                <a:ext uri="{FF2B5EF4-FFF2-40B4-BE49-F238E27FC236}">
                  <a16:creationId xmlns:a16="http://schemas.microsoft.com/office/drawing/2014/main" id="{DBDE90DD-F773-F469-588E-7CC7B4430AA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5" name="Ellipse 244">
              <a:extLst>
                <a:ext uri="{FF2B5EF4-FFF2-40B4-BE49-F238E27FC236}">
                  <a16:creationId xmlns:a16="http://schemas.microsoft.com/office/drawing/2014/main" id="{9FA4238A-BC60-E873-22B0-71BE09D8CD86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6" name="Ellipse 245">
              <a:extLst>
                <a:ext uri="{FF2B5EF4-FFF2-40B4-BE49-F238E27FC236}">
                  <a16:creationId xmlns:a16="http://schemas.microsoft.com/office/drawing/2014/main" id="{5B028018-A9B6-7997-1C6D-110C817A8830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7" name="Ellipse 246">
              <a:extLst>
                <a:ext uri="{FF2B5EF4-FFF2-40B4-BE49-F238E27FC236}">
                  <a16:creationId xmlns:a16="http://schemas.microsoft.com/office/drawing/2014/main" id="{41DA0B15-20E2-6032-F154-19520EC07526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8" name="Ellipse 247">
              <a:extLst>
                <a:ext uri="{FF2B5EF4-FFF2-40B4-BE49-F238E27FC236}">
                  <a16:creationId xmlns:a16="http://schemas.microsoft.com/office/drawing/2014/main" id="{B1AC9A44-103A-6B01-63AD-F9BAAA022014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9459E113-CF63-5CAC-6F64-97ACCF872DC7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0" name="Ellipse 249">
              <a:extLst>
                <a:ext uri="{FF2B5EF4-FFF2-40B4-BE49-F238E27FC236}">
                  <a16:creationId xmlns:a16="http://schemas.microsoft.com/office/drawing/2014/main" id="{99026EBA-172C-538E-03F1-B03F8E359D7B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1" name="Ellipse 250">
              <a:extLst>
                <a:ext uri="{FF2B5EF4-FFF2-40B4-BE49-F238E27FC236}">
                  <a16:creationId xmlns:a16="http://schemas.microsoft.com/office/drawing/2014/main" id="{A63A1514-9AB8-1812-F97F-CE3E6B72CD34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2" name="Ellipse 251">
              <a:extLst>
                <a:ext uri="{FF2B5EF4-FFF2-40B4-BE49-F238E27FC236}">
                  <a16:creationId xmlns:a16="http://schemas.microsoft.com/office/drawing/2014/main" id="{110C1B26-0CE5-A50F-EB62-7418CAAA1E58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3" name="Ellipse 252">
              <a:extLst>
                <a:ext uri="{FF2B5EF4-FFF2-40B4-BE49-F238E27FC236}">
                  <a16:creationId xmlns:a16="http://schemas.microsoft.com/office/drawing/2014/main" id="{9B78B74D-5AA6-5242-559E-E06AF72FE23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4" name="Ellipse 253">
              <a:extLst>
                <a:ext uri="{FF2B5EF4-FFF2-40B4-BE49-F238E27FC236}">
                  <a16:creationId xmlns:a16="http://schemas.microsoft.com/office/drawing/2014/main" id="{71D05838-BA88-4370-E675-647121D1314B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5" name="Ellipse 254">
              <a:extLst>
                <a:ext uri="{FF2B5EF4-FFF2-40B4-BE49-F238E27FC236}">
                  <a16:creationId xmlns:a16="http://schemas.microsoft.com/office/drawing/2014/main" id="{EBEC5E9A-F31A-5CAA-9629-D831A714E437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6" name="Ellipse 255">
              <a:extLst>
                <a:ext uri="{FF2B5EF4-FFF2-40B4-BE49-F238E27FC236}">
                  <a16:creationId xmlns:a16="http://schemas.microsoft.com/office/drawing/2014/main" id="{36C1CF4A-B8C4-257E-43C9-6FB4317A1A5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04B08AC5-0996-D0A1-9830-C015865C8C59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8" name="Ellipse 257">
              <a:extLst>
                <a:ext uri="{FF2B5EF4-FFF2-40B4-BE49-F238E27FC236}">
                  <a16:creationId xmlns:a16="http://schemas.microsoft.com/office/drawing/2014/main" id="{722FE81D-F509-9318-C196-BE263E86BEA8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59" name="Ellipse 258">
              <a:extLst>
                <a:ext uri="{FF2B5EF4-FFF2-40B4-BE49-F238E27FC236}">
                  <a16:creationId xmlns:a16="http://schemas.microsoft.com/office/drawing/2014/main" id="{5A6CBE6B-3A2A-F071-5CDD-32D490D561B3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0" name="Ellipse 259">
              <a:extLst>
                <a:ext uri="{FF2B5EF4-FFF2-40B4-BE49-F238E27FC236}">
                  <a16:creationId xmlns:a16="http://schemas.microsoft.com/office/drawing/2014/main" id="{0945B6E0-AD37-7573-5612-8FC7140BBF79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1" name="Ellipse 260">
              <a:extLst>
                <a:ext uri="{FF2B5EF4-FFF2-40B4-BE49-F238E27FC236}">
                  <a16:creationId xmlns:a16="http://schemas.microsoft.com/office/drawing/2014/main" id="{F70B2A63-FDB3-2EAE-202A-F4159631AA0C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CF8F3A8B-9B84-DCC3-48E8-95F096649C7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3" name="Ellipse 262">
              <a:extLst>
                <a:ext uri="{FF2B5EF4-FFF2-40B4-BE49-F238E27FC236}">
                  <a16:creationId xmlns:a16="http://schemas.microsoft.com/office/drawing/2014/main" id="{F688C900-DFE3-5717-E9E6-540DF777C2B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65FFDDA-BFB4-B1C4-6FF6-853A31F4B767}"/>
              </a:ext>
            </a:extLst>
          </p:cNvPr>
          <p:cNvGrpSpPr/>
          <p:nvPr/>
        </p:nvGrpSpPr>
        <p:grpSpPr>
          <a:xfrm>
            <a:off x="-324210" y="4706992"/>
            <a:ext cx="4629584" cy="2788981"/>
            <a:chOff x="-324210" y="4706992"/>
            <a:chExt cx="4629584" cy="278898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72CF5AE3-6F62-582C-E471-30A7286DB1F0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4733E19C-8476-7A79-7BEB-F16B6029BBF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6C5C0AD9-0EC0-D83E-EC01-07B7B1BB937E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6E212A14-96C5-9CCA-DE73-248A1C7ACF68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4" name="Ellipse 213">
              <a:extLst>
                <a:ext uri="{FF2B5EF4-FFF2-40B4-BE49-F238E27FC236}">
                  <a16:creationId xmlns:a16="http://schemas.microsoft.com/office/drawing/2014/main" id="{C5E1CA5E-F4F4-719E-2509-89B68526A7ED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4172E599-3EB4-0D0C-B9A2-FAF4107F9C2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2F3CCED4-DE03-C016-4394-5B38587F3A5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F0B37DAA-92CE-BEBE-7C47-46A38B5B51E3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8" name="Ellipse 217">
              <a:extLst>
                <a:ext uri="{FF2B5EF4-FFF2-40B4-BE49-F238E27FC236}">
                  <a16:creationId xmlns:a16="http://schemas.microsoft.com/office/drawing/2014/main" id="{01A05B29-26F0-E6FD-51A7-27B06998070D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9" name="Ellipse 218">
              <a:extLst>
                <a:ext uri="{FF2B5EF4-FFF2-40B4-BE49-F238E27FC236}">
                  <a16:creationId xmlns:a16="http://schemas.microsoft.com/office/drawing/2014/main" id="{B7171E76-75C2-B15E-A2A2-EFFB51AB4C01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4C75D649-05FE-0CC1-2882-8E5C311708DA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6A9F19EF-E968-F98A-BCA1-D5009A848D30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3" name="Ellipse 222">
              <a:extLst>
                <a:ext uri="{FF2B5EF4-FFF2-40B4-BE49-F238E27FC236}">
                  <a16:creationId xmlns:a16="http://schemas.microsoft.com/office/drawing/2014/main" id="{2A3E0ED6-E045-FF43-6B08-02B3170DFE38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7" name="Ellipse 226">
              <a:extLst>
                <a:ext uri="{FF2B5EF4-FFF2-40B4-BE49-F238E27FC236}">
                  <a16:creationId xmlns:a16="http://schemas.microsoft.com/office/drawing/2014/main" id="{1E3F331E-CC81-81A4-F135-3211D4A029E7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8" name="Ellipse 227">
              <a:extLst>
                <a:ext uri="{FF2B5EF4-FFF2-40B4-BE49-F238E27FC236}">
                  <a16:creationId xmlns:a16="http://schemas.microsoft.com/office/drawing/2014/main" id="{FD4B6B2E-3775-2825-DAF9-1B50C9678FA7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9" name="Ellipse 228">
              <a:extLst>
                <a:ext uri="{FF2B5EF4-FFF2-40B4-BE49-F238E27FC236}">
                  <a16:creationId xmlns:a16="http://schemas.microsoft.com/office/drawing/2014/main" id="{D320D5EE-BAD6-C89E-7217-F87900D0F9B6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0" name="Ellipse 229">
              <a:extLst>
                <a:ext uri="{FF2B5EF4-FFF2-40B4-BE49-F238E27FC236}">
                  <a16:creationId xmlns:a16="http://schemas.microsoft.com/office/drawing/2014/main" id="{7AA6B1E6-4824-F4A2-D09D-58DD60AAB873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1" name="Ellipse 230">
              <a:extLst>
                <a:ext uri="{FF2B5EF4-FFF2-40B4-BE49-F238E27FC236}">
                  <a16:creationId xmlns:a16="http://schemas.microsoft.com/office/drawing/2014/main" id="{827C5408-D922-2D59-3572-D285E20533B0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2" name="Ellipse 231">
              <a:extLst>
                <a:ext uri="{FF2B5EF4-FFF2-40B4-BE49-F238E27FC236}">
                  <a16:creationId xmlns:a16="http://schemas.microsoft.com/office/drawing/2014/main" id="{A9F76DDD-CD9F-E517-299A-C9ECAAF5ABB0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3" name="Ellipse 232">
              <a:extLst>
                <a:ext uri="{FF2B5EF4-FFF2-40B4-BE49-F238E27FC236}">
                  <a16:creationId xmlns:a16="http://schemas.microsoft.com/office/drawing/2014/main" id="{E041D804-B3D2-5C9A-03E3-25ABB2F6C9EC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4" name="Ellipse 233">
              <a:extLst>
                <a:ext uri="{FF2B5EF4-FFF2-40B4-BE49-F238E27FC236}">
                  <a16:creationId xmlns:a16="http://schemas.microsoft.com/office/drawing/2014/main" id="{71C5A3C7-7B32-F5C6-B648-AABD7A493724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C5ECC047-FCEF-9ACF-10F9-03932D647303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6" name="Ellipse 235">
              <a:extLst>
                <a:ext uri="{FF2B5EF4-FFF2-40B4-BE49-F238E27FC236}">
                  <a16:creationId xmlns:a16="http://schemas.microsoft.com/office/drawing/2014/main" id="{560545AF-34D6-697B-4EE4-5BD05E05431C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37" name="Ellipse 236">
              <a:extLst>
                <a:ext uri="{FF2B5EF4-FFF2-40B4-BE49-F238E27FC236}">
                  <a16:creationId xmlns:a16="http://schemas.microsoft.com/office/drawing/2014/main" id="{BCFB9394-669C-4E08-9B56-8A253A1F9978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4" name="Ellipse 263">
              <a:extLst>
                <a:ext uri="{FF2B5EF4-FFF2-40B4-BE49-F238E27FC236}">
                  <a16:creationId xmlns:a16="http://schemas.microsoft.com/office/drawing/2014/main" id="{38BB9797-8344-62D9-435B-4310FDE349A7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5" name="Ellipse 264">
              <a:extLst>
                <a:ext uri="{FF2B5EF4-FFF2-40B4-BE49-F238E27FC236}">
                  <a16:creationId xmlns:a16="http://schemas.microsoft.com/office/drawing/2014/main" id="{FA5D18B7-3736-C50F-C0AF-D76DE2BD1A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6" name="Ellipse 265">
              <a:extLst>
                <a:ext uri="{FF2B5EF4-FFF2-40B4-BE49-F238E27FC236}">
                  <a16:creationId xmlns:a16="http://schemas.microsoft.com/office/drawing/2014/main" id="{E12874B2-3CD0-8E49-26B9-DA0D70ECF49A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7" name="Ellipse 266">
              <a:extLst>
                <a:ext uri="{FF2B5EF4-FFF2-40B4-BE49-F238E27FC236}">
                  <a16:creationId xmlns:a16="http://schemas.microsoft.com/office/drawing/2014/main" id="{D6DF41DE-ECF3-8DB8-3003-C3AE2D84D3F5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12" name="Gruppieren 211">
            <a:extLst>
              <a:ext uri="{FF2B5EF4-FFF2-40B4-BE49-F238E27FC236}">
                <a16:creationId xmlns:a16="http://schemas.microsoft.com/office/drawing/2014/main" id="{4785E4A5-42E6-5232-1BAA-5C52498E54FC}"/>
              </a:ext>
            </a:extLst>
          </p:cNvPr>
          <p:cNvGrpSpPr/>
          <p:nvPr/>
        </p:nvGrpSpPr>
        <p:grpSpPr>
          <a:xfrm rot="10800000">
            <a:off x="464530" y="4166517"/>
            <a:ext cx="4629584" cy="2788981"/>
            <a:chOff x="-324210" y="4706992"/>
            <a:chExt cx="4629584" cy="2788981"/>
          </a:xfrm>
        </p:grpSpPr>
        <p:sp>
          <p:nvSpPr>
            <p:cNvPr id="221" name="Ellipse 220">
              <a:extLst>
                <a:ext uri="{FF2B5EF4-FFF2-40B4-BE49-F238E27FC236}">
                  <a16:creationId xmlns:a16="http://schemas.microsoft.com/office/drawing/2014/main" id="{39583E6D-B5B8-BEA1-3621-28A44888FD44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4" name="Ellipse 223">
              <a:extLst>
                <a:ext uri="{FF2B5EF4-FFF2-40B4-BE49-F238E27FC236}">
                  <a16:creationId xmlns:a16="http://schemas.microsoft.com/office/drawing/2014/main" id="{ADBF7BEB-F710-4478-E441-74D26A294207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5" name="Ellipse 224">
              <a:extLst>
                <a:ext uri="{FF2B5EF4-FFF2-40B4-BE49-F238E27FC236}">
                  <a16:creationId xmlns:a16="http://schemas.microsoft.com/office/drawing/2014/main" id="{EA41BA9B-D7FA-AE98-96F5-0749FFE10B03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6" name="Ellipse 225">
              <a:extLst>
                <a:ext uri="{FF2B5EF4-FFF2-40B4-BE49-F238E27FC236}">
                  <a16:creationId xmlns:a16="http://schemas.microsoft.com/office/drawing/2014/main" id="{F0BCFCBD-D7B1-0143-077D-759E8CC79581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8" name="Ellipse 267">
              <a:extLst>
                <a:ext uri="{FF2B5EF4-FFF2-40B4-BE49-F238E27FC236}">
                  <a16:creationId xmlns:a16="http://schemas.microsoft.com/office/drawing/2014/main" id="{A112F99E-BCF1-7E92-793C-674E65795153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9" name="Ellipse 268">
              <a:extLst>
                <a:ext uri="{FF2B5EF4-FFF2-40B4-BE49-F238E27FC236}">
                  <a16:creationId xmlns:a16="http://schemas.microsoft.com/office/drawing/2014/main" id="{A6BC01C2-6018-CF31-397A-D92180770F7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0" name="Ellipse 269">
              <a:extLst>
                <a:ext uri="{FF2B5EF4-FFF2-40B4-BE49-F238E27FC236}">
                  <a16:creationId xmlns:a16="http://schemas.microsoft.com/office/drawing/2014/main" id="{572F8818-A479-6F01-18A1-8FFA13B0D697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1" name="Ellipse 270">
              <a:extLst>
                <a:ext uri="{FF2B5EF4-FFF2-40B4-BE49-F238E27FC236}">
                  <a16:creationId xmlns:a16="http://schemas.microsoft.com/office/drawing/2014/main" id="{F925AF72-21CF-D0DC-71A4-C65EBDB2CA44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2" name="Ellipse 271">
              <a:extLst>
                <a:ext uri="{FF2B5EF4-FFF2-40B4-BE49-F238E27FC236}">
                  <a16:creationId xmlns:a16="http://schemas.microsoft.com/office/drawing/2014/main" id="{AE9768FC-571E-27B7-8153-F65F4BC9F36A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3" name="Ellipse 272">
              <a:extLst>
                <a:ext uri="{FF2B5EF4-FFF2-40B4-BE49-F238E27FC236}">
                  <a16:creationId xmlns:a16="http://schemas.microsoft.com/office/drawing/2014/main" id="{DF49D3C6-28CC-AC96-43A2-CC5A843840D0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4" name="Ellipse 273">
              <a:extLst>
                <a:ext uri="{FF2B5EF4-FFF2-40B4-BE49-F238E27FC236}">
                  <a16:creationId xmlns:a16="http://schemas.microsoft.com/office/drawing/2014/main" id="{B393AA75-2B43-0B09-0025-EBD5D697C98C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5" name="Ellipse 274">
              <a:extLst>
                <a:ext uri="{FF2B5EF4-FFF2-40B4-BE49-F238E27FC236}">
                  <a16:creationId xmlns:a16="http://schemas.microsoft.com/office/drawing/2014/main" id="{AE955DA8-F8FB-57EC-968B-B5BA5D5BD60B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6" name="Ellipse 275">
              <a:extLst>
                <a:ext uri="{FF2B5EF4-FFF2-40B4-BE49-F238E27FC236}">
                  <a16:creationId xmlns:a16="http://schemas.microsoft.com/office/drawing/2014/main" id="{CDC3CFAE-68E4-CE7A-6382-01D2EC6FD909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7" name="Ellipse 276">
              <a:extLst>
                <a:ext uri="{FF2B5EF4-FFF2-40B4-BE49-F238E27FC236}">
                  <a16:creationId xmlns:a16="http://schemas.microsoft.com/office/drawing/2014/main" id="{0DF1242F-C5F4-D23E-06B7-7D2356A4B0BC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8" name="Ellipse 277">
              <a:extLst>
                <a:ext uri="{FF2B5EF4-FFF2-40B4-BE49-F238E27FC236}">
                  <a16:creationId xmlns:a16="http://schemas.microsoft.com/office/drawing/2014/main" id="{2B8F6BC3-BC14-5C2B-0B6B-8F0AEC5E0059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79" name="Ellipse 278">
              <a:extLst>
                <a:ext uri="{FF2B5EF4-FFF2-40B4-BE49-F238E27FC236}">
                  <a16:creationId xmlns:a16="http://schemas.microsoft.com/office/drawing/2014/main" id="{63F4666E-65C8-A4CB-893C-8A83F6F5160E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0" name="Ellipse 279">
              <a:extLst>
                <a:ext uri="{FF2B5EF4-FFF2-40B4-BE49-F238E27FC236}">
                  <a16:creationId xmlns:a16="http://schemas.microsoft.com/office/drawing/2014/main" id="{97F62468-448D-8BD0-9954-342E8A0033F5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1" name="Ellipse 280">
              <a:extLst>
                <a:ext uri="{FF2B5EF4-FFF2-40B4-BE49-F238E27FC236}">
                  <a16:creationId xmlns:a16="http://schemas.microsoft.com/office/drawing/2014/main" id="{22D8E5E0-932C-A738-9AAC-2A184CE55808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2" name="Ellipse 281">
              <a:extLst>
                <a:ext uri="{FF2B5EF4-FFF2-40B4-BE49-F238E27FC236}">
                  <a16:creationId xmlns:a16="http://schemas.microsoft.com/office/drawing/2014/main" id="{13429B3E-FF68-D8BC-3BE0-8511E5C7FE9A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3" name="Ellipse 282">
              <a:extLst>
                <a:ext uri="{FF2B5EF4-FFF2-40B4-BE49-F238E27FC236}">
                  <a16:creationId xmlns:a16="http://schemas.microsoft.com/office/drawing/2014/main" id="{CACB2279-9125-11A0-A825-334BDD777F64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4" name="Ellipse 283">
              <a:extLst>
                <a:ext uri="{FF2B5EF4-FFF2-40B4-BE49-F238E27FC236}">
                  <a16:creationId xmlns:a16="http://schemas.microsoft.com/office/drawing/2014/main" id="{28FAE4F3-99CA-AEF8-BA30-9FB8CC8F7EA6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5" name="Ellipse 284">
              <a:extLst>
                <a:ext uri="{FF2B5EF4-FFF2-40B4-BE49-F238E27FC236}">
                  <a16:creationId xmlns:a16="http://schemas.microsoft.com/office/drawing/2014/main" id="{C2CDF820-DEE0-BE3B-67C1-73DF82E39985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6" name="Ellipse 285">
              <a:extLst>
                <a:ext uri="{FF2B5EF4-FFF2-40B4-BE49-F238E27FC236}">
                  <a16:creationId xmlns:a16="http://schemas.microsoft.com/office/drawing/2014/main" id="{5EF8E7A0-70A0-7D69-D01A-2216FEB2D404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7" name="Ellipse 286">
              <a:extLst>
                <a:ext uri="{FF2B5EF4-FFF2-40B4-BE49-F238E27FC236}">
                  <a16:creationId xmlns:a16="http://schemas.microsoft.com/office/drawing/2014/main" id="{AE60AFF9-C29D-E910-3793-A4B5C450E1A6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8" name="Ellipse 287">
              <a:extLst>
                <a:ext uri="{FF2B5EF4-FFF2-40B4-BE49-F238E27FC236}">
                  <a16:creationId xmlns:a16="http://schemas.microsoft.com/office/drawing/2014/main" id="{635651D7-EC4C-8E80-8B33-A8F03464C218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9" name="Ellipse 288">
              <a:extLst>
                <a:ext uri="{FF2B5EF4-FFF2-40B4-BE49-F238E27FC236}">
                  <a16:creationId xmlns:a16="http://schemas.microsoft.com/office/drawing/2014/main" id="{3DEBAB8B-E892-0659-CB23-313C19388C39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0" name="Ellipse 289">
              <a:extLst>
                <a:ext uri="{FF2B5EF4-FFF2-40B4-BE49-F238E27FC236}">
                  <a16:creationId xmlns:a16="http://schemas.microsoft.com/office/drawing/2014/main" id="{57815560-5DF4-8836-3203-C356BF7D6775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1" name="Ellipse 290">
              <a:extLst>
                <a:ext uri="{FF2B5EF4-FFF2-40B4-BE49-F238E27FC236}">
                  <a16:creationId xmlns:a16="http://schemas.microsoft.com/office/drawing/2014/main" id="{649C5B97-8175-9328-3493-DE124F8FF67F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93" name="Ellipse 292">
            <a:extLst>
              <a:ext uri="{FF2B5EF4-FFF2-40B4-BE49-F238E27FC236}">
                <a16:creationId xmlns:a16="http://schemas.microsoft.com/office/drawing/2014/main" id="{6A691841-95E7-D399-8FDC-B344B950C813}"/>
              </a:ext>
            </a:extLst>
          </p:cNvPr>
          <p:cNvSpPr/>
          <p:nvPr/>
        </p:nvSpPr>
        <p:spPr>
          <a:xfrm rot="20212871">
            <a:off x="2248935" y="66175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4" name="Ellipse 293">
            <a:extLst>
              <a:ext uri="{FF2B5EF4-FFF2-40B4-BE49-F238E27FC236}">
                <a16:creationId xmlns:a16="http://schemas.microsoft.com/office/drawing/2014/main" id="{3DF1EF7A-F19E-B98B-7FD7-053C0951D194}"/>
              </a:ext>
            </a:extLst>
          </p:cNvPr>
          <p:cNvSpPr/>
          <p:nvPr/>
        </p:nvSpPr>
        <p:spPr>
          <a:xfrm rot="20212871">
            <a:off x="-890760" y="687743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B39A233B-C7D0-2D48-0E99-198B6481FD68}"/>
              </a:ext>
            </a:extLst>
          </p:cNvPr>
          <p:cNvSpPr/>
          <p:nvPr/>
        </p:nvSpPr>
        <p:spPr>
          <a:xfrm rot="20212871">
            <a:off x="-1306118" y="668021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520E17C-7B04-D1ED-1711-365454B1BD87}"/>
              </a:ext>
            </a:extLst>
          </p:cNvPr>
          <p:cNvSpPr/>
          <p:nvPr/>
        </p:nvSpPr>
        <p:spPr>
          <a:xfrm rot="20212871">
            <a:off x="1029509" y="584797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7" name="Ellipse 296">
            <a:extLst>
              <a:ext uri="{FF2B5EF4-FFF2-40B4-BE49-F238E27FC236}">
                <a16:creationId xmlns:a16="http://schemas.microsoft.com/office/drawing/2014/main" id="{9030FCB1-3930-08CF-9153-8A9F9BB79BD4}"/>
              </a:ext>
            </a:extLst>
          </p:cNvPr>
          <p:cNvSpPr/>
          <p:nvPr/>
        </p:nvSpPr>
        <p:spPr>
          <a:xfrm rot="20212871">
            <a:off x="1046871" y="548451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8" name="Ellipse 297">
            <a:extLst>
              <a:ext uri="{FF2B5EF4-FFF2-40B4-BE49-F238E27FC236}">
                <a16:creationId xmlns:a16="http://schemas.microsoft.com/office/drawing/2014/main" id="{D33CEAF7-8E68-51F3-FA35-1D11743791ED}"/>
              </a:ext>
            </a:extLst>
          </p:cNvPr>
          <p:cNvSpPr/>
          <p:nvPr/>
        </p:nvSpPr>
        <p:spPr>
          <a:xfrm rot="20212871">
            <a:off x="855542" y="516573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9" name="Ellipse 298">
            <a:extLst>
              <a:ext uri="{FF2B5EF4-FFF2-40B4-BE49-F238E27FC236}">
                <a16:creationId xmlns:a16="http://schemas.microsoft.com/office/drawing/2014/main" id="{40CB7E9D-BA46-9E23-DE45-B7927641BE07}"/>
              </a:ext>
            </a:extLst>
          </p:cNvPr>
          <p:cNvSpPr/>
          <p:nvPr/>
        </p:nvSpPr>
        <p:spPr>
          <a:xfrm rot="20212871">
            <a:off x="918959" y="615525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FD6F0B3F-2CBE-E163-3E65-7D50A9659A0A}"/>
              </a:ext>
            </a:extLst>
          </p:cNvPr>
          <p:cNvSpPr/>
          <p:nvPr/>
        </p:nvSpPr>
        <p:spPr>
          <a:xfrm rot="20212871">
            <a:off x="747441" y="597991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97ED4B6C-6D8E-7F1F-41FB-46D0C094F1E7}"/>
              </a:ext>
            </a:extLst>
          </p:cNvPr>
          <p:cNvSpPr/>
          <p:nvPr/>
        </p:nvSpPr>
        <p:spPr>
          <a:xfrm rot="20212871">
            <a:off x="785118" y="572199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2" name="Ellipse 301">
            <a:extLst>
              <a:ext uri="{FF2B5EF4-FFF2-40B4-BE49-F238E27FC236}">
                <a16:creationId xmlns:a16="http://schemas.microsoft.com/office/drawing/2014/main" id="{E3D32D63-D3F6-189C-B890-048292EA859C}"/>
              </a:ext>
            </a:extLst>
          </p:cNvPr>
          <p:cNvSpPr/>
          <p:nvPr/>
        </p:nvSpPr>
        <p:spPr>
          <a:xfrm rot="20212871">
            <a:off x="423903" y="50644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3" name="Ellipse 302">
            <a:extLst>
              <a:ext uri="{FF2B5EF4-FFF2-40B4-BE49-F238E27FC236}">
                <a16:creationId xmlns:a16="http://schemas.microsoft.com/office/drawing/2014/main" id="{028FF8CE-6009-77A6-7D6A-B7E399B3F736}"/>
              </a:ext>
            </a:extLst>
          </p:cNvPr>
          <p:cNvSpPr/>
          <p:nvPr/>
        </p:nvSpPr>
        <p:spPr>
          <a:xfrm rot="20212871">
            <a:off x="359390" y="61724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4" name="Ellipse 303">
            <a:extLst>
              <a:ext uri="{FF2B5EF4-FFF2-40B4-BE49-F238E27FC236}">
                <a16:creationId xmlns:a16="http://schemas.microsoft.com/office/drawing/2014/main" id="{41410EA5-A2AB-4B5B-3B9C-0A5B3D1D3F68}"/>
              </a:ext>
            </a:extLst>
          </p:cNvPr>
          <p:cNvSpPr/>
          <p:nvPr/>
        </p:nvSpPr>
        <p:spPr>
          <a:xfrm rot="20212871">
            <a:off x="459003" y="54928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5" name="Ellipse 304">
            <a:extLst>
              <a:ext uri="{FF2B5EF4-FFF2-40B4-BE49-F238E27FC236}">
                <a16:creationId xmlns:a16="http://schemas.microsoft.com/office/drawing/2014/main" id="{68946DDF-A85E-6A6F-C0A5-7A1565DBCA12}"/>
              </a:ext>
            </a:extLst>
          </p:cNvPr>
          <p:cNvSpPr/>
          <p:nvPr/>
        </p:nvSpPr>
        <p:spPr>
          <a:xfrm rot="20212871">
            <a:off x="215236" y="577161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9AA26EC9-83DD-EE81-1518-AD83FA7B64F7}"/>
              </a:ext>
            </a:extLst>
          </p:cNvPr>
          <p:cNvSpPr/>
          <p:nvPr/>
        </p:nvSpPr>
        <p:spPr>
          <a:xfrm rot="20212871">
            <a:off x="27655" y="503997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3355C62B-5FD1-2BF1-C8A9-7EEC8828C412}"/>
              </a:ext>
            </a:extLst>
          </p:cNvPr>
          <p:cNvSpPr/>
          <p:nvPr/>
        </p:nvSpPr>
        <p:spPr>
          <a:xfrm rot="20212871">
            <a:off x="-24381" y="533049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8" name="Ellipse 307">
            <a:extLst>
              <a:ext uri="{FF2B5EF4-FFF2-40B4-BE49-F238E27FC236}">
                <a16:creationId xmlns:a16="http://schemas.microsoft.com/office/drawing/2014/main" id="{2E1F5182-530A-D3E1-D20F-4DD88E6E7F64}"/>
              </a:ext>
            </a:extLst>
          </p:cNvPr>
          <p:cNvSpPr/>
          <p:nvPr/>
        </p:nvSpPr>
        <p:spPr>
          <a:xfrm rot="20212871">
            <a:off x="-221144" y="568353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8381269D-8E0D-78D0-5943-E8BF864AD2EE}"/>
              </a:ext>
            </a:extLst>
          </p:cNvPr>
          <p:cNvSpPr/>
          <p:nvPr/>
        </p:nvSpPr>
        <p:spPr>
          <a:xfrm rot="20212871">
            <a:off x="-215388" y="617321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9D3ED30E-4210-CAA4-DE56-DC78A3B8BEFA}"/>
              </a:ext>
            </a:extLst>
          </p:cNvPr>
          <p:cNvSpPr/>
          <p:nvPr/>
        </p:nvSpPr>
        <p:spPr>
          <a:xfrm rot="20212871">
            <a:off x="-460425" y="651216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1" name="Ellipse 310">
            <a:extLst>
              <a:ext uri="{FF2B5EF4-FFF2-40B4-BE49-F238E27FC236}">
                <a16:creationId xmlns:a16="http://schemas.microsoft.com/office/drawing/2014/main" id="{BEC665D7-E531-D4CD-3DC4-ED95A9126E65}"/>
              </a:ext>
            </a:extLst>
          </p:cNvPr>
          <p:cNvSpPr/>
          <p:nvPr/>
        </p:nvSpPr>
        <p:spPr>
          <a:xfrm rot="20212871">
            <a:off x="-602484" y="611634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2" name="Ellipse 311">
            <a:extLst>
              <a:ext uri="{FF2B5EF4-FFF2-40B4-BE49-F238E27FC236}">
                <a16:creationId xmlns:a16="http://schemas.microsoft.com/office/drawing/2014/main" id="{3769AA85-64A2-28AB-65DD-B82CE9416628}"/>
              </a:ext>
            </a:extLst>
          </p:cNvPr>
          <p:cNvSpPr/>
          <p:nvPr/>
        </p:nvSpPr>
        <p:spPr>
          <a:xfrm rot="20212871">
            <a:off x="-731358" y="574470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D928BA3F-41A3-9F92-344E-4FA871551327}"/>
              </a:ext>
            </a:extLst>
          </p:cNvPr>
          <p:cNvSpPr/>
          <p:nvPr/>
        </p:nvSpPr>
        <p:spPr>
          <a:xfrm rot="20212871">
            <a:off x="-1232001" y="577142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E5BDDA88-38B5-31BE-FC9B-1A8E38162A50}"/>
              </a:ext>
            </a:extLst>
          </p:cNvPr>
          <p:cNvSpPr/>
          <p:nvPr/>
        </p:nvSpPr>
        <p:spPr>
          <a:xfrm rot="20212871">
            <a:off x="-1060058" y="604732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5" name="Ellipse 314">
            <a:extLst>
              <a:ext uri="{FF2B5EF4-FFF2-40B4-BE49-F238E27FC236}">
                <a16:creationId xmlns:a16="http://schemas.microsoft.com/office/drawing/2014/main" id="{ADD5E451-E460-63DB-FF1B-004C5ACF7B35}"/>
              </a:ext>
            </a:extLst>
          </p:cNvPr>
          <p:cNvSpPr/>
          <p:nvPr/>
        </p:nvSpPr>
        <p:spPr>
          <a:xfrm rot="20212871">
            <a:off x="-977642" y="624037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B4DB49DC-893A-A03A-3E40-64444B47406D}"/>
              </a:ext>
            </a:extLst>
          </p:cNvPr>
          <p:cNvSpPr/>
          <p:nvPr/>
        </p:nvSpPr>
        <p:spPr>
          <a:xfrm rot="20212871">
            <a:off x="-929780" y="644817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7" name="Ellipse 316">
            <a:extLst>
              <a:ext uri="{FF2B5EF4-FFF2-40B4-BE49-F238E27FC236}">
                <a16:creationId xmlns:a16="http://schemas.microsoft.com/office/drawing/2014/main" id="{2EC05E96-8A37-02CC-7D92-EB0D444C043A}"/>
              </a:ext>
            </a:extLst>
          </p:cNvPr>
          <p:cNvSpPr/>
          <p:nvPr/>
        </p:nvSpPr>
        <p:spPr>
          <a:xfrm rot="20212871">
            <a:off x="2194533" y="570051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8" name="Ellipse 317">
            <a:extLst>
              <a:ext uri="{FF2B5EF4-FFF2-40B4-BE49-F238E27FC236}">
                <a16:creationId xmlns:a16="http://schemas.microsoft.com/office/drawing/2014/main" id="{04880C67-0678-F3D6-4944-BC948CE16EC9}"/>
              </a:ext>
            </a:extLst>
          </p:cNvPr>
          <p:cNvSpPr/>
          <p:nvPr/>
        </p:nvSpPr>
        <p:spPr>
          <a:xfrm rot="20212871">
            <a:off x="1968335" y="542239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9" name="Ellipse 318">
            <a:extLst>
              <a:ext uri="{FF2B5EF4-FFF2-40B4-BE49-F238E27FC236}">
                <a16:creationId xmlns:a16="http://schemas.microsoft.com/office/drawing/2014/main" id="{A1187A33-9950-BBC8-3311-5CBA5EECB9DD}"/>
              </a:ext>
            </a:extLst>
          </p:cNvPr>
          <p:cNvSpPr/>
          <p:nvPr/>
        </p:nvSpPr>
        <p:spPr>
          <a:xfrm rot="20212871">
            <a:off x="1557085" y="565169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4C6EC1D3-41DD-F0D8-28E9-72CA57DE2C73}"/>
              </a:ext>
            </a:extLst>
          </p:cNvPr>
          <p:cNvSpPr/>
          <p:nvPr/>
        </p:nvSpPr>
        <p:spPr>
          <a:xfrm rot="20212871">
            <a:off x="1552977" y="522517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321" name="Gruppieren 320">
            <a:extLst>
              <a:ext uri="{FF2B5EF4-FFF2-40B4-BE49-F238E27FC236}">
                <a16:creationId xmlns:a16="http://schemas.microsoft.com/office/drawing/2014/main" id="{246ED9B0-5B5E-719B-ADFB-2947E7B2A9C5}"/>
              </a:ext>
            </a:extLst>
          </p:cNvPr>
          <p:cNvGrpSpPr/>
          <p:nvPr/>
        </p:nvGrpSpPr>
        <p:grpSpPr>
          <a:xfrm rot="10800000">
            <a:off x="-613189" y="3647214"/>
            <a:ext cx="4629584" cy="2788981"/>
            <a:chOff x="-324210" y="4706992"/>
            <a:chExt cx="4629584" cy="2788981"/>
          </a:xfrm>
        </p:grpSpPr>
        <p:sp>
          <p:nvSpPr>
            <p:cNvPr id="322" name="Ellipse 321">
              <a:extLst>
                <a:ext uri="{FF2B5EF4-FFF2-40B4-BE49-F238E27FC236}">
                  <a16:creationId xmlns:a16="http://schemas.microsoft.com/office/drawing/2014/main" id="{AC7994E6-895D-DC18-BB1E-36D3F83375EE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3" name="Ellipse 322">
              <a:extLst>
                <a:ext uri="{FF2B5EF4-FFF2-40B4-BE49-F238E27FC236}">
                  <a16:creationId xmlns:a16="http://schemas.microsoft.com/office/drawing/2014/main" id="{E9A64DF2-85B8-DEA7-4B56-B0E845658CA7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4" name="Ellipse 323">
              <a:extLst>
                <a:ext uri="{FF2B5EF4-FFF2-40B4-BE49-F238E27FC236}">
                  <a16:creationId xmlns:a16="http://schemas.microsoft.com/office/drawing/2014/main" id="{8AD60B23-E0A7-7354-E6BF-124EED3A9D3C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5" name="Ellipse 324">
              <a:extLst>
                <a:ext uri="{FF2B5EF4-FFF2-40B4-BE49-F238E27FC236}">
                  <a16:creationId xmlns:a16="http://schemas.microsoft.com/office/drawing/2014/main" id="{7C37D063-EEA0-E4E2-A69D-D4BEAA9F8447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6" name="Ellipse 325">
              <a:extLst>
                <a:ext uri="{FF2B5EF4-FFF2-40B4-BE49-F238E27FC236}">
                  <a16:creationId xmlns:a16="http://schemas.microsoft.com/office/drawing/2014/main" id="{026E8DCA-E88B-A0B9-A8E9-55E3226FB3D1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7" name="Ellipse 326">
              <a:extLst>
                <a:ext uri="{FF2B5EF4-FFF2-40B4-BE49-F238E27FC236}">
                  <a16:creationId xmlns:a16="http://schemas.microsoft.com/office/drawing/2014/main" id="{4E8865CE-2D4A-77EE-7FB4-380596CAACFB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8" name="Ellipse 327">
              <a:extLst>
                <a:ext uri="{FF2B5EF4-FFF2-40B4-BE49-F238E27FC236}">
                  <a16:creationId xmlns:a16="http://schemas.microsoft.com/office/drawing/2014/main" id="{D4B98B52-2A3F-A3D5-3710-FF35D5A94721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9" name="Ellipse 328">
              <a:extLst>
                <a:ext uri="{FF2B5EF4-FFF2-40B4-BE49-F238E27FC236}">
                  <a16:creationId xmlns:a16="http://schemas.microsoft.com/office/drawing/2014/main" id="{640D08E2-900F-9422-AB6D-8CCE63963626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0" name="Ellipse 329">
              <a:extLst>
                <a:ext uri="{FF2B5EF4-FFF2-40B4-BE49-F238E27FC236}">
                  <a16:creationId xmlns:a16="http://schemas.microsoft.com/office/drawing/2014/main" id="{3CAF9A20-229A-6E81-A385-83A4914EB7AD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1" name="Ellipse 330">
              <a:extLst>
                <a:ext uri="{FF2B5EF4-FFF2-40B4-BE49-F238E27FC236}">
                  <a16:creationId xmlns:a16="http://schemas.microsoft.com/office/drawing/2014/main" id="{A0546622-4075-EC74-E198-36D84D328886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2" name="Ellipse 331">
              <a:extLst>
                <a:ext uri="{FF2B5EF4-FFF2-40B4-BE49-F238E27FC236}">
                  <a16:creationId xmlns:a16="http://schemas.microsoft.com/office/drawing/2014/main" id="{570B19B2-1519-629D-CF61-637B6E683687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3" name="Ellipse 332">
              <a:extLst>
                <a:ext uri="{FF2B5EF4-FFF2-40B4-BE49-F238E27FC236}">
                  <a16:creationId xmlns:a16="http://schemas.microsoft.com/office/drawing/2014/main" id="{8DAC8E9C-8BCB-5D94-6629-5B1668EB6C36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4" name="Ellipse 333">
              <a:extLst>
                <a:ext uri="{FF2B5EF4-FFF2-40B4-BE49-F238E27FC236}">
                  <a16:creationId xmlns:a16="http://schemas.microsoft.com/office/drawing/2014/main" id="{064490D1-0FDA-DA2F-F7D2-9F1DA445A895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5" name="Ellipse 334">
              <a:extLst>
                <a:ext uri="{FF2B5EF4-FFF2-40B4-BE49-F238E27FC236}">
                  <a16:creationId xmlns:a16="http://schemas.microsoft.com/office/drawing/2014/main" id="{1016CA08-ACDF-AF66-433E-F5647B95E5E8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6" name="Ellipse 335">
              <a:extLst>
                <a:ext uri="{FF2B5EF4-FFF2-40B4-BE49-F238E27FC236}">
                  <a16:creationId xmlns:a16="http://schemas.microsoft.com/office/drawing/2014/main" id="{835E0C87-3A23-CAB0-D2F6-461861449878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7" name="Ellipse 336">
              <a:extLst>
                <a:ext uri="{FF2B5EF4-FFF2-40B4-BE49-F238E27FC236}">
                  <a16:creationId xmlns:a16="http://schemas.microsoft.com/office/drawing/2014/main" id="{870FCDA2-E166-D1D0-5DAE-7D3E3B0334B3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8" name="Ellipse 337">
              <a:extLst>
                <a:ext uri="{FF2B5EF4-FFF2-40B4-BE49-F238E27FC236}">
                  <a16:creationId xmlns:a16="http://schemas.microsoft.com/office/drawing/2014/main" id="{8EA6FC0B-0270-34D5-CDFA-0890B69F5399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9" name="Ellipse 338">
              <a:extLst>
                <a:ext uri="{FF2B5EF4-FFF2-40B4-BE49-F238E27FC236}">
                  <a16:creationId xmlns:a16="http://schemas.microsoft.com/office/drawing/2014/main" id="{16C3B7F3-FDF5-855E-961B-72FA910D1ECB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0" name="Ellipse 339">
              <a:extLst>
                <a:ext uri="{FF2B5EF4-FFF2-40B4-BE49-F238E27FC236}">
                  <a16:creationId xmlns:a16="http://schemas.microsoft.com/office/drawing/2014/main" id="{4A8B15E5-0054-3E23-F498-2F85D7EF77BA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1" name="Ellipse 340">
              <a:extLst>
                <a:ext uri="{FF2B5EF4-FFF2-40B4-BE49-F238E27FC236}">
                  <a16:creationId xmlns:a16="http://schemas.microsoft.com/office/drawing/2014/main" id="{B36B6F7E-9B6C-59CD-6F1B-B33CBD245FCE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2" name="Ellipse 341">
              <a:extLst>
                <a:ext uri="{FF2B5EF4-FFF2-40B4-BE49-F238E27FC236}">
                  <a16:creationId xmlns:a16="http://schemas.microsoft.com/office/drawing/2014/main" id="{8054A7AC-E363-207F-E884-84C5767E865E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3" name="Ellipse 342">
              <a:extLst>
                <a:ext uri="{FF2B5EF4-FFF2-40B4-BE49-F238E27FC236}">
                  <a16:creationId xmlns:a16="http://schemas.microsoft.com/office/drawing/2014/main" id="{C6F019D3-E9C1-49CE-0307-FF77120361AE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4" name="Ellipse 343">
              <a:extLst>
                <a:ext uri="{FF2B5EF4-FFF2-40B4-BE49-F238E27FC236}">
                  <a16:creationId xmlns:a16="http://schemas.microsoft.com/office/drawing/2014/main" id="{7E29B9DF-2F80-E427-436F-230034EC266A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5" name="Ellipse 344">
              <a:extLst>
                <a:ext uri="{FF2B5EF4-FFF2-40B4-BE49-F238E27FC236}">
                  <a16:creationId xmlns:a16="http://schemas.microsoft.com/office/drawing/2014/main" id="{761AAEAD-ED05-F854-188F-BBC990A4185F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6" name="Ellipse 345">
              <a:extLst>
                <a:ext uri="{FF2B5EF4-FFF2-40B4-BE49-F238E27FC236}">
                  <a16:creationId xmlns:a16="http://schemas.microsoft.com/office/drawing/2014/main" id="{29676541-512D-2B15-58CB-180A9255350C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7" name="Ellipse 346">
              <a:extLst>
                <a:ext uri="{FF2B5EF4-FFF2-40B4-BE49-F238E27FC236}">
                  <a16:creationId xmlns:a16="http://schemas.microsoft.com/office/drawing/2014/main" id="{5D1E2602-797B-07CC-9A21-9B8A83CC8ABE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8" name="Ellipse 347">
              <a:extLst>
                <a:ext uri="{FF2B5EF4-FFF2-40B4-BE49-F238E27FC236}">
                  <a16:creationId xmlns:a16="http://schemas.microsoft.com/office/drawing/2014/main" id="{4FE6193F-70A1-7F48-E8CC-497A16279A3A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9" name="Ellipse 348">
              <a:extLst>
                <a:ext uri="{FF2B5EF4-FFF2-40B4-BE49-F238E27FC236}">
                  <a16:creationId xmlns:a16="http://schemas.microsoft.com/office/drawing/2014/main" id="{34233697-BAED-0302-7C9B-95FA75C24D6B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350" name="Gruppieren 349">
            <a:extLst>
              <a:ext uri="{FF2B5EF4-FFF2-40B4-BE49-F238E27FC236}">
                <a16:creationId xmlns:a16="http://schemas.microsoft.com/office/drawing/2014/main" id="{CD27D02D-BC14-0D78-10AF-5A65B97817D4}"/>
              </a:ext>
            </a:extLst>
          </p:cNvPr>
          <p:cNvGrpSpPr/>
          <p:nvPr/>
        </p:nvGrpSpPr>
        <p:grpSpPr>
          <a:xfrm rot="17100000">
            <a:off x="-1518143" y="1485983"/>
            <a:ext cx="2953403" cy="2665423"/>
            <a:chOff x="9535110" y="4663981"/>
            <a:chExt cx="2953403" cy="2665423"/>
          </a:xfrm>
        </p:grpSpPr>
        <p:sp>
          <p:nvSpPr>
            <p:cNvPr id="351" name="Ellipse 350">
              <a:extLst>
                <a:ext uri="{FF2B5EF4-FFF2-40B4-BE49-F238E27FC236}">
                  <a16:creationId xmlns:a16="http://schemas.microsoft.com/office/drawing/2014/main" id="{53984710-A21E-D1DA-FBB1-003A8D1451A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2" name="Ellipse 351">
              <a:extLst>
                <a:ext uri="{FF2B5EF4-FFF2-40B4-BE49-F238E27FC236}">
                  <a16:creationId xmlns:a16="http://schemas.microsoft.com/office/drawing/2014/main" id="{288C8D39-E01B-C4B6-8F36-747A0C29C95C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3" name="Ellipse 352">
              <a:extLst>
                <a:ext uri="{FF2B5EF4-FFF2-40B4-BE49-F238E27FC236}">
                  <a16:creationId xmlns:a16="http://schemas.microsoft.com/office/drawing/2014/main" id="{35BC45BF-3D11-0498-E0C1-14AD3925C529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4" name="Ellipse 353">
              <a:extLst>
                <a:ext uri="{FF2B5EF4-FFF2-40B4-BE49-F238E27FC236}">
                  <a16:creationId xmlns:a16="http://schemas.microsoft.com/office/drawing/2014/main" id="{5E1A0CD6-8DBD-F588-FB7E-17739CDCAA15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5" name="Ellipse 354">
              <a:extLst>
                <a:ext uri="{FF2B5EF4-FFF2-40B4-BE49-F238E27FC236}">
                  <a16:creationId xmlns:a16="http://schemas.microsoft.com/office/drawing/2014/main" id="{FA1F0E5C-AF07-1401-EB38-A26535B6799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6" name="Ellipse 355">
              <a:extLst>
                <a:ext uri="{FF2B5EF4-FFF2-40B4-BE49-F238E27FC236}">
                  <a16:creationId xmlns:a16="http://schemas.microsoft.com/office/drawing/2014/main" id="{4CCD689D-9C4F-441E-852A-91B84C4017E8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7" name="Ellipse 356">
              <a:extLst>
                <a:ext uri="{FF2B5EF4-FFF2-40B4-BE49-F238E27FC236}">
                  <a16:creationId xmlns:a16="http://schemas.microsoft.com/office/drawing/2014/main" id="{42A1152F-5B3C-94F4-F048-06404E474905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8" name="Ellipse 357">
              <a:extLst>
                <a:ext uri="{FF2B5EF4-FFF2-40B4-BE49-F238E27FC236}">
                  <a16:creationId xmlns:a16="http://schemas.microsoft.com/office/drawing/2014/main" id="{D5E6425F-345E-0657-C01E-B658EE904B95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9" name="Ellipse 358">
              <a:extLst>
                <a:ext uri="{FF2B5EF4-FFF2-40B4-BE49-F238E27FC236}">
                  <a16:creationId xmlns:a16="http://schemas.microsoft.com/office/drawing/2014/main" id="{069D70BF-CFE1-A14C-6F54-6CD8773A8830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0" name="Ellipse 359">
              <a:extLst>
                <a:ext uri="{FF2B5EF4-FFF2-40B4-BE49-F238E27FC236}">
                  <a16:creationId xmlns:a16="http://schemas.microsoft.com/office/drawing/2014/main" id="{326D6F07-73B2-B201-FC31-C4FB85C43B20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1" name="Ellipse 360">
              <a:extLst>
                <a:ext uri="{FF2B5EF4-FFF2-40B4-BE49-F238E27FC236}">
                  <a16:creationId xmlns:a16="http://schemas.microsoft.com/office/drawing/2014/main" id="{4C37E498-04AA-2A1A-F955-D0B6D67ED0C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2" name="Ellipse 361">
              <a:extLst>
                <a:ext uri="{FF2B5EF4-FFF2-40B4-BE49-F238E27FC236}">
                  <a16:creationId xmlns:a16="http://schemas.microsoft.com/office/drawing/2014/main" id="{427D0F55-641D-46EE-8980-990309739C3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3" name="Ellipse 362">
              <a:extLst>
                <a:ext uri="{FF2B5EF4-FFF2-40B4-BE49-F238E27FC236}">
                  <a16:creationId xmlns:a16="http://schemas.microsoft.com/office/drawing/2014/main" id="{2D773D6D-8E0D-BDBA-A9CF-950C8E8C158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4" name="Ellipse 363">
              <a:extLst>
                <a:ext uri="{FF2B5EF4-FFF2-40B4-BE49-F238E27FC236}">
                  <a16:creationId xmlns:a16="http://schemas.microsoft.com/office/drawing/2014/main" id="{00FC9E7C-522C-DA03-8E87-2A8BE66C59AB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5" name="Ellipse 364">
              <a:extLst>
                <a:ext uri="{FF2B5EF4-FFF2-40B4-BE49-F238E27FC236}">
                  <a16:creationId xmlns:a16="http://schemas.microsoft.com/office/drawing/2014/main" id="{DC2F8014-3C7A-1A0D-77A2-84E7FAEBEE64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6" name="Ellipse 365">
              <a:extLst>
                <a:ext uri="{FF2B5EF4-FFF2-40B4-BE49-F238E27FC236}">
                  <a16:creationId xmlns:a16="http://schemas.microsoft.com/office/drawing/2014/main" id="{DF540E23-77B1-1131-90C8-AC493E4ABC3D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7" name="Ellipse 366">
              <a:extLst>
                <a:ext uri="{FF2B5EF4-FFF2-40B4-BE49-F238E27FC236}">
                  <a16:creationId xmlns:a16="http://schemas.microsoft.com/office/drawing/2014/main" id="{015B1647-5BDA-175A-B7FC-3A5F29AE8DC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8" name="Ellipse 367">
              <a:extLst>
                <a:ext uri="{FF2B5EF4-FFF2-40B4-BE49-F238E27FC236}">
                  <a16:creationId xmlns:a16="http://schemas.microsoft.com/office/drawing/2014/main" id="{8039B0AD-F627-55E9-35EF-3CC580A26115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9" name="Ellipse 368">
              <a:extLst>
                <a:ext uri="{FF2B5EF4-FFF2-40B4-BE49-F238E27FC236}">
                  <a16:creationId xmlns:a16="http://schemas.microsoft.com/office/drawing/2014/main" id="{494570F3-8020-69A2-D0CD-2B78DC9A94AA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0" name="Ellipse 369">
              <a:extLst>
                <a:ext uri="{FF2B5EF4-FFF2-40B4-BE49-F238E27FC236}">
                  <a16:creationId xmlns:a16="http://schemas.microsoft.com/office/drawing/2014/main" id="{E205B23A-80F5-DA4A-0AEA-94578A3634BE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1" name="Ellipse 370">
              <a:extLst>
                <a:ext uri="{FF2B5EF4-FFF2-40B4-BE49-F238E27FC236}">
                  <a16:creationId xmlns:a16="http://schemas.microsoft.com/office/drawing/2014/main" id="{AA0E84F0-0C24-05E7-0B3A-C5093AB8C6FB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2" name="Ellipse 371">
              <a:extLst>
                <a:ext uri="{FF2B5EF4-FFF2-40B4-BE49-F238E27FC236}">
                  <a16:creationId xmlns:a16="http://schemas.microsoft.com/office/drawing/2014/main" id="{C195F2D7-671C-8488-7043-D4FD5D099C5C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3" name="Ellipse 372">
              <a:extLst>
                <a:ext uri="{FF2B5EF4-FFF2-40B4-BE49-F238E27FC236}">
                  <a16:creationId xmlns:a16="http://schemas.microsoft.com/office/drawing/2014/main" id="{31E44528-38E9-BD28-8259-13A94D5A58B2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4" name="Ellipse 373">
              <a:extLst>
                <a:ext uri="{FF2B5EF4-FFF2-40B4-BE49-F238E27FC236}">
                  <a16:creationId xmlns:a16="http://schemas.microsoft.com/office/drawing/2014/main" id="{2FD295AD-C3D1-559D-4522-92E2BDF59C0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5" name="Ellipse 374">
              <a:extLst>
                <a:ext uri="{FF2B5EF4-FFF2-40B4-BE49-F238E27FC236}">
                  <a16:creationId xmlns:a16="http://schemas.microsoft.com/office/drawing/2014/main" id="{9F7D0E09-0EDA-BC80-6AA2-18B38F9651AC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376" name="Ellipse 375">
            <a:extLst>
              <a:ext uri="{FF2B5EF4-FFF2-40B4-BE49-F238E27FC236}">
                <a16:creationId xmlns:a16="http://schemas.microsoft.com/office/drawing/2014/main" id="{13464985-27E2-6E54-7218-53C49EEB4E1C}"/>
              </a:ext>
            </a:extLst>
          </p:cNvPr>
          <p:cNvSpPr/>
          <p:nvPr/>
        </p:nvSpPr>
        <p:spPr>
          <a:xfrm rot="4912871">
            <a:off x="6898118" y="476418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7" name="Ellipse 376">
            <a:extLst>
              <a:ext uri="{FF2B5EF4-FFF2-40B4-BE49-F238E27FC236}">
                <a16:creationId xmlns:a16="http://schemas.microsoft.com/office/drawing/2014/main" id="{E6327220-8381-DADA-C4C2-E1DC9E82C96E}"/>
              </a:ext>
            </a:extLst>
          </p:cNvPr>
          <p:cNvSpPr/>
          <p:nvPr/>
        </p:nvSpPr>
        <p:spPr>
          <a:xfrm rot="4912871">
            <a:off x="6880756" y="512764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8" name="Ellipse 377">
            <a:extLst>
              <a:ext uri="{FF2B5EF4-FFF2-40B4-BE49-F238E27FC236}">
                <a16:creationId xmlns:a16="http://schemas.microsoft.com/office/drawing/2014/main" id="{DD84090E-1C00-1E86-C94D-F4A59411A452}"/>
              </a:ext>
            </a:extLst>
          </p:cNvPr>
          <p:cNvSpPr/>
          <p:nvPr/>
        </p:nvSpPr>
        <p:spPr>
          <a:xfrm rot="4912871">
            <a:off x="7072085" y="544642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9" name="Ellipse 378">
            <a:extLst>
              <a:ext uri="{FF2B5EF4-FFF2-40B4-BE49-F238E27FC236}">
                <a16:creationId xmlns:a16="http://schemas.microsoft.com/office/drawing/2014/main" id="{67045E93-A97C-D1D9-161A-896196F3B9B0}"/>
              </a:ext>
            </a:extLst>
          </p:cNvPr>
          <p:cNvSpPr/>
          <p:nvPr/>
        </p:nvSpPr>
        <p:spPr>
          <a:xfrm rot="4912871">
            <a:off x="7008668" y="445690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0" name="Ellipse 379">
            <a:extLst>
              <a:ext uri="{FF2B5EF4-FFF2-40B4-BE49-F238E27FC236}">
                <a16:creationId xmlns:a16="http://schemas.microsoft.com/office/drawing/2014/main" id="{F136802F-DB56-B9D2-2130-D93773C7C5AA}"/>
              </a:ext>
            </a:extLst>
          </p:cNvPr>
          <p:cNvSpPr/>
          <p:nvPr/>
        </p:nvSpPr>
        <p:spPr>
          <a:xfrm rot="4912871">
            <a:off x="7180186" y="463223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1" name="Ellipse 380">
            <a:extLst>
              <a:ext uri="{FF2B5EF4-FFF2-40B4-BE49-F238E27FC236}">
                <a16:creationId xmlns:a16="http://schemas.microsoft.com/office/drawing/2014/main" id="{30A0ADF6-ED9B-4033-03B5-7674898C83BD}"/>
              </a:ext>
            </a:extLst>
          </p:cNvPr>
          <p:cNvSpPr/>
          <p:nvPr/>
        </p:nvSpPr>
        <p:spPr>
          <a:xfrm rot="4912871">
            <a:off x="7142509" y="48901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2" name="Ellipse 381">
            <a:extLst>
              <a:ext uri="{FF2B5EF4-FFF2-40B4-BE49-F238E27FC236}">
                <a16:creationId xmlns:a16="http://schemas.microsoft.com/office/drawing/2014/main" id="{CFE34E30-6B53-1001-FC09-6D9AF5EABE52}"/>
              </a:ext>
            </a:extLst>
          </p:cNvPr>
          <p:cNvSpPr/>
          <p:nvPr/>
        </p:nvSpPr>
        <p:spPr>
          <a:xfrm rot="4912871">
            <a:off x="7503724" y="55476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3" name="Ellipse 382">
            <a:extLst>
              <a:ext uri="{FF2B5EF4-FFF2-40B4-BE49-F238E27FC236}">
                <a16:creationId xmlns:a16="http://schemas.microsoft.com/office/drawing/2014/main" id="{40ED8570-5137-A44C-4D50-99AFDF12B16E}"/>
              </a:ext>
            </a:extLst>
          </p:cNvPr>
          <p:cNvSpPr/>
          <p:nvPr/>
        </p:nvSpPr>
        <p:spPr>
          <a:xfrm rot="4912871">
            <a:off x="7568237" y="44396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4" name="Ellipse 383">
            <a:extLst>
              <a:ext uri="{FF2B5EF4-FFF2-40B4-BE49-F238E27FC236}">
                <a16:creationId xmlns:a16="http://schemas.microsoft.com/office/drawing/2014/main" id="{04E99E9C-51F8-3AED-FD78-D24E0A4611D9}"/>
              </a:ext>
            </a:extLst>
          </p:cNvPr>
          <p:cNvSpPr/>
          <p:nvPr/>
        </p:nvSpPr>
        <p:spPr>
          <a:xfrm rot="4912871">
            <a:off x="7468624" y="51192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5" name="Ellipse 384">
            <a:extLst>
              <a:ext uri="{FF2B5EF4-FFF2-40B4-BE49-F238E27FC236}">
                <a16:creationId xmlns:a16="http://schemas.microsoft.com/office/drawing/2014/main" id="{68D8F4D7-AA85-AD89-C8D8-55EE897355A8}"/>
              </a:ext>
            </a:extLst>
          </p:cNvPr>
          <p:cNvSpPr/>
          <p:nvPr/>
        </p:nvSpPr>
        <p:spPr>
          <a:xfrm rot="4912871">
            <a:off x="7712391" y="484054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6" name="Ellipse 385">
            <a:extLst>
              <a:ext uri="{FF2B5EF4-FFF2-40B4-BE49-F238E27FC236}">
                <a16:creationId xmlns:a16="http://schemas.microsoft.com/office/drawing/2014/main" id="{5BBFFF11-8842-A149-35B7-C54BE554A8F4}"/>
              </a:ext>
            </a:extLst>
          </p:cNvPr>
          <p:cNvSpPr/>
          <p:nvPr/>
        </p:nvSpPr>
        <p:spPr>
          <a:xfrm rot="4912871">
            <a:off x="5011633" y="412764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7" name="Ellipse 386">
            <a:extLst>
              <a:ext uri="{FF2B5EF4-FFF2-40B4-BE49-F238E27FC236}">
                <a16:creationId xmlns:a16="http://schemas.microsoft.com/office/drawing/2014/main" id="{A781A794-B936-E721-A810-C4B8C6B395BC}"/>
              </a:ext>
            </a:extLst>
          </p:cNvPr>
          <p:cNvSpPr/>
          <p:nvPr/>
        </p:nvSpPr>
        <p:spPr>
          <a:xfrm rot="4912871">
            <a:off x="7899972" y="557218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8" name="Ellipse 387">
            <a:extLst>
              <a:ext uri="{FF2B5EF4-FFF2-40B4-BE49-F238E27FC236}">
                <a16:creationId xmlns:a16="http://schemas.microsoft.com/office/drawing/2014/main" id="{77F0201E-90CE-6997-7B91-F3912B3717BE}"/>
              </a:ext>
            </a:extLst>
          </p:cNvPr>
          <p:cNvSpPr/>
          <p:nvPr/>
        </p:nvSpPr>
        <p:spPr>
          <a:xfrm rot="4912871">
            <a:off x="7952008" y="528166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9" name="Ellipse 388">
            <a:extLst>
              <a:ext uri="{FF2B5EF4-FFF2-40B4-BE49-F238E27FC236}">
                <a16:creationId xmlns:a16="http://schemas.microsoft.com/office/drawing/2014/main" id="{5FB476F8-926D-2164-D2BF-2012683ED749}"/>
              </a:ext>
            </a:extLst>
          </p:cNvPr>
          <p:cNvSpPr/>
          <p:nvPr/>
        </p:nvSpPr>
        <p:spPr>
          <a:xfrm rot="4912871">
            <a:off x="8148771" y="492862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0" name="Ellipse 389">
            <a:extLst>
              <a:ext uri="{FF2B5EF4-FFF2-40B4-BE49-F238E27FC236}">
                <a16:creationId xmlns:a16="http://schemas.microsoft.com/office/drawing/2014/main" id="{6E3E3D4F-7A7A-2D04-4A43-94A1ADA223E8}"/>
              </a:ext>
            </a:extLst>
          </p:cNvPr>
          <p:cNvSpPr/>
          <p:nvPr/>
        </p:nvSpPr>
        <p:spPr>
          <a:xfrm rot="4912871">
            <a:off x="8143015" y="443894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1" name="Ellipse 390">
            <a:extLst>
              <a:ext uri="{FF2B5EF4-FFF2-40B4-BE49-F238E27FC236}">
                <a16:creationId xmlns:a16="http://schemas.microsoft.com/office/drawing/2014/main" id="{8D650725-6DC0-B83A-64DA-DAEB7620598E}"/>
              </a:ext>
            </a:extLst>
          </p:cNvPr>
          <p:cNvSpPr/>
          <p:nvPr/>
        </p:nvSpPr>
        <p:spPr>
          <a:xfrm rot="4912871">
            <a:off x="8388052" y="409999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2" name="Ellipse 391">
            <a:extLst>
              <a:ext uri="{FF2B5EF4-FFF2-40B4-BE49-F238E27FC236}">
                <a16:creationId xmlns:a16="http://schemas.microsoft.com/office/drawing/2014/main" id="{1DD084FD-B8E7-892F-8B98-8F672F0CD7B6}"/>
              </a:ext>
            </a:extLst>
          </p:cNvPr>
          <p:cNvSpPr/>
          <p:nvPr/>
        </p:nvSpPr>
        <p:spPr>
          <a:xfrm rot="4912871">
            <a:off x="8530111" y="449580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3" name="Ellipse 392">
            <a:extLst>
              <a:ext uri="{FF2B5EF4-FFF2-40B4-BE49-F238E27FC236}">
                <a16:creationId xmlns:a16="http://schemas.microsoft.com/office/drawing/2014/main" id="{34EA7519-5369-5289-50FA-20C21C5DA5E7}"/>
              </a:ext>
            </a:extLst>
          </p:cNvPr>
          <p:cNvSpPr/>
          <p:nvPr/>
        </p:nvSpPr>
        <p:spPr>
          <a:xfrm rot="4912871">
            <a:off x="8658985" y="486745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4" name="Ellipse 393">
            <a:extLst>
              <a:ext uri="{FF2B5EF4-FFF2-40B4-BE49-F238E27FC236}">
                <a16:creationId xmlns:a16="http://schemas.microsoft.com/office/drawing/2014/main" id="{4BFD4D8C-65A9-0819-B102-A8226414924C}"/>
              </a:ext>
            </a:extLst>
          </p:cNvPr>
          <p:cNvSpPr/>
          <p:nvPr/>
        </p:nvSpPr>
        <p:spPr>
          <a:xfrm rot="4912871">
            <a:off x="9159628" y="484073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5" name="Ellipse 394">
            <a:extLst>
              <a:ext uri="{FF2B5EF4-FFF2-40B4-BE49-F238E27FC236}">
                <a16:creationId xmlns:a16="http://schemas.microsoft.com/office/drawing/2014/main" id="{70E36FEE-37AE-458B-0EB3-3316B216C1B2}"/>
              </a:ext>
            </a:extLst>
          </p:cNvPr>
          <p:cNvSpPr/>
          <p:nvPr/>
        </p:nvSpPr>
        <p:spPr>
          <a:xfrm rot="4912871">
            <a:off x="8987685" y="456483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6" name="Ellipse 395">
            <a:extLst>
              <a:ext uri="{FF2B5EF4-FFF2-40B4-BE49-F238E27FC236}">
                <a16:creationId xmlns:a16="http://schemas.microsoft.com/office/drawing/2014/main" id="{64832FFB-BF2E-7ED1-3176-D385D5236F97}"/>
              </a:ext>
            </a:extLst>
          </p:cNvPr>
          <p:cNvSpPr/>
          <p:nvPr/>
        </p:nvSpPr>
        <p:spPr>
          <a:xfrm rot="4912871">
            <a:off x="8905269" y="437178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7" name="Ellipse 396">
            <a:extLst>
              <a:ext uri="{FF2B5EF4-FFF2-40B4-BE49-F238E27FC236}">
                <a16:creationId xmlns:a16="http://schemas.microsoft.com/office/drawing/2014/main" id="{C7ECE080-3CBB-D3B5-AAD8-C47D8151B07B}"/>
              </a:ext>
            </a:extLst>
          </p:cNvPr>
          <p:cNvSpPr/>
          <p:nvPr/>
        </p:nvSpPr>
        <p:spPr>
          <a:xfrm rot="4912871">
            <a:off x="8857407" y="416398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398" name="Gruppieren 397">
            <a:extLst>
              <a:ext uri="{FF2B5EF4-FFF2-40B4-BE49-F238E27FC236}">
                <a16:creationId xmlns:a16="http://schemas.microsoft.com/office/drawing/2014/main" id="{A6F0D717-B644-2AF4-27BE-B2403A856FB5}"/>
              </a:ext>
            </a:extLst>
          </p:cNvPr>
          <p:cNvGrpSpPr/>
          <p:nvPr/>
        </p:nvGrpSpPr>
        <p:grpSpPr>
          <a:xfrm rot="14691760" flipV="1">
            <a:off x="6358795" y="3254451"/>
            <a:ext cx="2953403" cy="2665423"/>
            <a:chOff x="9535110" y="4663981"/>
            <a:chExt cx="2953403" cy="2665423"/>
          </a:xfrm>
        </p:grpSpPr>
        <p:sp>
          <p:nvSpPr>
            <p:cNvPr id="399" name="Ellipse 398">
              <a:extLst>
                <a:ext uri="{FF2B5EF4-FFF2-40B4-BE49-F238E27FC236}">
                  <a16:creationId xmlns:a16="http://schemas.microsoft.com/office/drawing/2014/main" id="{9DCEDA1A-E809-083E-61D0-691FA134A68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0" name="Ellipse 399">
              <a:extLst>
                <a:ext uri="{FF2B5EF4-FFF2-40B4-BE49-F238E27FC236}">
                  <a16:creationId xmlns:a16="http://schemas.microsoft.com/office/drawing/2014/main" id="{DE16B3E1-E570-93CF-4ECB-4B718DDDF0A2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1" name="Ellipse 400">
              <a:extLst>
                <a:ext uri="{FF2B5EF4-FFF2-40B4-BE49-F238E27FC236}">
                  <a16:creationId xmlns:a16="http://schemas.microsoft.com/office/drawing/2014/main" id="{1B3EB45C-5244-713E-99D8-497A5E8E4632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2" name="Ellipse 401">
              <a:extLst>
                <a:ext uri="{FF2B5EF4-FFF2-40B4-BE49-F238E27FC236}">
                  <a16:creationId xmlns:a16="http://schemas.microsoft.com/office/drawing/2014/main" id="{3D33BBCB-1299-DCFF-D95E-9457AD191315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3" name="Ellipse 402">
              <a:extLst>
                <a:ext uri="{FF2B5EF4-FFF2-40B4-BE49-F238E27FC236}">
                  <a16:creationId xmlns:a16="http://schemas.microsoft.com/office/drawing/2014/main" id="{76F466F1-1DA9-51D0-C8AA-DD98021F8F51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4" name="Ellipse 403">
              <a:extLst>
                <a:ext uri="{FF2B5EF4-FFF2-40B4-BE49-F238E27FC236}">
                  <a16:creationId xmlns:a16="http://schemas.microsoft.com/office/drawing/2014/main" id="{020DB2D8-9C95-A28A-CECE-DC8CBD496B1B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5" name="Ellipse 404">
              <a:extLst>
                <a:ext uri="{FF2B5EF4-FFF2-40B4-BE49-F238E27FC236}">
                  <a16:creationId xmlns:a16="http://schemas.microsoft.com/office/drawing/2014/main" id="{9B4A6640-FF84-7534-70BB-09667FBFE50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6" name="Ellipse 405">
              <a:extLst>
                <a:ext uri="{FF2B5EF4-FFF2-40B4-BE49-F238E27FC236}">
                  <a16:creationId xmlns:a16="http://schemas.microsoft.com/office/drawing/2014/main" id="{940B6F33-CBAF-0B55-B24D-C2EA1C1B003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7" name="Ellipse 406">
              <a:extLst>
                <a:ext uri="{FF2B5EF4-FFF2-40B4-BE49-F238E27FC236}">
                  <a16:creationId xmlns:a16="http://schemas.microsoft.com/office/drawing/2014/main" id="{B6272724-9A36-9B98-89A6-064AF0C94B58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8" name="Ellipse 407">
              <a:extLst>
                <a:ext uri="{FF2B5EF4-FFF2-40B4-BE49-F238E27FC236}">
                  <a16:creationId xmlns:a16="http://schemas.microsoft.com/office/drawing/2014/main" id="{29254601-1F87-44C3-44BD-BE6861E4824E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9" name="Ellipse 408">
              <a:extLst>
                <a:ext uri="{FF2B5EF4-FFF2-40B4-BE49-F238E27FC236}">
                  <a16:creationId xmlns:a16="http://schemas.microsoft.com/office/drawing/2014/main" id="{6010E8BF-E175-4CE1-0BD5-9989DF4D58A1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0" name="Ellipse 409">
              <a:extLst>
                <a:ext uri="{FF2B5EF4-FFF2-40B4-BE49-F238E27FC236}">
                  <a16:creationId xmlns:a16="http://schemas.microsoft.com/office/drawing/2014/main" id="{6CC28E16-8556-D147-716C-AEBD900B6ED0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1" name="Ellipse 410">
              <a:extLst>
                <a:ext uri="{FF2B5EF4-FFF2-40B4-BE49-F238E27FC236}">
                  <a16:creationId xmlns:a16="http://schemas.microsoft.com/office/drawing/2014/main" id="{2F099A61-4961-BD99-01DB-02E2CFC6AD46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2" name="Ellipse 411">
              <a:extLst>
                <a:ext uri="{FF2B5EF4-FFF2-40B4-BE49-F238E27FC236}">
                  <a16:creationId xmlns:a16="http://schemas.microsoft.com/office/drawing/2014/main" id="{7885C1FA-320E-5DEF-9334-690C6C8EB1BB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3" name="Ellipse 412">
              <a:extLst>
                <a:ext uri="{FF2B5EF4-FFF2-40B4-BE49-F238E27FC236}">
                  <a16:creationId xmlns:a16="http://schemas.microsoft.com/office/drawing/2014/main" id="{432B8866-F239-B155-8A9B-8E1EABE67456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4" name="Ellipse 413">
              <a:extLst>
                <a:ext uri="{FF2B5EF4-FFF2-40B4-BE49-F238E27FC236}">
                  <a16:creationId xmlns:a16="http://schemas.microsoft.com/office/drawing/2014/main" id="{155942D5-6B68-EC8D-C453-A4ABCBA0643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5" name="Ellipse 414">
              <a:extLst>
                <a:ext uri="{FF2B5EF4-FFF2-40B4-BE49-F238E27FC236}">
                  <a16:creationId xmlns:a16="http://schemas.microsoft.com/office/drawing/2014/main" id="{6228ABF8-1351-4675-B72D-35CB2F6AE96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6" name="Ellipse 415">
              <a:extLst>
                <a:ext uri="{FF2B5EF4-FFF2-40B4-BE49-F238E27FC236}">
                  <a16:creationId xmlns:a16="http://schemas.microsoft.com/office/drawing/2014/main" id="{4165EA42-83A2-0A9B-2CD0-E929A180C792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7" name="Ellipse 416">
              <a:extLst>
                <a:ext uri="{FF2B5EF4-FFF2-40B4-BE49-F238E27FC236}">
                  <a16:creationId xmlns:a16="http://schemas.microsoft.com/office/drawing/2014/main" id="{407B5821-7F19-AEE7-F5E4-DE945060A3F4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8" name="Ellipse 417">
              <a:extLst>
                <a:ext uri="{FF2B5EF4-FFF2-40B4-BE49-F238E27FC236}">
                  <a16:creationId xmlns:a16="http://schemas.microsoft.com/office/drawing/2014/main" id="{ED819A66-B336-94D1-38E3-28F9ECAF75CB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9" name="Ellipse 418">
              <a:extLst>
                <a:ext uri="{FF2B5EF4-FFF2-40B4-BE49-F238E27FC236}">
                  <a16:creationId xmlns:a16="http://schemas.microsoft.com/office/drawing/2014/main" id="{DDE5E7F5-ABFB-5526-910E-6C1240A3422C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0" name="Ellipse 419">
              <a:extLst>
                <a:ext uri="{FF2B5EF4-FFF2-40B4-BE49-F238E27FC236}">
                  <a16:creationId xmlns:a16="http://schemas.microsoft.com/office/drawing/2014/main" id="{2C5F7B87-6C3A-0FF6-DAFC-E9E672751699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1" name="Ellipse 420">
              <a:extLst>
                <a:ext uri="{FF2B5EF4-FFF2-40B4-BE49-F238E27FC236}">
                  <a16:creationId xmlns:a16="http://schemas.microsoft.com/office/drawing/2014/main" id="{B192429C-B06B-EF19-9EFA-4236ECBDF663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2" name="Ellipse 421">
              <a:extLst>
                <a:ext uri="{FF2B5EF4-FFF2-40B4-BE49-F238E27FC236}">
                  <a16:creationId xmlns:a16="http://schemas.microsoft.com/office/drawing/2014/main" id="{844BDE2A-9779-5E73-1CDF-BB92D302B585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3" name="Ellipse 422">
              <a:extLst>
                <a:ext uri="{FF2B5EF4-FFF2-40B4-BE49-F238E27FC236}">
                  <a16:creationId xmlns:a16="http://schemas.microsoft.com/office/drawing/2014/main" id="{AC5E1E16-48E8-33C8-1D83-1F819983DE0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424" name="Gruppieren 423">
            <a:extLst>
              <a:ext uri="{FF2B5EF4-FFF2-40B4-BE49-F238E27FC236}">
                <a16:creationId xmlns:a16="http://schemas.microsoft.com/office/drawing/2014/main" id="{F1838AF4-15F2-DFEA-5F0C-FCCCF562A84B}"/>
              </a:ext>
            </a:extLst>
          </p:cNvPr>
          <p:cNvGrpSpPr/>
          <p:nvPr/>
        </p:nvGrpSpPr>
        <p:grpSpPr>
          <a:xfrm rot="7687129" flipH="1">
            <a:off x="5085291" y="1562062"/>
            <a:ext cx="2953403" cy="2665423"/>
            <a:chOff x="9535110" y="4663981"/>
            <a:chExt cx="2953403" cy="2665423"/>
          </a:xfrm>
        </p:grpSpPr>
        <p:sp>
          <p:nvSpPr>
            <p:cNvPr id="425" name="Ellipse 424">
              <a:extLst>
                <a:ext uri="{FF2B5EF4-FFF2-40B4-BE49-F238E27FC236}">
                  <a16:creationId xmlns:a16="http://schemas.microsoft.com/office/drawing/2014/main" id="{D8CFB67C-3131-7551-B49B-C409DC3D18B4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6" name="Ellipse 425">
              <a:extLst>
                <a:ext uri="{FF2B5EF4-FFF2-40B4-BE49-F238E27FC236}">
                  <a16:creationId xmlns:a16="http://schemas.microsoft.com/office/drawing/2014/main" id="{0FB5A9E8-4ADF-64EF-0E99-09417DC0B17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7" name="Ellipse 426">
              <a:extLst>
                <a:ext uri="{FF2B5EF4-FFF2-40B4-BE49-F238E27FC236}">
                  <a16:creationId xmlns:a16="http://schemas.microsoft.com/office/drawing/2014/main" id="{A7F3D205-04A5-0D5B-CCC6-4641BA0C460B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8" name="Ellipse 427">
              <a:extLst>
                <a:ext uri="{FF2B5EF4-FFF2-40B4-BE49-F238E27FC236}">
                  <a16:creationId xmlns:a16="http://schemas.microsoft.com/office/drawing/2014/main" id="{A22BFFEE-45AB-C83F-F3F0-ED8F31C398B5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29" name="Ellipse 428">
              <a:extLst>
                <a:ext uri="{FF2B5EF4-FFF2-40B4-BE49-F238E27FC236}">
                  <a16:creationId xmlns:a16="http://schemas.microsoft.com/office/drawing/2014/main" id="{A374F1D9-E193-46CB-FB5B-334964819B69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0" name="Ellipse 429">
              <a:extLst>
                <a:ext uri="{FF2B5EF4-FFF2-40B4-BE49-F238E27FC236}">
                  <a16:creationId xmlns:a16="http://schemas.microsoft.com/office/drawing/2014/main" id="{650D4273-96B9-5B0B-4953-B1EAA7DDBE7D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1" name="Ellipse 430">
              <a:extLst>
                <a:ext uri="{FF2B5EF4-FFF2-40B4-BE49-F238E27FC236}">
                  <a16:creationId xmlns:a16="http://schemas.microsoft.com/office/drawing/2014/main" id="{CAF6DF63-BA8D-A5C7-7E1C-B3DACA4BFEC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2" name="Ellipse 431">
              <a:extLst>
                <a:ext uri="{FF2B5EF4-FFF2-40B4-BE49-F238E27FC236}">
                  <a16:creationId xmlns:a16="http://schemas.microsoft.com/office/drawing/2014/main" id="{29DCCE8E-A8D0-37F8-6C93-D86BCF1AF75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3" name="Ellipse 432">
              <a:extLst>
                <a:ext uri="{FF2B5EF4-FFF2-40B4-BE49-F238E27FC236}">
                  <a16:creationId xmlns:a16="http://schemas.microsoft.com/office/drawing/2014/main" id="{D1371B2E-4092-B7A0-E039-318E37272A25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4" name="Ellipse 433">
              <a:extLst>
                <a:ext uri="{FF2B5EF4-FFF2-40B4-BE49-F238E27FC236}">
                  <a16:creationId xmlns:a16="http://schemas.microsoft.com/office/drawing/2014/main" id="{C8BFA5E0-C610-D5AE-66E8-545303BDB3B7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5" name="Ellipse 434">
              <a:extLst>
                <a:ext uri="{FF2B5EF4-FFF2-40B4-BE49-F238E27FC236}">
                  <a16:creationId xmlns:a16="http://schemas.microsoft.com/office/drawing/2014/main" id="{1A4FA3B4-F4A4-EB3E-893C-BD46055DBEAF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6" name="Ellipse 435">
              <a:extLst>
                <a:ext uri="{FF2B5EF4-FFF2-40B4-BE49-F238E27FC236}">
                  <a16:creationId xmlns:a16="http://schemas.microsoft.com/office/drawing/2014/main" id="{B56EFCBE-72E0-00BF-E953-113DC1F25E80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7" name="Ellipse 436">
              <a:extLst>
                <a:ext uri="{FF2B5EF4-FFF2-40B4-BE49-F238E27FC236}">
                  <a16:creationId xmlns:a16="http://schemas.microsoft.com/office/drawing/2014/main" id="{D6A577F8-FF31-3E5A-A401-0BCB4895B06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8" name="Ellipse 437">
              <a:extLst>
                <a:ext uri="{FF2B5EF4-FFF2-40B4-BE49-F238E27FC236}">
                  <a16:creationId xmlns:a16="http://schemas.microsoft.com/office/drawing/2014/main" id="{96B2FCF8-6705-41D0-E66C-134E60FFE2E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9" name="Ellipse 438">
              <a:extLst>
                <a:ext uri="{FF2B5EF4-FFF2-40B4-BE49-F238E27FC236}">
                  <a16:creationId xmlns:a16="http://schemas.microsoft.com/office/drawing/2014/main" id="{78FA6F72-0086-2A98-151F-93523C087ABA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0" name="Ellipse 439">
              <a:extLst>
                <a:ext uri="{FF2B5EF4-FFF2-40B4-BE49-F238E27FC236}">
                  <a16:creationId xmlns:a16="http://schemas.microsoft.com/office/drawing/2014/main" id="{2D01724A-5B43-1FDF-DF2A-861841CE7F80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1" name="Ellipse 440">
              <a:extLst>
                <a:ext uri="{FF2B5EF4-FFF2-40B4-BE49-F238E27FC236}">
                  <a16:creationId xmlns:a16="http://schemas.microsoft.com/office/drawing/2014/main" id="{5614C15B-5B7E-CCDA-3C0A-5638F0D7B016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2" name="Ellipse 441">
              <a:extLst>
                <a:ext uri="{FF2B5EF4-FFF2-40B4-BE49-F238E27FC236}">
                  <a16:creationId xmlns:a16="http://schemas.microsoft.com/office/drawing/2014/main" id="{8FA2AD52-9FA4-E9E5-E4CC-562FD6A4C19B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3" name="Ellipse 442">
              <a:extLst>
                <a:ext uri="{FF2B5EF4-FFF2-40B4-BE49-F238E27FC236}">
                  <a16:creationId xmlns:a16="http://schemas.microsoft.com/office/drawing/2014/main" id="{EC3CBD62-EDA0-D4CD-B691-8FAF34EA8A37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4" name="Ellipse 443">
              <a:extLst>
                <a:ext uri="{FF2B5EF4-FFF2-40B4-BE49-F238E27FC236}">
                  <a16:creationId xmlns:a16="http://schemas.microsoft.com/office/drawing/2014/main" id="{C30AF48D-8D9A-D95B-5BD3-5F7D8AD5056D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5" name="Ellipse 444">
              <a:extLst>
                <a:ext uri="{FF2B5EF4-FFF2-40B4-BE49-F238E27FC236}">
                  <a16:creationId xmlns:a16="http://schemas.microsoft.com/office/drawing/2014/main" id="{447C6E48-9B74-5707-394D-ED17AF6A8DF4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6" name="Ellipse 445">
              <a:extLst>
                <a:ext uri="{FF2B5EF4-FFF2-40B4-BE49-F238E27FC236}">
                  <a16:creationId xmlns:a16="http://schemas.microsoft.com/office/drawing/2014/main" id="{67BC37C2-A8A1-1FAD-B0B1-022B642D2BF7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7" name="Ellipse 446">
              <a:extLst>
                <a:ext uri="{FF2B5EF4-FFF2-40B4-BE49-F238E27FC236}">
                  <a16:creationId xmlns:a16="http://schemas.microsoft.com/office/drawing/2014/main" id="{E2CAF9A2-CCF6-1B2F-C0EC-163E576750D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8" name="Ellipse 447">
              <a:extLst>
                <a:ext uri="{FF2B5EF4-FFF2-40B4-BE49-F238E27FC236}">
                  <a16:creationId xmlns:a16="http://schemas.microsoft.com/office/drawing/2014/main" id="{12140612-6321-0DA0-1CA9-5CF462240C0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49" name="Ellipse 448">
              <a:extLst>
                <a:ext uri="{FF2B5EF4-FFF2-40B4-BE49-F238E27FC236}">
                  <a16:creationId xmlns:a16="http://schemas.microsoft.com/office/drawing/2014/main" id="{1A07FC34-69AA-8382-0BA9-010A1F84B245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450" name="Gruppieren 449">
            <a:extLst>
              <a:ext uri="{FF2B5EF4-FFF2-40B4-BE49-F238E27FC236}">
                <a16:creationId xmlns:a16="http://schemas.microsoft.com/office/drawing/2014/main" id="{C7539EF5-29F4-1E07-69EA-D549D523CD07}"/>
              </a:ext>
            </a:extLst>
          </p:cNvPr>
          <p:cNvGrpSpPr/>
          <p:nvPr/>
        </p:nvGrpSpPr>
        <p:grpSpPr>
          <a:xfrm rot="17100000">
            <a:off x="6192352" y="2805500"/>
            <a:ext cx="2953403" cy="2665423"/>
            <a:chOff x="9535110" y="4663981"/>
            <a:chExt cx="2953403" cy="2665423"/>
          </a:xfrm>
        </p:grpSpPr>
        <p:sp>
          <p:nvSpPr>
            <p:cNvPr id="451" name="Ellipse 450">
              <a:extLst>
                <a:ext uri="{FF2B5EF4-FFF2-40B4-BE49-F238E27FC236}">
                  <a16:creationId xmlns:a16="http://schemas.microsoft.com/office/drawing/2014/main" id="{03F0D915-FE47-EC8C-071F-308F766EA98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2" name="Ellipse 451">
              <a:extLst>
                <a:ext uri="{FF2B5EF4-FFF2-40B4-BE49-F238E27FC236}">
                  <a16:creationId xmlns:a16="http://schemas.microsoft.com/office/drawing/2014/main" id="{86C863F5-F7DC-1660-34D6-7E907D0B12D8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3" name="Ellipse 452">
              <a:extLst>
                <a:ext uri="{FF2B5EF4-FFF2-40B4-BE49-F238E27FC236}">
                  <a16:creationId xmlns:a16="http://schemas.microsoft.com/office/drawing/2014/main" id="{A2997A8C-81F9-AD20-CACB-C8C054BEF8F9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4" name="Ellipse 453">
              <a:extLst>
                <a:ext uri="{FF2B5EF4-FFF2-40B4-BE49-F238E27FC236}">
                  <a16:creationId xmlns:a16="http://schemas.microsoft.com/office/drawing/2014/main" id="{EEF56719-AD0A-7BB2-F9D2-E6E3C067913F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5" name="Ellipse 454">
              <a:extLst>
                <a:ext uri="{FF2B5EF4-FFF2-40B4-BE49-F238E27FC236}">
                  <a16:creationId xmlns:a16="http://schemas.microsoft.com/office/drawing/2014/main" id="{C6879D34-B915-77DD-E47E-1A1967067AC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6" name="Ellipse 455">
              <a:extLst>
                <a:ext uri="{FF2B5EF4-FFF2-40B4-BE49-F238E27FC236}">
                  <a16:creationId xmlns:a16="http://schemas.microsoft.com/office/drawing/2014/main" id="{BE3C8956-7102-14A3-BEB1-89AA47051220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7" name="Ellipse 456">
              <a:extLst>
                <a:ext uri="{FF2B5EF4-FFF2-40B4-BE49-F238E27FC236}">
                  <a16:creationId xmlns:a16="http://schemas.microsoft.com/office/drawing/2014/main" id="{D0389325-B1CD-C481-12A9-7325F25D11E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8" name="Ellipse 457">
              <a:extLst>
                <a:ext uri="{FF2B5EF4-FFF2-40B4-BE49-F238E27FC236}">
                  <a16:creationId xmlns:a16="http://schemas.microsoft.com/office/drawing/2014/main" id="{29329576-F20A-B2BD-9810-9634CF369B3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9" name="Ellipse 458">
              <a:extLst>
                <a:ext uri="{FF2B5EF4-FFF2-40B4-BE49-F238E27FC236}">
                  <a16:creationId xmlns:a16="http://schemas.microsoft.com/office/drawing/2014/main" id="{30770DC7-DC18-A237-5BA2-7452F6623ABD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0" name="Ellipse 459">
              <a:extLst>
                <a:ext uri="{FF2B5EF4-FFF2-40B4-BE49-F238E27FC236}">
                  <a16:creationId xmlns:a16="http://schemas.microsoft.com/office/drawing/2014/main" id="{D447DA4F-6B39-A044-07D2-A6BF2249C7FD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1" name="Ellipse 460">
              <a:extLst>
                <a:ext uri="{FF2B5EF4-FFF2-40B4-BE49-F238E27FC236}">
                  <a16:creationId xmlns:a16="http://schemas.microsoft.com/office/drawing/2014/main" id="{84820CC0-EC20-4B1D-7374-039A94DBC81B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2" name="Ellipse 461">
              <a:extLst>
                <a:ext uri="{FF2B5EF4-FFF2-40B4-BE49-F238E27FC236}">
                  <a16:creationId xmlns:a16="http://schemas.microsoft.com/office/drawing/2014/main" id="{23EB36FE-97C7-F247-9723-72C41B4FA18A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3" name="Ellipse 462">
              <a:extLst>
                <a:ext uri="{FF2B5EF4-FFF2-40B4-BE49-F238E27FC236}">
                  <a16:creationId xmlns:a16="http://schemas.microsoft.com/office/drawing/2014/main" id="{568666CE-A834-F7C5-F63D-1E53BFB99373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4" name="Ellipse 463">
              <a:extLst>
                <a:ext uri="{FF2B5EF4-FFF2-40B4-BE49-F238E27FC236}">
                  <a16:creationId xmlns:a16="http://schemas.microsoft.com/office/drawing/2014/main" id="{BE1E5781-4802-4594-1013-849A224BE27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5" name="Ellipse 464">
              <a:extLst>
                <a:ext uri="{FF2B5EF4-FFF2-40B4-BE49-F238E27FC236}">
                  <a16:creationId xmlns:a16="http://schemas.microsoft.com/office/drawing/2014/main" id="{509616C4-E4DA-F68E-9FA1-E11EFEE58C0E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6" name="Ellipse 465">
              <a:extLst>
                <a:ext uri="{FF2B5EF4-FFF2-40B4-BE49-F238E27FC236}">
                  <a16:creationId xmlns:a16="http://schemas.microsoft.com/office/drawing/2014/main" id="{C13C7F2E-029A-4A0C-1CE1-EADBBCB51C6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7" name="Ellipse 466">
              <a:extLst>
                <a:ext uri="{FF2B5EF4-FFF2-40B4-BE49-F238E27FC236}">
                  <a16:creationId xmlns:a16="http://schemas.microsoft.com/office/drawing/2014/main" id="{4EFB6897-4667-31D8-F07C-6A1B4556273E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8" name="Ellipse 467">
              <a:extLst>
                <a:ext uri="{FF2B5EF4-FFF2-40B4-BE49-F238E27FC236}">
                  <a16:creationId xmlns:a16="http://schemas.microsoft.com/office/drawing/2014/main" id="{9DF5C5BF-9E48-6FFB-7A17-D2BFA46470C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9" name="Ellipse 468">
              <a:extLst>
                <a:ext uri="{FF2B5EF4-FFF2-40B4-BE49-F238E27FC236}">
                  <a16:creationId xmlns:a16="http://schemas.microsoft.com/office/drawing/2014/main" id="{24420A1A-2564-2518-B66D-38FD98C7E35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0" name="Ellipse 469">
              <a:extLst>
                <a:ext uri="{FF2B5EF4-FFF2-40B4-BE49-F238E27FC236}">
                  <a16:creationId xmlns:a16="http://schemas.microsoft.com/office/drawing/2014/main" id="{71417D12-99CF-CF89-70DE-DC690BCE6437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1" name="Ellipse 470">
              <a:extLst>
                <a:ext uri="{FF2B5EF4-FFF2-40B4-BE49-F238E27FC236}">
                  <a16:creationId xmlns:a16="http://schemas.microsoft.com/office/drawing/2014/main" id="{96E71D7F-EF2D-398C-1904-C45EE5BFE115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2" name="Ellipse 471">
              <a:extLst>
                <a:ext uri="{FF2B5EF4-FFF2-40B4-BE49-F238E27FC236}">
                  <a16:creationId xmlns:a16="http://schemas.microsoft.com/office/drawing/2014/main" id="{ABAF9736-9BB0-0664-8EA5-44B66E09B9B6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3" name="Ellipse 472">
              <a:extLst>
                <a:ext uri="{FF2B5EF4-FFF2-40B4-BE49-F238E27FC236}">
                  <a16:creationId xmlns:a16="http://schemas.microsoft.com/office/drawing/2014/main" id="{275299B3-7EDE-54F5-A7B3-BFE3D53DA60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4" name="Ellipse 473">
              <a:extLst>
                <a:ext uri="{FF2B5EF4-FFF2-40B4-BE49-F238E27FC236}">
                  <a16:creationId xmlns:a16="http://schemas.microsoft.com/office/drawing/2014/main" id="{FA22F1E4-6EF5-8E47-3216-A0F26F47148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5" name="Ellipse 474">
              <a:extLst>
                <a:ext uri="{FF2B5EF4-FFF2-40B4-BE49-F238E27FC236}">
                  <a16:creationId xmlns:a16="http://schemas.microsoft.com/office/drawing/2014/main" id="{E2839E46-058A-481A-2FDB-7876B2D20FB4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476" name="Gruppieren 475">
            <a:extLst>
              <a:ext uri="{FF2B5EF4-FFF2-40B4-BE49-F238E27FC236}">
                <a16:creationId xmlns:a16="http://schemas.microsoft.com/office/drawing/2014/main" id="{45424187-0924-631A-3635-7EECBF4E60F8}"/>
              </a:ext>
            </a:extLst>
          </p:cNvPr>
          <p:cNvGrpSpPr/>
          <p:nvPr/>
        </p:nvGrpSpPr>
        <p:grpSpPr>
          <a:xfrm rot="14691760" flipV="1">
            <a:off x="4019546" y="2824115"/>
            <a:ext cx="2953403" cy="2665423"/>
            <a:chOff x="9535110" y="4663981"/>
            <a:chExt cx="2953403" cy="2665423"/>
          </a:xfrm>
        </p:grpSpPr>
        <p:sp>
          <p:nvSpPr>
            <p:cNvPr id="477" name="Ellipse 476">
              <a:extLst>
                <a:ext uri="{FF2B5EF4-FFF2-40B4-BE49-F238E27FC236}">
                  <a16:creationId xmlns:a16="http://schemas.microsoft.com/office/drawing/2014/main" id="{7D5EB0CE-0D43-5469-860F-9E7419A937E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8" name="Ellipse 477">
              <a:extLst>
                <a:ext uri="{FF2B5EF4-FFF2-40B4-BE49-F238E27FC236}">
                  <a16:creationId xmlns:a16="http://schemas.microsoft.com/office/drawing/2014/main" id="{43123FFA-B7CD-D464-5AFB-427290DA0A4E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9" name="Ellipse 478">
              <a:extLst>
                <a:ext uri="{FF2B5EF4-FFF2-40B4-BE49-F238E27FC236}">
                  <a16:creationId xmlns:a16="http://schemas.microsoft.com/office/drawing/2014/main" id="{323ACAE8-B308-6B0E-EAA0-9B593C424278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0" name="Ellipse 479">
              <a:extLst>
                <a:ext uri="{FF2B5EF4-FFF2-40B4-BE49-F238E27FC236}">
                  <a16:creationId xmlns:a16="http://schemas.microsoft.com/office/drawing/2014/main" id="{B189ACC8-5796-71D7-B915-0088BA988A8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1" name="Ellipse 480">
              <a:extLst>
                <a:ext uri="{FF2B5EF4-FFF2-40B4-BE49-F238E27FC236}">
                  <a16:creationId xmlns:a16="http://schemas.microsoft.com/office/drawing/2014/main" id="{E1D0796B-06AD-24C6-38E1-557B68CBF412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2" name="Ellipse 481">
              <a:extLst>
                <a:ext uri="{FF2B5EF4-FFF2-40B4-BE49-F238E27FC236}">
                  <a16:creationId xmlns:a16="http://schemas.microsoft.com/office/drawing/2014/main" id="{F8AB787C-3E7C-37B9-0853-6348864F7B2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3" name="Ellipse 482">
              <a:extLst>
                <a:ext uri="{FF2B5EF4-FFF2-40B4-BE49-F238E27FC236}">
                  <a16:creationId xmlns:a16="http://schemas.microsoft.com/office/drawing/2014/main" id="{A8BB477D-B1E6-4586-69FC-C5883569A8E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4" name="Ellipse 483">
              <a:extLst>
                <a:ext uri="{FF2B5EF4-FFF2-40B4-BE49-F238E27FC236}">
                  <a16:creationId xmlns:a16="http://schemas.microsoft.com/office/drawing/2014/main" id="{A1D032AB-2A8D-2364-B082-64AD8F90B4FA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5" name="Ellipse 484">
              <a:extLst>
                <a:ext uri="{FF2B5EF4-FFF2-40B4-BE49-F238E27FC236}">
                  <a16:creationId xmlns:a16="http://schemas.microsoft.com/office/drawing/2014/main" id="{F0FF055F-1E0C-0C2B-4D00-DE0A576DB92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6" name="Ellipse 485">
              <a:extLst>
                <a:ext uri="{FF2B5EF4-FFF2-40B4-BE49-F238E27FC236}">
                  <a16:creationId xmlns:a16="http://schemas.microsoft.com/office/drawing/2014/main" id="{FC3EB584-6FC1-29EC-C43D-EE6D2DC63019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7" name="Ellipse 486">
              <a:extLst>
                <a:ext uri="{FF2B5EF4-FFF2-40B4-BE49-F238E27FC236}">
                  <a16:creationId xmlns:a16="http://schemas.microsoft.com/office/drawing/2014/main" id="{704752E5-0A82-19EE-93FF-C266C90142EE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8" name="Ellipse 487">
              <a:extLst>
                <a:ext uri="{FF2B5EF4-FFF2-40B4-BE49-F238E27FC236}">
                  <a16:creationId xmlns:a16="http://schemas.microsoft.com/office/drawing/2014/main" id="{F5F4F243-1473-D6AF-51B6-49C6479C36B4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9" name="Ellipse 488">
              <a:extLst>
                <a:ext uri="{FF2B5EF4-FFF2-40B4-BE49-F238E27FC236}">
                  <a16:creationId xmlns:a16="http://schemas.microsoft.com/office/drawing/2014/main" id="{DB23C8F8-6332-7BE5-29D7-FF4C53962779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0" name="Ellipse 489">
              <a:extLst>
                <a:ext uri="{FF2B5EF4-FFF2-40B4-BE49-F238E27FC236}">
                  <a16:creationId xmlns:a16="http://schemas.microsoft.com/office/drawing/2014/main" id="{2DB7E7EB-E8E6-DCE0-5BBB-CD0B62783C89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1" name="Ellipse 490">
              <a:extLst>
                <a:ext uri="{FF2B5EF4-FFF2-40B4-BE49-F238E27FC236}">
                  <a16:creationId xmlns:a16="http://schemas.microsoft.com/office/drawing/2014/main" id="{D59909CF-D56C-8F2A-4993-6EBA5F5DD424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2" name="Ellipse 491">
              <a:extLst>
                <a:ext uri="{FF2B5EF4-FFF2-40B4-BE49-F238E27FC236}">
                  <a16:creationId xmlns:a16="http://schemas.microsoft.com/office/drawing/2014/main" id="{79B1DF08-68FD-4D80-F0A8-6FB5CC29A6B5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3" name="Ellipse 492">
              <a:extLst>
                <a:ext uri="{FF2B5EF4-FFF2-40B4-BE49-F238E27FC236}">
                  <a16:creationId xmlns:a16="http://schemas.microsoft.com/office/drawing/2014/main" id="{F8834DA8-74D2-655D-B5C2-0A948B6299DC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4" name="Ellipse 493">
              <a:extLst>
                <a:ext uri="{FF2B5EF4-FFF2-40B4-BE49-F238E27FC236}">
                  <a16:creationId xmlns:a16="http://schemas.microsoft.com/office/drawing/2014/main" id="{F493DFDB-0194-BEA5-A7A9-EBF8E189CB3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5" name="Ellipse 494">
              <a:extLst>
                <a:ext uri="{FF2B5EF4-FFF2-40B4-BE49-F238E27FC236}">
                  <a16:creationId xmlns:a16="http://schemas.microsoft.com/office/drawing/2014/main" id="{319A77B9-BF3C-0F6E-67B0-2D4BD8F94856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6" name="Ellipse 495">
              <a:extLst>
                <a:ext uri="{FF2B5EF4-FFF2-40B4-BE49-F238E27FC236}">
                  <a16:creationId xmlns:a16="http://schemas.microsoft.com/office/drawing/2014/main" id="{C47FAB1F-A945-9FDE-82F5-D3B439805E7B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7" name="Ellipse 496">
              <a:extLst>
                <a:ext uri="{FF2B5EF4-FFF2-40B4-BE49-F238E27FC236}">
                  <a16:creationId xmlns:a16="http://schemas.microsoft.com/office/drawing/2014/main" id="{EC984131-C2A4-1654-929D-3AC93F699B2F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8" name="Ellipse 497">
              <a:extLst>
                <a:ext uri="{FF2B5EF4-FFF2-40B4-BE49-F238E27FC236}">
                  <a16:creationId xmlns:a16="http://schemas.microsoft.com/office/drawing/2014/main" id="{4056FFA1-58CC-E948-1560-619B68B5688A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9" name="Ellipse 498">
              <a:extLst>
                <a:ext uri="{FF2B5EF4-FFF2-40B4-BE49-F238E27FC236}">
                  <a16:creationId xmlns:a16="http://schemas.microsoft.com/office/drawing/2014/main" id="{055F5931-3FA0-476B-1A57-C6F2C51D5647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0" name="Ellipse 499">
              <a:extLst>
                <a:ext uri="{FF2B5EF4-FFF2-40B4-BE49-F238E27FC236}">
                  <a16:creationId xmlns:a16="http://schemas.microsoft.com/office/drawing/2014/main" id="{380EE655-50CD-188B-68F2-102BC609DBAB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1" name="Ellipse 500">
              <a:extLst>
                <a:ext uri="{FF2B5EF4-FFF2-40B4-BE49-F238E27FC236}">
                  <a16:creationId xmlns:a16="http://schemas.microsoft.com/office/drawing/2014/main" id="{D0DB6312-BCDF-31FC-7E7E-E8848CAA65B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02" name="Gruppieren 501">
            <a:extLst>
              <a:ext uri="{FF2B5EF4-FFF2-40B4-BE49-F238E27FC236}">
                <a16:creationId xmlns:a16="http://schemas.microsoft.com/office/drawing/2014/main" id="{484AD92C-789F-1AC4-5162-3046966B56FD}"/>
              </a:ext>
            </a:extLst>
          </p:cNvPr>
          <p:cNvGrpSpPr/>
          <p:nvPr/>
        </p:nvGrpSpPr>
        <p:grpSpPr>
          <a:xfrm rot="17100000">
            <a:off x="1691959" y="3094733"/>
            <a:ext cx="2953403" cy="2665423"/>
            <a:chOff x="9535110" y="4663981"/>
            <a:chExt cx="2953403" cy="2665423"/>
          </a:xfrm>
        </p:grpSpPr>
        <p:sp>
          <p:nvSpPr>
            <p:cNvPr id="503" name="Ellipse 502">
              <a:extLst>
                <a:ext uri="{FF2B5EF4-FFF2-40B4-BE49-F238E27FC236}">
                  <a16:creationId xmlns:a16="http://schemas.microsoft.com/office/drawing/2014/main" id="{30948BBD-C33A-C708-464E-724271FC858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4" name="Ellipse 503">
              <a:extLst>
                <a:ext uri="{FF2B5EF4-FFF2-40B4-BE49-F238E27FC236}">
                  <a16:creationId xmlns:a16="http://schemas.microsoft.com/office/drawing/2014/main" id="{26ACD503-573A-204E-868E-90AFBAA6C655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5" name="Ellipse 504">
              <a:extLst>
                <a:ext uri="{FF2B5EF4-FFF2-40B4-BE49-F238E27FC236}">
                  <a16:creationId xmlns:a16="http://schemas.microsoft.com/office/drawing/2014/main" id="{91F2DD2D-FCFF-BE00-C3B8-EB37FF64A33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6" name="Ellipse 505">
              <a:extLst>
                <a:ext uri="{FF2B5EF4-FFF2-40B4-BE49-F238E27FC236}">
                  <a16:creationId xmlns:a16="http://schemas.microsoft.com/office/drawing/2014/main" id="{3BE1666E-8C23-A324-D82B-32DEFFB93B4F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7" name="Ellipse 506">
              <a:extLst>
                <a:ext uri="{FF2B5EF4-FFF2-40B4-BE49-F238E27FC236}">
                  <a16:creationId xmlns:a16="http://schemas.microsoft.com/office/drawing/2014/main" id="{9A7B1C66-BC16-70F0-CCAD-6A84E822BC9C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8" name="Ellipse 507">
              <a:extLst>
                <a:ext uri="{FF2B5EF4-FFF2-40B4-BE49-F238E27FC236}">
                  <a16:creationId xmlns:a16="http://schemas.microsoft.com/office/drawing/2014/main" id="{DB07F388-6B28-20F9-87B2-9CB9E6292AE5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9" name="Ellipse 508">
              <a:extLst>
                <a:ext uri="{FF2B5EF4-FFF2-40B4-BE49-F238E27FC236}">
                  <a16:creationId xmlns:a16="http://schemas.microsoft.com/office/drawing/2014/main" id="{80B4F7E1-B7E4-052A-8BE2-5BDFAB14EEB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0" name="Ellipse 509">
              <a:extLst>
                <a:ext uri="{FF2B5EF4-FFF2-40B4-BE49-F238E27FC236}">
                  <a16:creationId xmlns:a16="http://schemas.microsoft.com/office/drawing/2014/main" id="{E0A8E1AE-018B-F22D-9A1F-605525B45253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1" name="Ellipse 510">
              <a:extLst>
                <a:ext uri="{FF2B5EF4-FFF2-40B4-BE49-F238E27FC236}">
                  <a16:creationId xmlns:a16="http://schemas.microsoft.com/office/drawing/2014/main" id="{FED720A9-BDF3-1FF9-6930-5ECB0712C94A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2" name="Ellipse 511">
              <a:extLst>
                <a:ext uri="{FF2B5EF4-FFF2-40B4-BE49-F238E27FC236}">
                  <a16:creationId xmlns:a16="http://schemas.microsoft.com/office/drawing/2014/main" id="{F0A9A804-E208-D64D-9837-D0A2204129D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3" name="Ellipse 512">
              <a:extLst>
                <a:ext uri="{FF2B5EF4-FFF2-40B4-BE49-F238E27FC236}">
                  <a16:creationId xmlns:a16="http://schemas.microsoft.com/office/drawing/2014/main" id="{2252CC34-6D42-BCED-6ECA-F07A3F3A2C12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4" name="Ellipse 513">
              <a:extLst>
                <a:ext uri="{FF2B5EF4-FFF2-40B4-BE49-F238E27FC236}">
                  <a16:creationId xmlns:a16="http://schemas.microsoft.com/office/drawing/2014/main" id="{9CE27DA1-19E7-BD42-1BD3-C918E2AB6F99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5" name="Ellipse 514">
              <a:extLst>
                <a:ext uri="{FF2B5EF4-FFF2-40B4-BE49-F238E27FC236}">
                  <a16:creationId xmlns:a16="http://schemas.microsoft.com/office/drawing/2014/main" id="{1D817A3B-49FD-42AE-FA07-866774A4144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6" name="Ellipse 515">
              <a:extLst>
                <a:ext uri="{FF2B5EF4-FFF2-40B4-BE49-F238E27FC236}">
                  <a16:creationId xmlns:a16="http://schemas.microsoft.com/office/drawing/2014/main" id="{05F3866D-DE29-29DA-8895-4364DD5926D7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7" name="Ellipse 516">
              <a:extLst>
                <a:ext uri="{FF2B5EF4-FFF2-40B4-BE49-F238E27FC236}">
                  <a16:creationId xmlns:a16="http://schemas.microsoft.com/office/drawing/2014/main" id="{62E70C53-86A5-C173-0E3D-F70DA6A19AC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8" name="Ellipse 517">
              <a:extLst>
                <a:ext uri="{FF2B5EF4-FFF2-40B4-BE49-F238E27FC236}">
                  <a16:creationId xmlns:a16="http://schemas.microsoft.com/office/drawing/2014/main" id="{DD6AB09D-2639-800A-96E1-53489D3C9EB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9" name="Ellipse 518">
              <a:extLst>
                <a:ext uri="{FF2B5EF4-FFF2-40B4-BE49-F238E27FC236}">
                  <a16:creationId xmlns:a16="http://schemas.microsoft.com/office/drawing/2014/main" id="{F3BE31AC-E09E-7A91-37AF-EDEB179EBCB8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0" name="Ellipse 519">
              <a:extLst>
                <a:ext uri="{FF2B5EF4-FFF2-40B4-BE49-F238E27FC236}">
                  <a16:creationId xmlns:a16="http://schemas.microsoft.com/office/drawing/2014/main" id="{F9B921FB-067D-EA44-6F71-4CAC3DF21036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1" name="Ellipse 520">
              <a:extLst>
                <a:ext uri="{FF2B5EF4-FFF2-40B4-BE49-F238E27FC236}">
                  <a16:creationId xmlns:a16="http://schemas.microsoft.com/office/drawing/2014/main" id="{9CC0F0E5-8075-3A05-7F60-BA588E668588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2" name="Ellipse 521">
              <a:extLst>
                <a:ext uri="{FF2B5EF4-FFF2-40B4-BE49-F238E27FC236}">
                  <a16:creationId xmlns:a16="http://schemas.microsoft.com/office/drawing/2014/main" id="{FFD213EE-EFD5-53B6-D858-26B8E75DADB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3" name="Ellipse 522">
              <a:extLst>
                <a:ext uri="{FF2B5EF4-FFF2-40B4-BE49-F238E27FC236}">
                  <a16:creationId xmlns:a16="http://schemas.microsoft.com/office/drawing/2014/main" id="{768820DC-71B1-2DB0-E90C-EB8C1667E84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4" name="Ellipse 523">
              <a:extLst>
                <a:ext uri="{FF2B5EF4-FFF2-40B4-BE49-F238E27FC236}">
                  <a16:creationId xmlns:a16="http://schemas.microsoft.com/office/drawing/2014/main" id="{07207308-30DA-DB23-C3B6-D2BCCA4E427D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5" name="Ellipse 524">
              <a:extLst>
                <a:ext uri="{FF2B5EF4-FFF2-40B4-BE49-F238E27FC236}">
                  <a16:creationId xmlns:a16="http://schemas.microsoft.com/office/drawing/2014/main" id="{7C7D9BBA-5959-EBB0-6DFE-8D66946DF0A3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6" name="Ellipse 525">
              <a:extLst>
                <a:ext uri="{FF2B5EF4-FFF2-40B4-BE49-F238E27FC236}">
                  <a16:creationId xmlns:a16="http://schemas.microsoft.com/office/drawing/2014/main" id="{750BDAE9-99FA-C281-3DEB-A4FED9AC3E52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7" name="Ellipse 526">
              <a:extLst>
                <a:ext uri="{FF2B5EF4-FFF2-40B4-BE49-F238E27FC236}">
                  <a16:creationId xmlns:a16="http://schemas.microsoft.com/office/drawing/2014/main" id="{2408039F-F442-9E98-34DA-5722BE5330D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28" name="Gruppieren 527">
            <a:extLst>
              <a:ext uri="{FF2B5EF4-FFF2-40B4-BE49-F238E27FC236}">
                <a16:creationId xmlns:a16="http://schemas.microsoft.com/office/drawing/2014/main" id="{C67097AA-0AC1-AAF1-DC67-3BCECB3A0D0C}"/>
              </a:ext>
            </a:extLst>
          </p:cNvPr>
          <p:cNvGrpSpPr/>
          <p:nvPr/>
        </p:nvGrpSpPr>
        <p:grpSpPr>
          <a:xfrm rot="4912871">
            <a:off x="3270237" y="1783421"/>
            <a:ext cx="2953403" cy="2665423"/>
            <a:chOff x="9535110" y="4663981"/>
            <a:chExt cx="2953403" cy="2665423"/>
          </a:xfrm>
        </p:grpSpPr>
        <p:sp>
          <p:nvSpPr>
            <p:cNvPr id="529" name="Ellipse 528">
              <a:extLst>
                <a:ext uri="{FF2B5EF4-FFF2-40B4-BE49-F238E27FC236}">
                  <a16:creationId xmlns:a16="http://schemas.microsoft.com/office/drawing/2014/main" id="{2E2A6B18-024C-4D82-C5AC-BACC37CCE1DA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0" name="Ellipse 529">
              <a:extLst>
                <a:ext uri="{FF2B5EF4-FFF2-40B4-BE49-F238E27FC236}">
                  <a16:creationId xmlns:a16="http://schemas.microsoft.com/office/drawing/2014/main" id="{74F723A3-9ADE-2DF7-32EB-F6EF247EE47F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1" name="Ellipse 530">
              <a:extLst>
                <a:ext uri="{FF2B5EF4-FFF2-40B4-BE49-F238E27FC236}">
                  <a16:creationId xmlns:a16="http://schemas.microsoft.com/office/drawing/2014/main" id="{0C11754A-7A29-19FB-84B1-5E72B4147695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2" name="Ellipse 531">
              <a:extLst>
                <a:ext uri="{FF2B5EF4-FFF2-40B4-BE49-F238E27FC236}">
                  <a16:creationId xmlns:a16="http://schemas.microsoft.com/office/drawing/2014/main" id="{CFEDBD90-A966-80DB-536F-F4448EB2B6EA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3" name="Ellipse 532">
              <a:extLst>
                <a:ext uri="{FF2B5EF4-FFF2-40B4-BE49-F238E27FC236}">
                  <a16:creationId xmlns:a16="http://schemas.microsoft.com/office/drawing/2014/main" id="{6BD0708E-9839-5225-F8B8-DC58EEA23E4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4" name="Ellipse 533">
              <a:extLst>
                <a:ext uri="{FF2B5EF4-FFF2-40B4-BE49-F238E27FC236}">
                  <a16:creationId xmlns:a16="http://schemas.microsoft.com/office/drawing/2014/main" id="{8B76242D-3C98-F810-FB4F-BEF678D8081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5" name="Ellipse 534">
              <a:extLst>
                <a:ext uri="{FF2B5EF4-FFF2-40B4-BE49-F238E27FC236}">
                  <a16:creationId xmlns:a16="http://schemas.microsoft.com/office/drawing/2014/main" id="{893F35BA-3743-AB32-1584-88A9DD9BA7EA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6" name="Ellipse 535">
              <a:extLst>
                <a:ext uri="{FF2B5EF4-FFF2-40B4-BE49-F238E27FC236}">
                  <a16:creationId xmlns:a16="http://schemas.microsoft.com/office/drawing/2014/main" id="{DD2F60B4-DCDA-05C7-A3A3-ECCE406AE45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7" name="Ellipse 536">
              <a:extLst>
                <a:ext uri="{FF2B5EF4-FFF2-40B4-BE49-F238E27FC236}">
                  <a16:creationId xmlns:a16="http://schemas.microsoft.com/office/drawing/2014/main" id="{E859EFEC-4D2D-82DF-303B-6AF4A6633335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8" name="Ellipse 537">
              <a:extLst>
                <a:ext uri="{FF2B5EF4-FFF2-40B4-BE49-F238E27FC236}">
                  <a16:creationId xmlns:a16="http://schemas.microsoft.com/office/drawing/2014/main" id="{50434FA3-A3E0-AD30-B67C-DF76B8BBCD54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9" name="Ellipse 538">
              <a:extLst>
                <a:ext uri="{FF2B5EF4-FFF2-40B4-BE49-F238E27FC236}">
                  <a16:creationId xmlns:a16="http://schemas.microsoft.com/office/drawing/2014/main" id="{561B479A-9C9C-DA25-949A-1696B6D8A250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0" name="Ellipse 539">
              <a:extLst>
                <a:ext uri="{FF2B5EF4-FFF2-40B4-BE49-F238E27FC236}">
                  <a16:creationId xmlns:a16="http://schemas.microsoft.com/office/drawing/2014/main" id="{6F034023-8BF9-3293-DF37-D5E37CD92F0E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1" name="Ellipse 540">
              <a:extLst>
                <a:ext uri="{FF2B5EF4-FFF2-40B4-BE49-F238E27FC236}">
                  <a16:creationId xmlns:a16="http://schemas.microsoft.com/office/drawing/2014/main" id="{4F77067E-6B11-503F-5BF0-E11C2B7B845A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2" name="Ellipse 541">
              <a:extLst>
                <a:ext uri="{FF2B5EF4-FFF2-40B4-BE49-F238E27FC236}">
                  <a16:creationId xmlns:a16="http://schemas.microsoft.com/office/drawing/2014/main" id="{F62C6713-651A-0DB7-3B25-4A94D4068E71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3" name="Ellipse 542">
              <a:extLst>
                <a:ext uri="{FF2B5EF4-FFF2-40B4-BE49-F238E27FC236}">
                  <a16:creationId xmlns:a16="http://schemas.microsoft.com/office/drawing/2014/main" id="{D6271D3B-C530-3409-4882-BF8B6AE45161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4" name="Ellipse 543">
              <a:extLst>
                <a:ext uri="{FF2B5EF4-FFF2-40B4-BE49-F238E27FC236}">
                  <a16:creationId xmlns:a16="http://schemas.microsoft.com/office/drawing/2014/main" id="{A1096107-7C43-F009-FA68-10B44B48ECBC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5" name="Ellipse 544">
              <a:extLst>
                <a:ext uri="{FF2B5EF4-FFF2-40B4-BE49-F238E27FC236}">
                  <a16:creationId xmlns:a16="http://schemas.microsoft.com/office/drawing/2014/main" id="{4B84EE46-C350-8F3D-E4AE-3D851E3B14D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6" name="Ellipse 545">
              <a:extLst>
                <a:ext uri="{FF2B5EF4-FFF2-40B4-BE49-F238E27FC236}">
                  <a16:creationId xmlns:a16="http://schemas.microsoft.com/office/drawing/2014/main" id="{C8E752D1-F238-B4E7-8AF4-E15A1067D51C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7" name="Ellipse 546">
              <a:extLst>
                <a:ext uri="{FF2B5EF4-FFF2-40B4-BE49-F238E27FC236}">
                  <a16:creationId xmlns:a16="http://schemas.microsoft.com/office/drawing/2014/main" id="{86500A67-7123-62F3-2AF7-C81B7B1D384F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8" name="Ellipse 547">
              <a:extLst>
                <a:ext uri="{FF2B5EF4-FFF2-40B4-BE49-F238E27FC236}">
                  <a16:creationId xmlns:a16="http://schemas.microsoft.com/office/drawing/2014/main" id="{53B62513-38E7-2537-0FCB-0FB356AB2AE1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9" name="Ellipse 548">
              <a:extLst>
                <a:ext uri="{FF2B5EF4-FFF2-40B4-BE49-F238E27FC236}">
                  <a16:creationId xmlns:a16="http://schemas.microsoft.com/office/drawing/2014/main" id="{94C835AC-3FF8-82F1-163F-4D1918A7991A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0" name="Ellipse 549">
              <a:extLst>
                <a:ext uri="{FF2B5EF4-FFF2-40B4-BE49-F238E27FC236}">
                  <a16:creationId xmlns:a16="http://schemas.microsoft.com/office/drawing/2014/main" id="{2CCD811D-3073-DFFA-BE2E-ACA2E8A47C97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1" name="Ellipse 550">
              <a:extLst>
                <a:ext uri="{FF2B5EF4-FFF2-40B4-BE49-F238E27FC236}">
                  <a16:creationId xmlns:a16="http://schemas.microsoft.com/office/drawing/2014/main" id="{2FCD8766-D053-EB5C-9801-50C90F76807C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2" name="Ellipse 551">
              <a:extLst>
                <a:ext uri="{FF2B5EF4-FFF2-40B4-BE49-F238E27FC236}">
                  <a16:creationId xmlns:a16="http://schemas.microsoft.com/office/drawing/2014/main" id="{1DC1DCDC-5BC9-F49F-AC0F-B8F00AAAE760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3" name="Ellipse 552">
              <a:extLst>
                <a:ext uri="{FF2B5EF4-FFF2-40B4-BE49-F238E27FC236}">
                  <a16:creationId xmlns:a16="http://schemas.microsoft.com/office/drawing/2014/main" id="{15F396B6-6EE9-EC6D-FABC-83C744BFAA87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54" name="Gruppieren 553">
            <a:extLst>
              <a:ext uri="{FF2B5EF4-FFF2-40B4-BE49-F238E27FC236}">
                <a16:creationId xmlns:a16="http://schemas.microsoft.com/office/drawing/2014/main" id="{77776008-9DD7-69EF-A652-68246B8F9B70}"/>
              </a:ext>
            </a:extLst>
          </p:cNvPr>
          <p:cNvGrpSpPr/>
          <p:nvPr/>
        </p:nvGrpSpPr>
        <p:grpSpPr>
          <a:xfrm rot="17100000">
            <a:off x="-826413" y="3180709"/>
            <a:ext cx="4629584" cy="2788981"/>
            <a:chOff x="-324210" y="4706992"/>
            <a:chExt cx="4629584" cy="2788981"/>
          </a:xfrm>
        </p:grpSpPr>
        <p:sp>
          <p:nvSpPr>
            <p:cNvPr id="555" name="Ellipse 554">
              <a:extLst>
                <a:ext uri="{FF2B5EF4-FFF2-40B4-BE49-F238E27FC236}">
                  <a16:creationId xmlns:a16="http://schemas.microsoft.com/office/drawing/2014/main" id="{B36014FF-82AD-5C72-B6F1-71440CB72A3A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6" name="Ellipse 555">
              <a:extLst>
                <a:ext uri="{FF2B5EF4-FFF2-40B4-BE49-F238E27FC236}">
                  <a16:creationId xmlns:a16="http://schemas.microsoft.com/office/drawing/2014/main" id="{B5A15CDB-2A06-3601-C291-81680257D47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7" name="Ellipse 556">
              <a:extLst>
                <a:ext uri="{FF2B5EF4-FFF2-40B4-BE49-F238E27FC236}">
                  <a16:creationId xmlns:a16="http://schemas.microsoft.com/office/drawing/2014/main" id="{704A6F9D-B3B3-5DA1-BEF0-E6F96E4418CA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8" name="Ellipse 557">
              <a:extLst>
                <a:ext uri="{FF2B5EF4-FFF2-40B4-BE49-F238E27FC236}">
                  <a16:creationId xmlns:a16="http://schemas.microsoft.com/office/drawing/2014/main" id="{0E6FDE0D-417C-BFE0-6EC2-8A6E8FCEE107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9" name="Ellipse 558">
              <a:extLst>
                <a:ext uri="{FF2B5EF4-FFF2-40B4-BE49-F238E27FC236}">
                  <a16:creationId xmlns:a16="http://schemas.microsoft.com/office/drawing/2014/main" id="{290EB1E1-6AB0-0B68-DF98-E59587865AEB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0" name="Ellipse 559">
              <a:extLst>
                <a:ext uri="{FF2B5EF4-FFF2-40B4-BE49-F238E27FC236}">
                  <a16:creationId xmlns:a16="http://schemas.microsoft.com/office/drawing/2014/main" id="{47B1D3F0-7F50-182C-7EC3-6412CB64DEDE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1" name="Ellipse 560">
              <a:extLst>
                <a:ext uri="{FF2B5EF4-FFF2-40B4-BE49-F238E27FC236}">
                  <a16:creationId xmlns:a16="http://schemas.microsoft.com/office/drawing/2014/main" id="{CC51720A-5814-0A9B-9028-DDB05A286A1F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2" name="Ellipse 561">
              <a:extLst>
                <a:ext uri="{FF2B5EF4-FFF2-40B4-BE49-F238E27FC236}">
                  <a16:creationId xmlns:a16="http://schemas.microsoft.com/office/drawing/2014/main" id="{40D8CFAD-9EA2-BC59-188D-7976DEE1799E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3" name="Ellipse 562">
              <a:extLst>
                <a:ext uri="{FF2B5EF4-FFF2-40B4-BE49-F238E27FC236}">
                  <a16:creationId xmlns:a16="http://schemas.microsoft.com/office/drawing/2014/main" id="{DFA76DF5-188C-673B-6425-C0A4052204C6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4" name="Ellipse 563">
              <a:extLst>
                <a:ext uri="{FF2B5EF4-FFF2-40B4-BE49-F238E27FC236}">
                  <a16:creationId xmlns:a16="http://schemas.microsoft.com/office/drawing/2014/main" id="{6E190211-03DE-018D-46E7-0BFB480D92BD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5" name="Ellipse 564">
              <a:extLst>
                <a:ext uri="{FF2B5EF4-FFF2-40B4-BE49-F238E27FC236}">
                  <a16:creationId xmlns:a16="http://schemas.microsoft.com/office/drawing/2014/main" id="{31FBB2F7-96F3-2D25-732C-31A60CE0F962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6" name="Ellipse 565">
              <a:extLst>
                <a:ext uri="{FF2B5EF4-FFF2-40B4-BE49-F238E27FC236}">
                  <a16:creationId xmlns:a16="http://schemas.microsoft.com/office/drawing/2014/main" id="{9C6EEDBE-A402-E1B8-EF8F-844A6E1ADE48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7" name="Ellipse 566">
              <a:extLst>
                <a:ext uri="{FF2B5EF4-FFF2-40B4-BE49-F238E27FC236}">
                  <a16:creationId xmlns:a16="http://schemas.microsoft.com/office/drawing/2014/main" id="{9BB5ACE4-1690-7CB1-D02D-33BEC15504D3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8" name="Ellipse 567">
              <a:extLst>
                <a:ext uri="{FF2B5EF4-FFF2-40B4-BE49-F238E27FC236}">
                  <a16:creationId xmlns:a16="http://schemas.microsoft.com/office/drawing/2014/main" id="{6A582F78-B7B5-AFD8-2832-59A4E97E7ECD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69" name="Ellipse 568">
              <a:extLst>
                <a:ext uri="{FF2B5EF4-FFF2-40B4-BE49-F238E27FC236}">
                  <a16:creationId xmlns:a16="http://schemas.microsoft.com/office/drawing/2014/main" id="{F9DEBCA5-E052-28CE-79CF-0DB2282D48A9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0" name="Ellipse 569">
              <a:extLst>
                <a:ext uri="{FF2B5EF4-FFF2-40B4-BE49-F238E27FC236}">
                  <a16:creationId xmlns:a16="http://schemas.microsoft.com/office/drawing/2014/main" id="{726462F3-2C85-3326-5B57-5F38CBC58E50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1" name="Ellipse 570">
              <a:extLst>
                <a:ext uri="{FF2B5EF4-FFF2-40B4-BE49-F238E27FC236}">
                  <a16:creationId xmlns:a16="http://schemas.microsoft.com/office/drawing/2014/main" id="{24BECA73-0677-3C12-7F52-3716F67BDCE6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2" name="Ellipse 571">
              <a:extLst>
                <a:ext uri="{FF2B5EF4-FFF2-40B4-BE49-F238E27FC236}">
                  <a16:creationId xmlns:a16="http://schemas.microsoft.com/office/drawing/2014/main" id="{0BB776BF-D597-A657-4CA6-432A651B34BC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3" name="Ellipse 572">
              <a:extLst>
                <a:ext uri="{FF2B5EF4-FFF2-40B4-BE49-F238E27FC236}">
                  <a16:creationId xmlns:a16="http://schemas.microsoft.com/office/drawing/2014/main" id="{8D62D57B-D61D-990E-C2E8-E0E9DC22B5DE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4" name="Ellipse 573">
              <a:extLst>
                <a:ext uri="{FF2B5EF4-FFF2-40B4-BE49-F238E27FC236}">
                  <a16:creationId xmlns:a16="http://schemas.microsoft.com/office/drawing/2014/main" id="{9DCFFD22-54EB-D087-AD4D-52CE8E996730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5" name="Ellipse 574">
              <a:extLst>
                <a:ext uri="{FF2B5EF4-FFF2-40B4-BE49-F238E27FC236}">
                  <a16:creationId xmlns:a16="http://schemas.microsoft.com/office/drawing/2014/main" id="{AF1E7B8E-59CA-AE8B-8410-12AFD31B6BE7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6" name="Ellipse 575">
              <a:extLst>
                <a:ext uri="{FF2B5EF4-FFF2-40B4-BE49-F238E27FC236}">
                  <a16:creationId xmlns:a16="http://schemas.microsoft.com/office/drawing/2014/main" id="{E38FC630-7428-9F5F-A220-9CF3CBD01B7D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7" name="Ellipse 576">
              <a:extLst>
                <a:ext uri="{FF2B5EF4-FFF2-40B4-BE49-F238E27FC236}">
                  <a16:creationId xmlns:a16="http://schemas.microsoft.com/office/drawing/2014/main" id="{D55E519A-9F5E-F23F-68D2-C60CABF7F7D6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8" name="Ellipse 577">
              <a:extLst>
                <a:ext uri="{FF2B5EF4-FFF2-40B4-BE49-F238E27FC236}">
                  <a16:creationId xmlns:a16="http://schemas.microsoft.com/office/drawing/2014/main" id="{2EBFA6B4-44BC-EA3E-DF34-912B7C80AF71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79" name="Ellipse 578">
              <a:extLst>
                <a:ext uri="{FF2B5EF4-FFF2-40B4-BE49-F238E27FC236}">
                  <a16:creationId xmlns:a16="http://schemas.microsoft.com/office/drawing/2014/main" id="{D0B7BDA8-03FC-FADD-3E53-507B948A88AD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0" name="Ellipse 579">
              <a:extLst>
                <a:ext uri="{FF2B5EF4-FFF2-40B4-BE49-F238E27FC236}">
                  <a16:creationId xmlns:a16="http://schemas.microsoft.com/office/drawing/2014/main" id="{4B526BA8-AC18-F740-19E0-AA10CB251F28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1" name="Ellipse 580">
              <a:extLst>
                <a:ext uri="{FF2B5EF4-FFF2-40B4-BE49-F238E27FC236}">
                  <a16:creationId xmlns:a16="http://schemas.microsoft.com/office/drawing/2014/main" id="{0D2CB272-4FFF-6910-CC0D-B4A60DBA2BDE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2" name="Ellipse 581">
              <a:extLst>
                <a:ext uri="{FF2B5EF4-FFF2-40B4-BE49-F238E27FC236}">
                  <a16:creationId xmlns:a16="http://schemas.microsoft.com/office/drawing/2014/main" id="{8A01F87A-E521-564C-55C0-F30DB25930D0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583" name="Gruppieren 582">
            <a:extLst>
              <a:ext uri="{FF2B5EF4-FFF2-40B4-BE49-F238E27FC236}">
                <a16:creationId xmlns:a16="http://schemas.microsoft.com/office/drawing/2014/main" id="{55D29C3C-4FBC-9FF2-FB91-E24AA4BE240F}"/>
              </a:ext>
            </a:extLst>
          </p:cNvPr>
          <p:cNvGrpSpPr/>
          <p:nvPr/>
        </p:nvGrpSpPr>
        <p:grpSpPr>
          <a:xfrm rot="6300000">
            <a:off x="-37673" y="2640234"/>
            <a:ext cx="4629584" cy="2788981"/>
            <a:chOff x="-324210" y="4706992"/>
            <a:chExt cx="4629584" cy="2788981"/>
          </a:xfrm>
        </p:grpSpPr>
        <p:sp>
          <p:nvSpPr>
            <p:cNvPr id="584" name="Ellipse 583">
              <a:extLst>
                <a:ext uri="{FF2B5EF4-FFF2-40B4-BE49-F238E27FC236}">
                  <a16:creationId xmlns:a16="http://schemas.microsoft.com/office/drawing/2014/main" id="{1E9DD232-A28E-0E47-B5F6-2C3F945DFC25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5" name="Ellipse 584">
              <a:extLst>
                <a:ext uri="{FF2B5EF4-FFF2-40B4-BE49-F238E27FC236}">
                  <a16:creationId xmlns:a16="http://schemas.microsoft.com/office/drawing/2014/main" id="{591C2066-5367-7E90-1BC8-DE442FC777EA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6" name="Ellipse 585">
              <a:extLst>
                <a:ext uri="{FF2B5EF4-FFF2-40B4-BE49-F238E27FC236}">
                  <a16:creationId xmlns:a16="http://schemas.microsoft.com/office/drawing/2014/main" id="{BBC5CD2D-DE18-58DC-94E9-E03E25892039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7" name="Ellipse 586">
              <a:extLst>
                <a:ext uri="{FF2B5EF4-FFF2-40B4-BE49-F238E27FC236}">
                  <a16:creationId xmlns:a16="http://schemas.microsoft.com/office/drawing/2014/main" id="{B17F4E60-84BF-3C26-BE75-0CD17AC0AC8B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8" name="Ellipse 587">
              <a:extLst>
                <a:ext uri="{FF2B5EF4-FFF2-40B4-BE49-F238E27FC236}">
                  <a16:creationId xmlns:a16="http://schemas.microsoft.com/office/drawing/2014/main" id="{4DBAC59C-8203-0D96-E3BE-36D0B29FDBD7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89" name="Ellipse 588">
              <a:extLst>
                <a:ext uri="{FF2B5EF4-FFF2-40B4-BE49-F238E27FC236}">
                  <a16:creationId xmlns:a16="http://schemas.microsoft.com/office/drawing/2014/main" id="{87A150B1-FBA6-14C9-2E8C-4078E811E83E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0" name="Ellipse 589">
              <a:extLst>
                <a:ext uri="{FF2B5EF4-FFF2-40B4-BE49-F238E27FC236}">
                  <a16:creationId xmlns:a16="http://schemas.microsoft.com/office/drawing/2014/main" id="{41D12A71-6C92-8629-3ECC-E298C81DE6D5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1" name="Ellipse 590">
              <a:extLst>
                <a:ext uri="{FF2B5EF4-FFF2-40B4-BE49-F238E27FC236}">
                  <a16:creationId xmlns:a16="http://schemas.microsoft.com/office/drawing/2014/main" id="{A50BDFF6-B076-58E9-C610-62C288CFAAA5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2" name="Ellipse 591">
              <a:extLst>
                <a:ext uri="{FF2B5EF4-FFF2-40B4-BE49-F238E27FC236}">
                  <a16:creationId xmlns:a16="http://schemas.microsoft.com/office/drawing/2014/main" id="{8193DB68-8950-EE5C-EB58-9092A36FE2DE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3" name="Ellipse 592">
              <a:extLst>
                <a:ext uri="{FF2B5EF4-FFF2-40B4-BE49-F238E27FC236}">
                  <a16:creationId xmlns:a16="http://schemas.microsoft.com/office/drawing/2014/main" id="{E030464A-4B35-D785-6C21-DB663A11AAB1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4" name="Ellipse 593">
              <a:extLst>
                <a:ext uri="{FF2B5EF4-FFF2-40B4-BE49-F238E27FC236}">
                  <a16:creationId xmlns:a16="http://schemas.microsoft.com/office/drawing/2014/main" id="{D19BA8F9-D738-8FDF-9EF3-1BD9CB4571BC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5" name="Ellipse 594">
              <a:extLst>
                <a:ext uri="{FF2B5EF4-FFF2-40B4-BE49-F238E27FC236}">
                  <a16:creationId xmlns:a16="http://schemas.microsoft.com/office/drawing/2014/main" id="{65F6B4C4-17E1-58EE-1594-7D64EB58AB20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6" name="Ellipse 595">
              <a:extLst>
                <a:ext uri="{FF2B5EF4-FFF2-40B4-BE49-F238E27FC236}">
                  <a16:creationId xmlns:a16="http://schemas.microsoft.com/office/drawing/2014/main" id="{273FF469-CE7D-D511-F084-7A503788A98E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7" name="Ellipse 596">
              <a:extLst>
                <a:ext uri="{FF2B5EF4-FFF2-40B4-BE49-F238E27FC236}">
                  <a16:creationId xmlns:a16="http://schemas.microsoft.com/office/drawing/2014/main" id="{C4AE0C17-1049-31C3-98FB-3BAF0E344922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8" name="Ellipse 597">
              <a:extLst>
                <a:ext uri="{FF2B5EF4-FFF2-40B4-BE49-F238E27FC236}">
                  <a16:creationId xmlns:a16="http://schemas.microsoft.com/office/drawing/2014/main" id="{FEDF0BB6-C953-7F2C-D831-3BD8551E71AC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99" name="Ellipse 598">
              <a:extLst>
                <a:ext uri="{FF2B5EF4-FFF2-40B4-BE49-F238E27FC236}">
                  <a16:creationId xmlns:a16="http://schemas.microsoft.com/office/drawing/2014/main" id="{925DE1C7-65FE-93E7-E596-66938B2A573C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0" name="Ellipse 599">
              <a:extLst>
                <a:ext uri="{FF2B5EF4-FFF2-40B4-BE49-F238E27FC236}">
                  <a16:creationId xmlns:a16="http://schemas.microsoft.com/office/drawing/2014/main" id="{98EB63B2-20BC-4CA3-C4D7-281DC0A46C3A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1" name="Ellipse 600">
              <a:extLst>
                <a:ext uri="{FF2B5EF4-FFF2-40B4-BE49-F238E27FC236}">
                  <a16:creationId xmlns:a16="http://schemas.microsoft.com/office/drawing/2014/main" id="{746D28AA-039C-CA52-F82A-2285E7C552C8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2" name="Ellipse 601">
              <a:extLst>
                <a:ext uri="{FF2B5EF4-FFF2-40B4-BE49-F238E27FC236}">
                  <a16:creationId xmlns:a16="http://schemas.microsoft.com/office/drawing/2014/main" id="{E3A08D91-141E-CC34-FEF0-A05E3450D7D2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3" name="Ellipse 602">
              <a:extLst>
                <a:ext uri="{FF2B5EF4-FFF2-40B4-BE49-F238E27FC236}">
                  <a16:creationId xmlns:a16="http://schemas.microsoft.com/office/drawing/2014/main" id="{1ED5C6BE-5A80-DC55-40EC-76AD1577D960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4" name="Ellipse 603">
              <a:extLst>
                <a:ext uri="{FF2B5EF4-FFF2-40B4-BE49-F238E27FC236}">
                  <a16:creationId xmlns:a16="http://schemas.microsoft.com/office/drawing/2014/main" id="{F0F49CB6-84C8-1E1C-CFBA-C239046AAD7E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5" name="Ellipse 604">
              <a:extLst>
                <a:ext uri="{FF2B5EF4-FFF2-40B4-BE49-F238E27FC236}">
                  <a16:creationId xmlns:a16="http://schemas.microsoft.com/office/drawing/2014/main" id="{644B8D60-BFB5-2C87-A47E-41853B110116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6" name="Ellipse 605">
              <a:extLst>
                <a:ext uri="{FF2B5EF4-FFF2-40B4-BE49-F238E27FC236}">
                  <a16:creationId xmlns:a16="http://schemas.microsoft.com/office/drawing/2014/main" id="{38170608-E1D6-E65F-6FD4-BF55425CC22E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7" name="Ellipse 606">
              <a:extLst>
                <a:ext uri="{FF2B5EF4-FFF2-40B4-BE49-F238E27FC236}">
                  <a16:creationId xmlns:a16="http://schemas.microsoft.com/office/drawing/2014/main" id="{D4C087A1-E131-99F6-CA02-285E1B8AAEF9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8" name="Ellipse 607">
              <a:extLst>
                <a:ext uri="{FF2B5EF4-FFF2-40B4-BE49-F238E27FC236}">
                  <a16:creationId xmlns:a16="http://schemas.microsoft.com/office/drawing/2014/main" id="{F793DFC1-F5F1-3140-9481-678458D8AFE8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09" name="Ellipse 608">
              <a:extLst>
                <a:ext uri="{FF2B5EF4-FFF2-40B4-BE49-F238E27FC236}">
                  <a16:creationId xmlns:a16="http://schemas.microsoft.com/office/drawing/2014/main" id="{3908D7C1-1EDC-41E6-44A6-251872786789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0" name="Ellipse 609">
              <a:extLst>
                <a:ext uri="{FF2B5EF4-FFF2-40B4-BE49-F238E27FC236}">
                  <a16:creationId xmlns:a16="http://schemas.microsoft.com/office/drawing/2014/main" id="{4D6D7C0F-CF39-1A05-51B7-EAC595E952C4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1" name="Ellipse 610">
              <a:extLst>
                <a:ext uri="{FF2B5EF4-FFF2-40B4-BE49-F238E27FC236}">
                  <a16:creationId xmlns:a16="http://schemas.microsoft.com/office/drawing/2014/main" id="{F1BA40AF-A138-4F9D-E53F-491319ED1F4C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612" name="Gruppieren 611">
            <a:extLst>
              <a:ext uri="{FF2B5EF4-FFF2-40B4-BE49-F238E27FC236}">
                <a16:creationId xmlns:a16="http://schemas.microsoft.com/office/drawing/2014/main" id="{44A0EDA2-E844-E9DE-6A5F-B8D89CD13026}"/>
              </a:ext>
            </a:extLst>
          </p:cNvPr>
          <p:cNvGrpSpPr/>
          <p:nvPr/>
        </p:nvGrpSpPr>
        <p:grpSpPr>
          <a:xfrm rot="6300000">
            <a:off x="-2289554" y="3513691"/>
            <a:ext cx="4629584" cy="2788981"/>
            <a:chOff x="-324210" y="4706992"/>
            <a:chExt cx="4629584" cy="2788981"/>
          </a:xfrm>
        </p:grpSpPr>
        <p:sp>
          <p:nvSpPr>
            <p:cNvPr id="613" name="Ellipse 612">
              <a:extLst>
                <a:ext uri="{FF2B5EF4-FFF2-40B4-BE49-F238E27FC236}">
                  <a16:creationId xmlns:a16="http://schemas.microsoft.com/office/drawing/2014/main" id="{EBA46A78-6EAC-341E-11E7-4FEAD4E1293D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4" name="Ellipse 613">
              <a:extLst>
                <a:ext uri="{FF2B5EF4-FFF2-40B4-BE49-F238E27FC236}">
                  <a16:creationId xmlns:a16="http://schemas.microsoft.com/office/drawing/2014/main" id="{C91418B1-6261-14DB-E992-1FE42CA9312B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5" name="Ellipse 614">
              <a:extLst>
                <a:ext uri="{FF2B5EF4-FFF2-40B4-BE49-F238E27FC236}">
                  <a16:creationId xmlns:a16="http://schemas.microsoft.com/office/drawing/2014/main" id="{9984F8DE-03A3-FDCC-F7FF-8D85E24E3E9D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6" name="Ellipse 615">
              <a:extLst>
                <a:ext uri="{FF2B5EF4-FFF2-40B4-BE49-F238E27FC236}">
                  <a16:creationId xmlns:a16="http://schemas.microsoft.com/office/drawing/2014/main" id="{940B0451-1DB5-15A6-91AB-54219F7A3B8B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7" name="Ellipse 616">
              <a:extLst>
                <a:ext uri="{FF2B5EF4-FFF2-40B4-BE49-F238E27FC236}">
                  <a16:creationId xmlns:a16="http://schemas.microsoft.com/office/drawing/2014/main" id="{5DCA6BB9-5627-867B-F5C9-E841CB15C689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8" name="Ellipse 617">
              <a:extLst>
                <a:ext uri="{FF2B5EF4-FFF2-40B4-BE49-F238E27FC236}">
                  <a16:creationId xmlns:a16="http://schemas.microsoft.com/office/drawing/2014/main" id="{6C3AB0A7-9812-2119-F2C1-6EC6A9CEF91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19" name="Ellipse 618">
              <a:extLst>
                <a:ext uri="{FF2B5EF4-FFF2-40B4-BE49-F238E27FC236}">
                  <a16:creationId xmlns:a16="http://schemas.microsoft.com/office/drawing/2014/main" id="{3F5931A7-BB32-1881-6C87-60CDCC4AC6E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0" name="Ellipse 619">
              <a:extLst>
                <a:ext uri="{FF2B5EF4-FFF2-40B4-BE49-F238E27FC236}">
                  <a16:creationId xmlns:a16="http://schemas.microsoft.com/office/drawing/2014/main" id="{2FB1E607-914D-A4D7-6C7C-01E5141A9B7E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1" name="Ellipse 620">
              <a:extLst>
                <a:ext uri="{FF2B5EF4-FFF2-40B4-BE49-F238E27FC236}">
                  <a16:creationId xmlns:a16="http://schemas.microsoft.com/office/drawing/2014/main" id="{CEE025CB-FA2C-A67E-55F6-57B3DF4D4F66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2" name="Ellipse 621">
              <a:extLst>
                <a:ext uri="{FF2B5EF4-FFF2-40B4-BE49-F238E27FC236}">
                  <a16:creationId xmlns:a16="http://schemas.microsoft.com/office/drawing/2014/main" id="{830EF937-E704-92BB-E338-E0808AD40173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3" name="Ellipse 622">
              <a:extLst>
                <a:ext uri="{FF2B5EF4-FFF2-40B4-BE49-F238E27FC236}">
                  <a16:creationId xmlns:a16="http://schemas.microsoft.com/office/drawing/2014/main" id="{D4EEEAFC-1592-ECCA-6EBE-CAEAD1350E50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4" name="Ellipse 623">
              <a:extLst>
                <a:ext uri="{FF2B5EF4-FFF2-40B4-BE49-F238E27FC236}">
                  <a16:creationId xmlns:a16="http://schemas.microsoft.com/office/drawing/2014/main" id="{83682A89-D78E-9879-343A-AC7541F8A1CB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5" name="Ellipse 624">
              <a:extLst>
                <a:ext uri="{FF2B5EF4-FFF2-40B4-BE49-F238E27FC236}">
                  <a16:creationId xmlns:a16="http://schemas.microsoft.com/office/drawing/2014/main" id="{48C2513F-A923-D6D1-DDB0-2F7DFFECD6C3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6" name="Ellipse 625">
              <a:extLst>
                <a:ext uri="{FF2B5EF4-FFF2-40B4-BE49-F238E27FC236}">
                  <a16:creationId xmlns:a16="http://schemas.microsoft.com/office/drawing/2014/main" id="{C430EAB8-62F2-61FC-10AB-4F76789FD0EA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7" name="Ellipse 626">
              <a:extLst>
                <a:ext uri="{FF2B5EF4-FFF2-40B4-BE49-F238E27FC236}">
                  <a16:creationId xmlns:a16="http://schemas.microsoft.com/office/drawing/2014/main" id="{CF3C157D-1FC4-8FB4-9297-3E48D470AAD3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8" name="Ellipse 627">
              <a:extLst>
                <a:ext uri="{FF2B5EF4-FFF2-40B4-BE49-F238E27FC236}">
                  <a16:creationId xmlns:a16="http://schemas.microsoft.com/office/drawing/2014/main" id="{43EE6DDF-ADD4-7703-C56E-5DDFF0A1E99E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29" name="Ellipse 628">
              <a:extLst>
                <a:ext uri="{FF2B5EF4-FFF2-40B4-BE49-F238E27FC236}">
                  <a16:creationId xmlns:a16="http://schemas.microsoft.com/office/drawing/2014/main" id="{9FE0331E-8F1B-CD4D-966B-0B9DFD6720A5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0" name="Ellipse 629">
              <a:extLst>
                <a:ext uri="{FF2B5EF4-FFF2-40B4-BE49-F238E27FC236}">
                  <a16:creationId xmlns:a16="http://schemas.microsoft.com/office/drawing/2014/main" id="{043718DC-A809-69C8-3FEF-5E022BA21C84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1" name="Ellipse 630">
              <a:extLst>
                <a:ext uri="{FF2B5EF4-FFF2-40B4-BE49-F238E27FC236}">
                  <a16:creationId xmlns:a16="http://schemas.microsoft.com/office/drawing/2014/main" id="{46A363BC-A5F3-6ECA-3DB8-B4D15DBD4CA3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2" name="Ellipse 631">
              <a:extLst>
                <a:ext uri="{FF2B5EF4-FFF2-40B4-BE49-F238E27FC236}">
                  <a16:creationId xmlns:a16="http://schemas.microsoft.com/office/drawing/2014/main" id="{A4B73271-DC52-C9C0-4096-0ED964412D58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3" name="Ellipse 632">
              <a:extLst>
                <a:ext uri="{FF2B5EF4-FFF2-40B4-BE49-F238E27FC236}">
                  <a16:creationId xmlns:a16="http://schemas.microsoft.com/office/drawing/2014/main" id="{31DB207B-0E53-D972-D3F3-A77B6622EF5F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4" name="Ellipse 633">
              <a:extLst>
                <a:ext uri="{FF2B5EF4-FFF2-40B4-BE49-F238E27FC236}">
                  <a16:creationId xmlns:a16="http://schemas.microsoft.com/office/drawing/2014/main" id="{9091911D-F654-8572-5DAC-03805489000D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5" name="Ellipse 634">
              <a:extLst>
                <a:ext uri="{FF2B5EF4-FFF2-40B4-BE49-F238E27FC236}">
                  <a16:creationId xmlns:a16="http://schemas.microsoft.com/office/drawing/2014/main" id="{A40D78EC-81A0-98F3-3D88-B347ECC4F232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6" name="Ellipse 635">
              <a:extLst>
                <a:ext uri="{FF2B5EF4-FFF2-40B4-BE49-F238E27FC236}">
                  <a16:creationId xmlns:a16="http://schemas.microsoft.com/office/drawing/2014/main" id="{3AA3A42B-2863-389F-ADE1-2BD67E6F531E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7" name="Ellipse 636">
              <a:extLst>
                <a:ext uri="{FF2B5EF4-FFF2-40B4-BE49-F238E27FC236}">
                  <a16:creationId xmlns:a16="http://schemas.microsoft.com/office/drawing/2014/main" id="{99911666-F072-7693-7AA8-92EB6123183F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8" name="Ellipse 637">
              <a:extLst>
                <a:ext uri="{FF2B5EF4-FFF2-40B4-BE49-F238E27FC236}">
                  <a16:creationId xmlns:a16="http://schemas.microsoft.com/office/drawing/2014/main" id="{1A6FBC93-FCEC-745C-D8C6-5B6163B8508B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39" name="Ellipse 638">
              <a:extLst>
                <a:ext uri="{FF2B5EF4-FFF2-40B4-BE49-F238E27FC236}">
                  <a16:creationId xmlns:a16="http://schemas.microsoft.com/office/drawing/2014/main" id="{7D3286B0-1C57-256B-A84A-8ACCFA0B2CD9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0" name="Ellipse 639">
              <a:extLst>
                <a:ext uri="{FF2B5EF4-FFF2-40B4-BE49-F238E27FC236}">
                  <a16:creationId xmlns:a16="http://schemas.microsoft.com/office/drawing/2014/main" id="{E9BAF000-1640-4E0A-1A5E-93207B4EDB18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641" name="Gruppieren 640">
            <a:extLst>
              <a:ext uri="{FF2B5EF4-FFF2-40B4-BE49-F238E27FC236}">
                <a16:creationId xmlns:a16="http://schemas.microsoft.com/office/drawing/2014/main" id="{CA820277-861A-F623-8156-9EB653142298}"/>
              </a:ext>
            </a:extLst>
          </p:cNvPr>
          <p:cNvGrpSpPr/>
          <p:nvPr/>
        </p:nvGrpSpPr>
        <p:grpSpPr>
          <a:xfrm rot="6300000">
            <a:off x="-1115392" y="2120931"/>
            <a:ext cx="4629584" cy="2788981"/>
            <a:chOff x="-324210" y="4706992"/>
            <a:chExt cx="4629584" cy="2788981"/>
          </a:xfrm>
        </p:grpSpPr>
        <p:sp>
          <p:nvSpPr>
            <p:cNvPr id="642" name="Ellipse 641">
              <a:extLst>
                <a:ext uri="{FF2B5EF4-FFF2-40B4-BE49-F238E27FC236}">
                  <a16:creationId xmlns:a16="http://schemas.microsoft.com/office/drawing/2014/main" id="{E9BD5173-DADF-7570-11FF-C4D115E77E10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3" name="Ellipse 642">
              <a:extLst>
                <a:ext uri="{FF2B5EF4-FFF2-40B4-BE49-F238E27FC236}">
                  <a16:creationId xmlns:a16="http://schemas.microsoft.com/office/drawing/2014/main" id="{9EA5B761-7D72-F6D9-9748-F9042060B36A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4" name="Ellipse 643">
              <a:extLst>
                <a:ext uri="{FF2B5EF4-FFF2-40B4-BE49-F238E27FC236}">
                  <a16:creationId xmlns:a16="http://schemas.microsoft.com/office/drawing/2014/main" id="{AF96FC1F-819F-F05C-12BD-FB7374E4BB19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5" name="Ellipse 644">
              <a:extLst>
                <a:ext uri="{FF2B5EF4-FFF2-40B4-BE49-F238E27FC236}">
                  <a16:creationId xmlns:a16="http://schemas.microsoft.com/office/drawing/2014/main" id="{65B57894-DE00-6A30-22DF-846E05C749F0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6" name="Ellipse 645">
              <a:extLst>
                <a:ext uri="{FF2B5EF4-FFF2-40B4-BE49-F238E27FC236}">
                  <a16:creationId xmlns:a16="http://schemas.microsoft.com/office/drawing/2014/main" id="{7D315D9D-232C-F758-6CD4-4B22A60A6F89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7" name="Ellipse 646">
              <a:extLst>
                <a:ext uri="{FF2B5EF4-FFF2-40B4-BE49-F238E27FC236}">
                  <a16:creationId xmlns:a16="http://schemas.microsoft.com/office/drawing/2014/main" id="{D1A4625B-BEF5-D4A9-15EC-50EF223767BD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8" name="Ellipse 647">
              <a:extLst>
                <a:ext uri="{FF2B5EF4-FFF2-40B4-BE49-F238E27FC236}">
                  <a16:creationId xmlns:a16="http://schemas.microsoft.com/office/drawing/2014/main" id="{4D7308C0-47C0-41C3-09F2-D4A9A8BBEDB9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49" name="Ellipse 648">
              <a:extLst>
                <a:ext uri="{FF2B5EF4-FFF2-40B4-BE49-F238E27FC236}">
                  <a16:creationId xmlns:a16="http://schemas.microsoft.com/office/drawing/2014/main" id="{8FD20DA0-0533-3F5B-0213-C4434B6F6BBC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0" name="Ellipse 649">
              <a:extLst>
                <a:ext uri="{FF2B5EF4-FFF2-40B4-BE49-F238E27FC236}">
                  <a16:creationId xmlns:a16="http://schemas.microsoft.com/office/drawing/2014/main" id="{992155C5-78A4-A794-2E2E-CD2478A73545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1" name="Ellipse 650">
              <a:extLst>
                <a:ext uri="{FF2B5EF4-FFF2-40B4-BE49-F238E27FC236}">
                  <a16:creationId xmlns:a16="http://schemas.microsoft.com/office/drawing/2014/main" id="{C6713F4E-F80C-1EB6-6FE9-DC17033F024E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2" name="Ellipse 651">
              <a:extLst>
                <a:ext uri="{FF2B5EF4-FFF2-40B4-BE49-F238E27FC236}">
                  <a16:creationId xmlns:a16="http://schemas.microsoft.com/office/drawing/2014/main" id="{35BFACBA-9084-CBF0-CF4C-57B34FE1829C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3" name="Ellipse 652">
              <a:extLst>
                <a:ext uri="{FF2B5EF4-FFF2-40B4-BE49-F238E27FC236}">
                  <a16:creationId xmlns:a16="http://schemas.microsoft.com/office/drawing/2014/main" id="{A420AC58-4192-7909-31C0-F498EE0531FF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4" name="Ellipse 653">
              <a:extLst>
                <a:ext uri="{FF2B5EF4-FFF2-40B4-BE49-F238E27FC236}">
                  <a16:creationId xmlns:a16="http://schemas.microsoft.com/office/drawing/2014/main" id="{DDBBE996-2698-EC6A-31B8-FADA77BEA81A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5" name="Ellipse 654">
              <a:extLst>
                <a:ext uri="{FF2B5EF4-FFF2-40B4-BE49-F238E27FC236}">
                  <a16:creationId xmlns:a16="http://schemas.microsoft.com/office/drawing/2014/main" id="{C7E92EC3-EF93-08C3-B573-3B1CCF24DB69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6" name="Ellipse 655">
              <a:extLst>
                <a:ext uri="{FF2B5EF4-FFF2-40B4-BE49-F238E27FC236}">
                  <a16:creationId xmlns:a16="http://schemas.microsoft.com/office/drawing/2014/main" id="{C27C2F17-CDA6-7A71-08C1-A65B1830A499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7" name="Ellipse 656">
              <a:extLst>
                <a:ext uri="{FF2B5EF4-FFF2-40B4-BE49-F238E27FC236}">
                  <a16:creationId xmlns:a16="http://schemas.microsoft.com/office/drawing/2014/main" id="{6C821832-373B-B8CF-C54E-D42774774528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8" name="Ellipse 657">
              <a:extLst>
                <a:ext uri="{FF2B5EF4-FFF2-40B4-BE49-F238E27FC236}">
                  <a16:creationId xmlns:a16="http://schemas.microsoft.com/office/drawing/2014/main" id="{6889CF29-C471-E8DE-9A04-FDF94F51CB27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9" name="Ellipse 658">
              <a:extLst>
                <a:ext uri="{FF2B5EF4-FFF2-40B4-BE49-F238E27FC236}">
                  <a16:creationId xmlns:a16="http://schemas.microsoft.com/office/drawing/2014/main" id="{CDC36809-21C0-AAB5-3CE0-A309B5B736C1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0" name="Ellipse 659">
              <a:extLst>
                <a:ext uri="{FF2B5EF4-FFF2-40B4-BE49-F238E27FC236}">
                  <a16:creationId xmlns:a16="http://schemas.microsoft.com/office/drawing/2014/main" id="{0D197FEE-9927-2003-C13C-1447758DBFFD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1" name="Ellipse 660">
              <a:extLst>
                <a:ext uri="{FF2B5EF4-FFF2-40B4-BE49-F238E27FC236}">
                  <a16:creationId xmlns:a16="http://schemas.microsoft.com/office/drawing/2014/main" id="{FA47251B-0C08-C49C-2394-C1D0DDC91F15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2" name="Ellipse 661">
              <a:extLst>
                <a:ext uri="{FF2B5EF4-FFF2-40B4-BE49-F238E27FC236}">
                  <a16:creationId xmlns:a16="http://schemas.microsoft.com/office/drawing/2014/main" id="{9F9B3458-7A51-3209-2403-81771BF253B0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3" name="Ellipse 662">
              <a:extLst>
                <a:ext uri="{FF2B5EF4-FFF2-40B4-BE49-F238E27FC236}">
                  <a16:creationId xmlns:a16="http://schemas.microsoft.com/office/drawing/2014/main" id="{8752D307-0E39-E545-93DC-A51F99EBFE64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4" name="Ellipse 663">
              <a:extLst>
                <a:ext uri="{FF2B5EF4-FFF2-40B4-BE49-F238E27FC236}">
                  <a16:creationId xmlns:a16="http://schemas.microsoft.com/office/drawing/2014/main" id="{7F9C9246-5103-1B4A-DB66-0AA10E185E8A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5" name="Ellipse 664">
              <a:extLst>
                <a:ext uri="{FF2B5EF4-FFF2-40B4-BE49-F238E27FC236}">
                  <a16:creationId xmlns:a16="http://schemas.microsoft.com/office/drawing/2014/main" id="{0206C155-8E25-1B2B-B55E-19ABBA36EC94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6" name="Ellipse 665">
              <a:extLst>
                <a:ext uri="{FF2B5EF4-FFF2-40B4-BE49-F238E27FC236}">
                  <a16:creationId xmlns:a16="http://schemas.microsoft.com/office/drawing/2014/main" id="{098981C0-BC7A-1792-A70B-FAC31A506841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7" name="Ellipse 666">
              <a:extLst>
                <a:ext uri="{FF2B5EF4-FFF2-40B4-BE49-F238E27FC236}">
                  <a16:creationId xmlns:a16="http://schemas.microsoft.com/office/drawing/2014/main" id="{E7D58981-CF44-311E-9F06-0DB13FBDF6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8" name="Ellipse 667">
              <a:extLst>
                <a:ext uri="{FF2B5EF4-FFF2-40B4-BE49-F238E27FC236}">
                  <a16:creationId xmlns:a16="http://schemas.microsoft.com/office/drawing/2014/main" id="{ACB0F4FD-E7CC-DCE0-9178-BDE0869BEFFC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69" name="Ellipse 668">
              <a:extLst>
                <a:ext uri="{FF2B5EF4-FFF2-40B4-BE49-F238E27FC236}">
                  <a16:creationId xmlns:a16="http://schemas.microsoft.com/office/drawing/2014/main" id="{82D3CE84-FED1-8E90-E6EF-04A3804E1107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670" name="Grafik 669">
            <a:extLst>
              <a:ext uri="{FF2B5EF4-FFF2-40B4-BE49-F238E27FC236}">
                <a16:creationId xmlns:a16="http://schemas.microsoft.com/office/drawing/2014/main" id="{E93E9022-F43A-7A44-7628-B946571E0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 flipH="1">
            <a:off x="10670891" y="7765206"/>
            <a:ext cx="1591374" cy="1190084"/>
          </a:xfrm>
          <a:prstGeom prst="rect">
            <a:avLst/>
          </a:prstGeom>
        </p:spPr>
      </p:pic>
      <p:sp>
        <p:nvSpPr>
          <p:cNvPr id="671" name="Ellipse 670">
            <a:extLst>
              <a:ext uri="{FF2B5EF4-FFF2-40B4-BE49-F238E27FC236}">
                <a16:creationId xmlns:a16="http://schemas.microsoft.com/office/drawing/2014/main" id="{1CD855A0-BF94-A147-F080-27EDB0F07094}"/>
              </a:ext>
            </a:extLst>
          </p:cNvPr>
          <p:cNvSpPr/>
          <p:nvPr/>
        </p:nvSpPr>
        <p:spPr>
          <a:xfrm rot="9412871">
            <a:off x="5940011" y="286488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2" name="Ellipse 671">
            <a:extLst>
              <a:ext uri="{FF2B5EF4-FFF2-40B4-BE49-F238E27FC236}">
                <a16:creationId xmlns:a16="http://schemas.microsoft.com/office/drawing/2014/main" id="{DA6A95A8-F9AC-FC98-9594-E09D9A5AEE66}"/>
              </a:ext>
            </a:extLst>
          </p:cNvPr>
          <p:cNvSpPr/>
          <p:nvPr/>
        </p:nvSpPr>
        <p:spPr>
          <a:xfrm rot="9412871">
            <a:off x="5922649" y="322834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3" name="Ellipse 672">
            <a:extLst>
              <a:ext uri="{FF2B5EF4-FFF2-40B4-BE49-F238E27FC236}">
                <a16:creationId xmlns:a16="http://schemas.microsoft.com/office/drawing/2014/main" id="{DE86D89C-E5A5-516E-D2C8-4DF6E577A195}"/>
              </a:ext>
            </a:extLst>
          </p:cNvPr>
          <p:cNvSpPr/>
          <p:nvPr/>
        </p:nvSpPr>
        <p:spPr>
          <a:xfrm rot="9412871">
            <a:off x="6113978" y="3547117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4" name="Ellipse 673">
            <a:extLst>
              <a:ext uri="{FF2B5EF4-FFF2-40B4-BE49-F238E27FC236}">
                <a16:creationId xmlns:a16="http://schemas.microsoft.com/office/drawing/2014/main" id="{DE7AD42C-B2E5-7CE7-5C43-A17556648B9D}"/>
              </a:ext>
            </a:extLst>
          </p:cNvPr>
          <p:cNvSpPr/>
          <p:nvPr/>
        </p:nvSpPr>
        <p:spPr>
          <a:xfrm rot="9412871">
            <a:off x="6050561" y="25575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5" name="Ellipse 674">
            <a:extLst>
              <a:ext uri="{FF2B5EF4-FFF2-40B4-BE49-F238E27FC236}">
                <a16:creationId xmlns:a16="http://schemas.microsoft.com/office/drawing/2014/main" id="{3AB87FA6-797A-FADD-A11A-94B0F0EBDF93}"/>
              </a:ext>
            </a:extLst>
          </p:cNvPr>
          <p:cNvSpPr/>
          <p:nvPr/>
        </p:nvSpPr>
        <p:spPr>
          <a:xfrm rot="9412871">
            <a:off x="6222079" y="273293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6" name="Ellipse 675">
            <a:extLst>
              <a:ext uri="{FF2B5EF4-FFF2-40B4-BE49-F238E27FC236}">
                <a16:creationId xmlns:a16="http://schemas.microsoft.com/office/drawing/2014/main" id="{77131594-6135-ED57-877C-D8FA81B239D6}"/>
              </a:ext>
            </a:extLst>
          </p:cNvPr>
          <p:cNvSpPr/>
          <p:nvPr/>
        </p:nvSpPr>
        <p:spPr>
          <a:xfrm rot="9412871">
            <a:off x="6184402" y="299086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7" name="Ellipse 676">
            <a:extLst>
              <a:ext uri="{FF2B5EF4-FFF2-40B4-BE49-F238E27FC236}">
                <a16:creationId xmlns:a16="http://schemas.microsoft.com/office/drawing/2014/main" id="{8995CFCD-60D5-E258-7D2C-6321709D28B0}"/>
              </a:ext>
            </a:extLst>
          </p:cNvPr>
          <p:cNvSpPr/>
          <p:nvPr/>
        </p:nvSpPr>
        <p:spPr>
          <a:xfrm rot="9412871">
            <a:off x="6545617" y="364837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8" name="Ellipse 677">
            <a:extLst>
              <a:ext uri="{FF2B5EF4-FFF2-40B4-BE49-F238E27FC236}">
                <a16:creationId xmlns:a16="http://schemas.microsoft.com/office/drawing/2014/main" id="{6803EA72-6076-F013-747C-7894D412530A}"/>
              </a:ext>
            </a:extLst>
          </p:cNvPr>
          <p:cNvSpPr/>
          <p:nvPr/>
        </p:nvSpPr>
        <p:spPr>
          <a:xfrm rot="9412871">
            <a:off x="6610130" y="254039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9" name="Ellipse 678">
            <a:extLst>
              <a:ext uri="{FF2B5EF4-FFF2-40B4-BE49-F238E27FC236}">
                <a16:creationId xmlns:a16="http://schemas.microsoft.com/office/drawing/2014/main" id="{3965B94D-95E7-0BB7-E6F5-CC14CE46E910}"/>
              </a:ext>
            </a:extLst>
          </p:cNvPr>
          <p:cNvSpPr/>
          <p:nvPr/>
        </p:nvSpPr>
        <p:spPr>
          <a:xfrm rot="9412871">
            <a:off x="6510517" y="321997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0" name="Ellipse 679">
            <a:extLst>
              <a:ext uri="{FF2B5EF4-FFF2-40B4-BE49-F238E27FC236}">
                <a16:creationId xmlns:a16="http://schemas.microsoft.com/office/drawing/2014/main" id="{6684E0B2-753E-198D-989E-2F026657CA27}"/>
              </a:ext>
            </a:extLst>
          </p:cNvPr>
          <p:cNvSpPr/>
          <p:nvPr/>
        </p:nvSpPr>
        <p:spPr>
          <a:xfrm rot="9412871">
            <a:off x="6754284" y="294124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1" name="Ellipse 680">
            <a:extLst>
              <a:ext uri="{FF2B5EF4-FFF2-40B4-BE49-F238E27FC236}">
                <a16:creationId xmlns:a16="http://schemas.microsoft.com/office/drawing/2014/main" id="{1F43D5D7-CEA2-B6B6-7FC5-2976E27586B9}"/>
              </a:ext>
            </a:extLst>
          </p:cNvPr>
          <p:cNvSpPr/>
          <p:nvPr/>
        </p:nvSpPr>
        <p:spPr>
          <a:xfrm rot="9412871">
            <a:off x="4053526" y="222834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2" name="Ellipse 681">
            <a:extLst>
              <a:ext uri="{FF2B5EF4-FFF2-40B4-BE49-F238E27FC236}">
                <a16:creationId xmlns:a16="http://schemas.microsoft.com/office/drawing/2014/main" id="{4D2CD212-6596-517E-9235-7540D0D00253}"/>
              </a:ext>
            </a:extLst>
          </p:cNvPr>
          <p:cNvSpPr/>
          <p:nvPr/>
        </p:nvSpPr>
        <p:spPr>
          <a:xfrm rot="9412871">
            <a:off x="6941865" y="367287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3" name="Ellipse 682">
            <a:extLst>
              <a:ext uri="{FF2B5EF4-FFF2-40B4-BE49-F238E27FC236}">
                <a16:creationId xmlns:a16="http://schemas.microsoft.com/office/drawing/2014/main" id="{D0B8DFA9-E77C-E1A2-99B3-98C6A9353F5A}"/>
              </a:ext>
            </a:extLst>
          </p:cNvPr>
          <p:cNvSpPr/>
          <p:nvPr/>
        </p:nvSpPr>
        <p:spPr>
          <a:xfrm rot="9412871">
            <a:off x="6993901" y="338236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4" name="Ellipse 683">
            <a:extLst>
              <a:ext uri="{FF2B5EF4-FFF2-40B4-BE49-F238E27FC236}">
                <a16:creationId xmlns:a16="http://schemas.microsoft.com/office/drawing/2014/main" id="{7AFFD9A7-B16F-A271-F73B-B85914C21A28}"/>
              </a:ext>
            </a:extLst>
          </p:cNvPr>
          <p:cNvSpPr/>
          <p:nvPr/>
        </p:nvSpPr>
        <p:spPr>
          <a:xfrm rot="9412871">
            <a:off x="7190664" y="302931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5" name="Ellipse 684">
            <a:extLst>
              <a:ext uri="{FF2B5EF4-FFF2-40B4-BE49-F238E27FC236}">
                <a16:creationId xmlns:a16="http://schemas.microsoft.com/office/drawing/2014/main" id="{41D40E40-8C7F-B52D-0979-1B84EFD1601F}"/>
              </a:ext>
            </a:extLst>
          </p:cNvPr>
          <p:cNvSpPr/>
          <p:nvPr/>
        </p:nvSpPr>
        <p:spPr>
          <a:xfrm rot="9412871">
            <a:off x="7184908" y="253963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6" name="Ellipse 685">
            <a:extLst>
              <a:ext uri="{FF2B5EF4-FFF2-40B4-BE49-F238E27FC236}">
                <a16:creationId xmlns:a16="http://schemas.microsoft.com/office/drawing/2014/main" id="{39E009D8-79ED-2029-6E25-33D727F0FDA2}"/>
              </a:ext>
            </a:extLst>
          </p:cNvPr>
          <p:cNvSpPr/>
          <p:nvPr/>
        </p:nvSpPr>
        <p:spPr>
          <a:xfrm rot="9412871">
            <a:off x="7429945" y="220068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7" name="Ellipse 686">
            <a:extLst>
              <a:ext uri="{FF2B5EF4-FFF2-40B4-BE49-F238E27FC236}">
                <a16:creationId xmlns:a16="http://schemas.microsoft.com/office/drawing/2014/main" id="{C2C8453D-D628-08AD-31A1-169A4B9D189C}"/>
              </a:ext>
            </a:extLst>
          </p:cNvPr>
          <p:cNvSpPr/>
          <p:nvPr/>
        </p:nvSpPr>
        <p:spPr>
          <a:xfrm rot="9412871">
            <a:off x="7572004" y="259650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8" name="Ellipse 687">
            <a:extLst>
              <a:ext uri="{FF2B5EF4-FFF2-40B4-BE49-F238E27FC236}">
                <a16:creationId xmlns:a16="http://schemas.microsoft.com/office/drawing/2014/main" id="{C15139DE-8A79-96E8-F420-4B89E47654D3}"/>
              </a:ext>
            </a:extLst>
          </p:cNvPr>
          <p:cNvSpPr/>
          <p:nvPr/>
        </p:nvSpPr>
        <p:spPr>
          <a:xfrm rot="9412871">
            <a:off x="7700878" y="296814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689" name="Gruppieren 688">
            <a:extLst>
              <a:ext uri="{FF2B5EF4-FFF2-40B4-BE49-F238E27FC236}">
                <a16:creationId xmlns:a16="http://schemas.microsoft.com/office/drawing/2014/main" id="{B4CFC05E-EF92-972B-99D1-687EA998B1D3}"/>
              </a:ext>
            </a:extLst>
          </p:cNvPr>
          <p:cNvGrpSpPr/>
          <p:nvPr/>
        </p:nvGrpSpPr>
        <p:grpSpPr>
          <a:xfrm rot="12187129" flipH="1">
            <a:off x="4127184" y="-337243"/>
            <a:ext cx="2953403" cy="2665423"/>
            <a:chOff x="9535110" y="4663981"/>
            <a:chExt cx="2953403" cy="2665423"/>
          </a:xfrm>
        </p:grpSpPr>
        <p:sp>
          <p:nvSpPr>
            <p:cNvPr id="690" name="Ellipse 689">
              <a:extLst>
                <a:ext uri="{FF2B5EF4-FFF2-40B4-BE49-F238E27FC236}">
                  <a16:creationId xmlns:a16="http://schemas.microsoft.com/office/drawing/2014/main" id="{D7BAC9ED-2882-3BFE-03C5-4968AA7B4FFF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1" name="Ellipse 690">
              <a:extLst>
                <a:ext uri="{FF2B5EF4-FFF2-40B4-BE49-F238E27FC236}">
                  <a16:creationId xmlns:a16="http://schemas.microsoft.com/office/drawing/2014/main" id="{527A70D1-1AF4-4784-C3CE-A1B02A177616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2" name="Ellipse 691">
              <a:extLst>
                <a:ext uri="{FF2B5EF4-FFF2-40B4-BE49-F238E27FC236}">
                  <a16:creationId xmlns:a16="http://schemas.microsoft.com/office/drawing/2014/main" id="{0A624B39-8A2E-4EA6-A57C-895FFF45467D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3" name="Ellipse 692">
              <a:extLst>
                <a:ext uri="{FF2B5EF4-FFF2-40B4-BE49-F238E27FC236}">
                  <a16:creationId xmlns:a16="http://schemas.microsoft.com/office/drawing/2014/main" id="{455C35BD-4EE2-A9A1-FE3F-9480413D675C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4" name="Ellipse 693">
              <a:extLst>
                <a:ext uri="{FF2B5EF4-FFF2-40B4-BE49-F238E27FC236}">
                  <a16:creationId xmlns:a16="http://schemas.microsoft.com/office/drawing/2014/main" id="{5295ABE2-A763-4032-5CE7-BD06E86893B0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5" name="Ellipse 694">
              <a:extLst>
                <a:ext uri="{FF2B5EF4-FFF2-40B4-BE49-F238E27FC236}">
                  <a16:creationId xmlns:a16="http://schemas.microsoft.com/office/drawing/2014/main" id="{017C2BF4-D17A-6BD8-9FAF-4C63D26E2F0A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6" name="Ellipse 695">
              <a:extLst>
                <a:ext uri="{FF2B5EF4-FFF2-40B4-BE49-F238E27FC236}">
                  <a16:creationId xmlns:a16="http://schemas.microsoft.com/office/drawing/2014/main" id="{4E2374BC-1D50-1017-2295-AB920F5BB773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7" name="Ellipse 696">
              <a:extLst>
                <a:ext uri="{FF2B5EF4-FFF2-40B4-BE49-F238E27FC236}">
                  <a16:creationId xmlns:a16="http://schemas.microsoft.com/office/drawing/2014/main" id="{1D0EB115-F55A-D0E7-177C-FEB77A48555F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8" name="Ellipse 697">
              <a:extLst>
                <a:ext uri="{FF2B5EF4-FFF2-40B4-BE49-F238E27FC236}">
                  <a16:creationId xmlns:a16="http://schemas.microsoft.com/office/drawing/2014/main" id="{F89D5FF8-F92A-5103-95F9-4F05067DA9D1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99" name="Ellipse 698">
              <a:extLst>
                <a:ext uri="{FF2B5EF4-FFF2-40B4-BE49-F238E27FC236}">
                  <a16:creationId xmlns:a16="http://schemas.microsoft.com/office/drawing/2014/main" id="{92D48881-19C2-408A-BCB9-53FEEB403B88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0" name="Ellipse 699">
              <a:extLst>
                <a:ext uri="{FF2B5EF4-FFF2-40B4-BE49-F238E27FC236}">
                  <a16:creationId xmlns:a16="http://schemas.microsoft.com/office/drawing/2014/main" id="{3BC79299-BD33-9CD8-8B42-4AED146BFB78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1" name="Ellipse 700">
              <a:extLst>
                <a:ext uri="{FF2B5EF4-FFF2-40B4-BE49-F238E27FC236}">
                  <a16:creationId xmlns:a16="http://schemas.microsoft.com/office/drawing/2014/main" id="{96D0F6CF-1000-F7AE-972E-13B046121D09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2" name="Ellipse 701">
              <a:extLst>
                <a:ext uri="{FF2B5EF4-FFF2-40B4-BE49-F238E27FC236}">
                  <a16:creationId xmlns:a16="http://schemas.microsoft.com/office/drawing/2014/main" id="{B62C4C08-5E13-DED8-D0E5-26D60AC7F9F3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3" name="Ellipse 702">
              <a:extLst>
                <a:ext uri="{FF2B5EF4-FFF2-40B4-BE49-F238E27FC236}">
                  <a16:creationId xmlns:a16="http://schemas.microsoft.com/office/drawing/2014/main" id="{10CA1FDA-9035-7EA8-FFBA-592771CE417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4" name="Ellipse 703">
              <a:extLst>
                <a:ext uri="{FF2B5EF4-FFF2-40B4-BE49-F238E27FC236}">
                  <a16:creationId xmlns:a16="http://schemas.microsoft.com/office/drawing/2014/main" id="{84B3F2C1-0321-315E-32BA-7E64FE36474A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5" name="Ellipse 704">
              <a:extLst>
                <a:ext uri="{FF2B5EF4-FFF2-40B4-BE49-F238E27FC236}">
                  <a16:creationId xmlns:a16="http://schemas.microsoft.com/office/drawing/2014/main" id="{DBF8A2B2-DE76-E95E-056F-519426DD0999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6" name="Ellipse 705">
              <a:extLst>
                <a:ext uri="{FF2B5EF4-FFF2-40B4-BE49-F238E27FC236}">
                  <a16:creationId xmlns:a16="http://schemas.microsoft.com/office/drawing/2014/main" id="{35960CD3-315D-2479-7874-28B22A369EC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7" name="Ellipse 706">
              <a:extLst>
                <a:ext uri="{FF2B5EF4-FFF2-40B4-BE49-F238E27FC236}">
                  <a16:creationId xmlns:a16="http://schemas.microsoft.com/office/drawing/2014/main" id="{55DAEFF3-A152-DC37-8884-45BA1F7B890B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8" name="Ellipse 707">
              <a:extLst>
                <a:ext uri="{FF2B5EF4-FFF2-40B4-BE49-F238E27FC236}">
                  <a16:creationId xmlns:a16="http://schemas.microsoft.com/office/drawing/2014/main" id="{0AB279B2-3AB3-2852-6A28-14CD9D30E2EA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09" name="Ellipse 708">
              <a:extLst>
                <a:ext uri="{FF2B5EF4-FFF2-40B4-BE49-F238E27FC236}">
                  <a16:creationId xmlns:a16="http://schemas.microsoft.com/office/drawing/2014/main" id="{828C1ABB-EB29-2461-509A-A8B2DBA17D29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0" name="Ellipse 709">
              <a:extLst>
                <a:ext uri="{FF2B5EF4-FFF2-40B4-BE49-F238E27FC236}">
                  <a16:creationId xmlns:a16="http://schemas.microsoft.com/office/drawing/2014/main" id="{550DDEDA-A7CE-50B5-7116-40E8A4174C69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1" name="Ellipse 710">
              <a:extLst>
                <a:ext uri="{FF2B5EF4-FFF2-40B4-BE49-F238E27FC236}">
                  <a16:creationId xmlns:a16="http://schemas.microsoft.com/office/drawing/2014/main" id="{A0E04836-CE80-CAF4-82DB-A3114E735EE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2" name="Ellipse 711">
              <a:extLst>
                <a:ext uri="{FF2B5EF4-FFF2-40B4-BE49-F238E27FC236}">
                  <a16:creationId xmlns:a16="http://schemas.microsoft.com/office/drawing/2014/main" id="{8C65E23D-6449-C6C8-2236-1BD6CCB7FFE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3" name="Ellipse 712">
              <a:extLst>
                <a:ext uri="{FF2B5EF4-FFF2-40B4-BE49-F238E27FC236}">
                  <a16:creationId xmlns:a16="http://schemas.microsoft.com/office/drawing/2014/main" id="{90E6EEA1-6209-2069-D5A8-0BA0A7E91180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4" name="Ellipse 713">
              <a:extLst>
                <a:ext uri="{FF2B5EF4-FFF2-40B4-BE49-F238E27FC236}">
                  <a16:creationId xmlns:a16="http://schemas.microsoft.com/office/drawing/2014/main" id="{785D074D-388A-F000-ECFA-4A4C505CEAA6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15" name="Gruppieren 714">
            <a:extLst>
              <a:ext uri="{FF2B5EF4-FFF2-40B4-BE49-F238E27FC236}">
                <a16:creationId xmlns:a16="http://schemas.microsoft.com/office/drawing/2014/main" id="{BFA6C23A-6D57-E128-E5D7-765641398E0D}"/>
              </a:ext>
            </a:extLst>
          </p:cNvPr>
          <p:cNvGrpSpPr/>
          <p:nvPr/>
        </p:nvGrpSpPr>
        <p:grpSpPr>
          <a:xfrm>
            <a:off x="5234245" y="906195"/>
            <a:ext cx="2953403" cy="2665423"/>
            <a:chOff x="9535110" y="4663981"/>
            <a:chExt cx="2953403" cy="2665423"/>
          </a:xfrm>
        </p:grpSpPr>
        <p:sp>
          <p:nvSpPr>
            <p:cNvPr id="716" name="Ellipse 715">
              <a:extLst>
                <a:ext uri="{FF2B5EF4-FFF2-40B4-BE49-F238E27FC236}">
                  <a16:creationId xmlns:a16="http://schemas.microsoft.com/office/drawing/2014/main" id="{FBF323BC-8039-3965-A42A-FABA2026585B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7" name="Ellipse 716">
              <a:extLst>
                <a:ext uri="{FF2B5EF4-FFF2-40B4-BE49-F238E27FC236}">
                  <a16:creationId xmlns:a16="http://schemas.microsoft.com/office/drawing/2014/main" id="{9288EE1C-80D5-2DC1-977F-6B77FC6A9DBA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8" name="Ellipse 717">
              <a:extLst>
                <a:ext uri="{FF2B5EF4-FFF2-40B4-BE49-F238E27FC236}">
                  <a16:creationId xmlns:a16="http://schemas.microsoft.com/office/drawing/2014/main" id="{483B032D-B4E5-4935-4FB4-CD138C593A3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19" name="Ellipse 718">
              <a:extLst>
                <a:ext uri="{FF2B5EF4-FFF2-40B4-BE49-F238E27FC236}">
                  <a16:creationId xmlns:a16="http://schemas.microsoft.com/office/drawing/2014/main" id="{ACDE96FC-8776-0D52-6F13-6FDF395907B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0" name="Ellipse 719">
              <a:extLst>
                <a:ext uri="{FF2B5EF4-FFF2-40B4-BE49-F238E27FC236}">
                  <a16:creationId xmlns:a16="http://schemas.microsoft.com/office/drawing/2014/main" id="{104F4A4E-EF0C-F7DD-D152-EC9EB66BD679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1" name="Ellipse 720">
              <a:extLst>
                <a:ext uri="{FF2B5EF4-FFF2-40B4-BE49-F238E27FC236}">
                  <a16:creationId xmlns:a16="http://schemas.microsoft.com/office/drawing/2014/main" id="{95A4B6FC-0A30-1AF0-41B8-01A864F0B8C6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2" name="Ellipse 721">
              <a:extLst>
                <a:ext uri="{FF2B5EF4-FFF2-40B4-BE49-F238E27FC236}">
                  <a16:creationId xmlns:a16="http://schemas.microsoft.com/office/drawing/2014/main" id="{8AC841EC-4595-E972-BBA9-FF2BCFE4A497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3" name="Ellipse 722">
              <a:extLst>
                <a:ext uri="{FF2B5EF4-FFF2-40B4-BE49-F238E27FC236}">
                  <a16:creationId xmlns:a16="http://schemas.microsoft.com/office/drawing/2014/main" id="{3EF300FA-559E-5C06-E1C3-F2E11F4DDFA5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4" name="Ellipse 723">
              <a:extLst>
                <a:ext uri="{FF2B5EF4-FFF2-40B4-BE49-F238E27FC236}">
                  <a16:creationId xmlns:a16="http://schemas.microsoft.com/office/drawing/2014/main" id="{C50D7C4B-8D7B-8C77-F327-AB8579808689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5" name="Ellipse 724">
              <a:extLst>
                <a:ext uri="{FF2B5EF4-FFF2-40B4-BE49-F238E27FC236}">
                  <a16:creationId xmlns:a16="http://schemas.microsoft.com/office/drawing/2014/main" id="{4E9073E5-BAC4-AE67-B720-3CD8E39EC29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6" name="Ellipse 725">
              <a:extLst>
                <a:ext uri="{FF2B5EF4-FFF2-40B4-BE49-F238E27FC236}">
                  <a16:creationId xmlns:a16="http://schemas.microsoft.com/office/drawing/2014/main" id="{7CFC02FD-051E-2EA4-F1F2-40937DD8F7EF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7" name="Ellipse 726">
              <a:extLst>
                <a:ext uri="{FF2B5EF4-FFF2-40B4-BE49-F238E27FC236}">
                  <a16:creationId xmlns:a16="http://schemas.microsoft.com/office/drawing/2014/main" id="{E467BEAB-2818-C2C9-B3DF-CE11217A291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8" name="Ellipse 727">
              <a:extLst>
                <a:ext uri="{FF2B5EF4-FFF2-40B4-BE49-F238E27FC236}">
                  <a16:creationId xmlns:a16="http://schemas.microsoft.com/office/drawing/2014/main" id="{21EBB056-9D87-53D5-6DE0-CD453188FA3C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29" name="Ellipse 728">
              <a:extLst>
                <a:ext uri="{FF2B5EF4-FFF2-40B4-BE49-F238E27FC236}">
                  <a16:creationId xmlns:a16="http://schemas.microsoft.com/office/drawing/2014/main" id="{3C024B2F-E602-29DA-7E5C-6AF0E583FA2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0" name="Ellipse 729">
              <a:extLst>
                <a:ext uri="{FF2B5EF4-FFF2-40B4-BE49-F238E27FC236}">
                  <a16:creationId xmlns:a16="http://schemas.microsoft.com/office/drawing/2014/main" id="{6A13DE43-876A-305A-B4F9-530ED67040C2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1" name="Ellipse 730">
              <a:extLst>
                <a:ext uri="{FF2B5EF4-FFF2-40B4-BE49-F238E27FC236}">
                  <a16:creationId xmlns:a16="http://schemas.microsoft.com/office/drawing/2014/main" id="{222D05E0-AF43-0CD0-23A6-E8DD968700A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2" name="Ellipse 731">
              <a:extLst>
                <a:ext uri="{FF2B5EF4-FFF2-40B4-BE49-F238E27FC236}">
                  <a16:creationId xmlns:a16="http://schemas.microsoft.com/office/drawing/2014/main" id="{6A0F756C-A55F-D639-5D6A-6ACD354EB659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3" name="Ellipse 732">
              <a:extLst>
                <a:ext uri="{FF2B5EF4-FFF2-40B4-BE49-F238E27FC236}">
                  <a16:creationId xmlns:a16="http://schemas.microsoft.com/office/drawing/2014/main" id="{15CD7154-F6E0-A199-6AAA-C049BC62758F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4" name="Ellipse 733">
              <a:extLst>
                <a:ext uri="{FF2B5EF4-FFF2-40B4-BE49-F238E27FC236}">
                  <a16:creationId xmlns:a16="http://schemas.microsoft.com/office/drawing/2014/main" id="{260C5BF8-3CC6-5358-B531-CEC8940E66B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5" name="Ellipse 734">
              <a:extLst>
                <a:ext uri="{FF2B5EF4-FFF2-40B4-BE49-F238E27FC236}">
                  <a16:creationId xmlns:a16="http://schemas.microsoft.com/office/drawing/2014/main" id="{3D1309DE-C9E5-0E2E-B22D-4AA439AF0BCE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6" name="Ellipse 735">
              <a:extLst>
                <a:ext uri="{FF2B5EF4-FFF2-40B4-BE49-F238E27FC236}">
                  <a16:creationId xmlns:a16="http://schemas.microsoft.com/office/drawing/2014/main" id="{8D9FCEE5-80B7-0C15-51D9-C3B23CFC7AC0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7" name="Ellipse 736">
              <a:extLst>
                <a:ext uri="{FF2B5EF4-FFF2-40B4-BE49-F238E27FC236}">
                  <a16:creationId xmlns:a16="http://schemas.microsoft.com/office/drawing/2014/main" id="{B4F8F03D-664E-EBB4-7A76-97D3CF390980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8" name="Ellipse 737">
              <a:extLst>
                <a:ext uri="{FF2B5EF4-FFF2-40B4-BE49-F238E27FC236}">
                  <a16:creationId xmlns:a16="http://schemas.microsoft.com/office/drawing/2014/main" id="{3599EEC9-4FA1-909A-75C1-46903925034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39" name="Ellipse 738">
              <a:extLst>
                <a:ext uri="{FF2B5EF4-FFF2-40B4-BE49-F238E27FC236}">
                  <a16:creationId xmlns:a16="http://schemas.microsoft.com/office/drawing/2014/main" id="{7BBEA405-A231-AB32-B15D-DF4DEBA894A8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0" name="Ellipse 739">
              <a:extLst>
                <a:ext uri="{FF2B5EF4-FFF2-40B4-BE49-F238E27FC236}">
                  <a16:creationId xmlns:a16="http://schemas.microsoft.com/office/drawing/2014/main" id="{990A6324-0C37-1C00-6CF8-20A2D6A8F1CF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42" name="Gruppieren 741">
            <a:extLst>
              <a:ext uri="{FF2B5EF4-FFF2-40B4-BE49-F238E27FC236}">
                <a16:creationId xmlns:a16="http://schemas.microsoft.com/office/drawing/2014/main" id="{33B73786-1EC5-9CD1-2076-DB593BB7E2D5}"/>
              </a:ext>
            </a:extLst>
          </p:cNvPr>
          <p:cNvGrpSpPr/>
          <p:nvPr/>
        </p:nvGrpSpPr>
        <p:grpSpPr>
          <a:xfrm rot="9412871">
            <a:off x="3211870" y="2154077"/>
            <a:ext cx="2953403" cy="2665423"/>
            <a:chOff x="9535110" y="4663981"/>
            <a:chExt cx="2953403" cy="2665423"/>
          </a:xfrm>
        </p:grpSpPr>
        <p:sp>
          <p:nvSpPr>
            <p:cNvPr id="743" name="Ellipse 742">
              <a:extLst>
                <a:ext uri="{FF2B5EF4-FFF2-40B4-BE49-F238E27FC236}">
                  <a16:creationId xmlns:a16="http://schemas.microsoft.com/office/drawing/2014/main" id="{696B0147-CCA7-24B8-3085-F55E6DD89E48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4" name="Ellipse 743">
              <a:extLst>
                <a:ext uri="{FF2B5EF4-FFF2-40B4-BE49-F238E27FC236}">
                  <a16:creationId xmlns:a16="http://schemas.microsoft.com/office/drawing/2014/main" id="{096810C7-B2B2-CFD4-E724-D614CE949999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5" name="Ellipse 744">
              <a:extLst>
                <a:ext uri="{FF2B5EF4-FFF2-40B4-BE49-F238E27FC236}">
                  <a16:creationId xmlns:a16="http://schemas.microsoft.com/office/drawing/2014/main" id="{6D027732-CDAB-A171-9DAD-BDBADD4353E7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6" name="Ellipse 745">
              <a:extLst>
                <a:ext uri="{FF2B5EF4-FFF2-40B4-BE49-F238E27FC236}">
                  <a16:creationId xmlns:a16="http://schemas.microsoft.com/office/drawing/2014/main" id="{BF6419C0-D277-7AE0-0C0E-E5952F40B231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7" name="Ellipse 746">
              <a:extLst>
                <a:ext uri="{FF2B5EF4-FFF2-40B4-BE49-F238E27FC236}">
                  <a16:creationId xmlns:a16="http://schemas.microsoft.com/office/drawing/2014/main" id="{D0FC9570-59A8-6FCA-C11F-0A08AE968B4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8" name="Ellipse 747">
              <a:extLst>
                <a:ext uri="{FF2B5EF4-FFF2-40B4-BE49-F238E27FC236}">
                  <a16:creationId xmlns:a16="http://schemas.microsoft.com/office/drawing/2014/main" id="{E98D23C4-0365-EC72-6075-7CD528C1008E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49" name="Ellipse 748">
              <a:extLst>
                <a:ext uri="{FF2B5EF4-FFF2-40B4-BE49-F238E27FC236}">
                  <a16:creationId xmlns:a16="http://schemas.microsoft.com/office/drawing/2014/main" id="{6F17DBB4-7701-FC48-8E2E-6D6DDCC1443B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0" name="Ellipse 749">
              <a:extLst>
                <a:ext uri="{FF2B5EF4-FFF2-40B4-BE49-F238E27FC236}">
                  <a16:creationId xmlns:a16="http://schemas.microsoft.com/office/drawing/2014/main" id="{5211784C-4A29-9233-AB46-EE94A490F407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1" name="Ellipse 750">
              <a:extLst>
                <a:ext uri="{FF2B5EF4-FFF2-40B4-BE49-F238E27FC236}">
                  <a16:creationId xmlns:a16="http://schemas.microsoft.com/office/drawing/2014/main" id="{FD90A691-0650-4E56-832F-7703F90EE9E4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2" name="Ellipse 751">
              <a:extLst>
                <a:ext uri="{FF2B5EF4-FFF2-40B4-BE49-F238E27FC236}">
                  <a16:creationId xmlns:a16="http://schemas.microsoft.com/office/drawing/2014/main" id="{C1322239-25A9-96E5-177B-8E071E4F2BD9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3" name="Ellipse 752">
              <a:extLst>
                <a:ext uri="{FF2B5EF4-FFF2-40B4-BE49-F238E27FC236}">
                  <a16:creationId xmlns:a16="http://schemas.microsoft.com/office/drawing/2014/main" id="{1C743455-6FEB-0EA0-6C06-ADE84883EDC1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4" name="Ellipse 753">
              <a:extLst>
                <a:ext uri="{FF2B5EF4-FFF2-40B4-BE49-F238E27FC236}">
                  <a16:creationId xmlns:a16="http://schemas.microsoft.com/office/drawing/2014/main" id="{5C114939-994C-767E-D8F2-65F2A366B5C1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5" name="Ellipse 754">
              <a:extLst>
                <a:ext uri="{FF2B5EF4-FFF2-40B4-BE49-F238E27FC236}">
                  <a16:creationId xmlns:a16="http://schemas.microsoft.com/office/drawing/2014/main" id="{27B51FA1-A878-8370-E21E-558876E66474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6" name="Ellipse 755">
              <a:extLst>
                <a:ext uri="{FF2B5EF4-FFF2-40B4-BE49-F238E27FC236}">
                  <a16:creationId xmlns:a16="http://schemas.microsoft.com/office/drawing/2014/main" id="{840231AB-C68D-487F-DDE2-AF05476CCD3E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7" name="Ellipse 756">
              <a:extLst>
                <a:ext uri="{FF2B5EF4-FFF2-40B4-BE49-F238E27FC236}">
                  <a16:creationId xmlns:a16="http://schemas.microsoft.com/office/drawing/2014/main" id="{6C6BFC86-610C-B36F-C371-9DFEC02AD2C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8" name="Ellipse 757">
              <a:extLst>
                <a:ext uri="{FF2B5EF4-FFF2-40B4-BE49-F238E27FC236}">
                  <a16:creationId xmlns:a16="http://schemas.microsoft.com/office/drawing/2014/main" id="{7232E454-7776-6748-CBC4-049316924E18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59" name="Ellipse 758">
              <a:extLst>
                <a:ext uri="{FF2B5EF4-FFF2-40B4-BE49-F238E27FC236}">
                  <a16:creationId xmlns:a16="http://schemas.microsoft.com/office/drawing/2014/main" id="{49708ED6-380C-AB76-CC11-1F8B2BFECA8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0" name="Ellipse 759">
              <a:extLst>
                <a:ext uri="{FF2B5EF4-FFF2-40B4-BE49-F238E27FC236}">
                  <a16:creationId xmlns:a16="http://schemas.microsoft.com/office/drawing/2014/main" id="{334449A0-21C3-FF87-D9D3-3D45C0D3DE65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1" name="Ellipse 760">
              <a:extLst>
                <a:ext uri="{FF2B5EF4-FFF2-40B4-BE49-F238E27FC236}">
                  <a16:creationId xmlns:a16="http://schemas.microsoft.com/office/drawing/2014/main" id="{E9376849-1F7A-FC00-0A1B-C83C7D6B79A5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2" name="Ellipse 761">
              <a:extLst>
                <a:ext uri="{FF2B5EF4-FFF2-40B4-BE49-F238E27FC236}">
                  <a16:creationId xmlns:a16="http://schemas.microsoft.com/office/drawing/2014/main" id="{7B9D7144-A9AF-6E9C-2C0C-EB5E0B64565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3" name="Ellipse 762">
              <a:extLst>
                <a:ext uri="{FF2B5EF4-FFF2-40B4-BE49-F238E27FC236}">
                  <a16:creationId xmlns:a16="http://schemas.microsoft.com/office/drawing/2014/main" id="{1902CDD1-6CC0-31C1-4BB7-9DDE7A7F5F8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4" name="Ellipse 763">
              <a:extLst>
                <a:ext uri="{FF2B5EF4-FFF2-40B4-BE49-F238E27FC236}">
                  <a16:creationId xmlns:a16="http://schemas.microsoft.com/office/drawing/2014/main" id="{7081A70B-938A-A5DD-2E83-E8BE9D746FEF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5" name="Ellipse 764">
              <a:extLst>
                <a:ext uri="{FF2B5EF4-FFF2-40B4-BE49-F238E27FC236}">
                  <a16:creationId xmlns:a16="http://schemas.microsoft.com/office/drawing/2014/main" id="{41ECBBAC-8286-AC6D-1EC4-C9EE0F46AB2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6" name="Ellipse 765">
              <a:extLst>
                <a:ext uri="{FF2B5EF4-FFF2-40B4-BE49-F238E27FC236}">
                  <a16:creationId xmlns:a16="http://schemas.microsoft.com/office/drawing/2014/main" id="{14739953-2209-5E62-07CD-67B52B07375E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67" name="Ellipse 766">
              <a:extLst>
                <a:ext uri="{FF2B5EF4-FFF2-40B4-BE49-F238E27FC236}">
                  <a16:creationId xmlns:a16="http://schemas.microsoft.com/office/drawing/2014/main" id="{03843FAD-49BF-40B2-C38A-C8B49AD4CBF5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68" name="Gruppieren 767">
            <a:extLst>
              <a:ext uri="{FF2B5EF4-FFF2-40B4-BE49-F238E27FC236}">
                <a16:creationId xmlns:a16="http://schemas.microsoft.com/office/drawing/2014/main" id="{BE96F526-A2AC-F457-1D4F-225FE0FF37F9}"/>
              </a:ext>
            </a:extLst>
          </p:cNvPr>
          <p:cNvGrpSpPr/>
          <p:nvPr/>
        </p:nvGrpSpPr>
        <p:grpSpPr>
          <a:xfrm rot="19191760" flipV="1">
            <a:off x="3061439" y="924810"/>
            <a:ext cx="2953403" cy="2665423"/>
            <a:chOff x="9535110" y="4663981"/>
            <a:chExt cx="2953403" cy="2665423"/>
          </a:xfrm>
        </p:grpSpPr>
        <p:sp>
          <p:nvSpPr>
            <p:cNvPr id="769" name="Ellipse 768">
              <a:extLst>
                <a:ext uri="{FF2B5EF4-FFF2-40B4-BE49-F238E27FC236}">
                  <a16:creationId xmlns:a16="http://schemas.microsoft.com/office/drawing/2014/main" id="{B407C50D-2D36-15C4-3627-518CAE1CFC12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0" name="Ellipse 769">
              <a:extLst>
                <a:ext uri="{FF2B5EF4-FFF2-40B4-BE49-F238E27FC236}">
                  <a16:creationId xmlns:a16="http://schemas.microsoft.com/office/drawing/2014/main" id="{D7F30B32-3234-7915-B369-194AD0505603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1" name="Ellipse 770">
              <a:extLst>
                <a:ext uri="{FF2B5EF4-FFF2-40B4-BE49-F238E27FC236}">
                  <a16:creationId xmlns:a16="http://schemas.microsoft.com/office/drawing/2014/main" id="{99889EC3-6B0E-D7DA-C89B-C39BA78692C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2" name="Ellipse 771">
              <a:extLst>
                <a:ext uri="{FF2B5EF4-FFF2-40B4-BE49-F238E27FC236}">
                  <a16:creationId xmlns:a16="http://schemas.microsoft.com/office/drawing/2014/main" id="{2B15387D-C381-3643-BD6A-3BA24FD8F1EB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3" name="Ellipse 772">
              <a:extLst>
                <a:ext uri="{FF2B5EF4-FFF2-40B4-BE49-F238E27FC236}">
                  <a16:creationId xmlns:a16="http://schemas.microsoft.com/office/drawing/2014/main" id="{25DD6797-3A8E-FA36-9186-3547242F668A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4" name="Ellipse 773">
              <a:extLst>
                <a:ext uri="{FF2B5EF4-FFF2-40B4-BE49-F238E27FC236}">
                  <a16:creationId xmlns:a16="http://schemas.microsoft.com/office/drawing/2014/main" id="{7388D173-2828-D015-EB4B-7BBF9CC9F5D9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5" name="Ellipse 774">
              <a:extLst>
                <a:ext uri="{FF2B5EF4-FFF2-40B4-BE49-F238E27FC236}">
                  <a16:creationId xmlns:a16="http://schemas.microsoft.com/office/drawing/2014/main" id="{8857FEA0-C681-8A4B-7BC9-E8D22959C574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6" name="Ellipse 775">
              <a:extLst>
                <a:ext uri="{FF2B5EF4-FFF2-40B4-BE49-F238E27FC236}">
                  <a16:creationId xmlns:a16="http://schemas.microsoft.com/office/drawing/2014/main" id="{055151D6-1A55-E61D-F902-685548CEE6A9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7" name="Ellipse 776">
              <a:extLst>
                <a:ext uri="{FF2B5EF4-FFF2-40B4-BE49-F238E27FC236}">
                  <a16:creationId xmlns:a16="http://schemas.microsoft.com/office/drawing/2014/main" id="{1CB70283-7F28-0F4A-4851-BD022FCA22A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8" name="Ellipse 777">
              <a:extLst>
                <a:ext uri="{FF2B5EF4-FFF2-40B4-BE49-F238E27FC236}">
                  <a16:creationId xmlns:a16="http://schemas.microsoft.com/office/drawing/2014/main" id="{34CEE437-2086-1560-4157-F89B492FC8D6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79" name="Ellipse 778">
              <a:extLst>
                <a:ext uri="{FF2B5EF4-FFF2-40B4-BE49-F238E27FC236}">
                  <a16:creationId xmlns:a16="http://schemas.microsoft.com/office/drawing/2014/main" id="{AAD45D68-58C4-A5B3-0FAC-4D945170A329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0" name="Ellipse 779">
              <a:extLst>
                <a:ext uri="{FF2B5EF4-FFF2-40B4-BE49-F238E27FC236}">
                  <a16:creationId xmlns:a16="http://schemas.microsoft.com/office/drawing/2014/main" id="{E8ACCD3B-21A4-D5A6-9C91-170168031CA0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1" name="Ellipse 780">
              <a:extLst>
                <a:ext uri="{FF2B5EF4-FFF2-40B4-BE49-F238E27FC236}">
                  <a16:creationId xmlns:a16="http://schemas.microsoft.com/office/drawing/2014/main" id="{3532BC99-3196-0DFE-5E34-DA7330D416D7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2" name="Ellipse 781">
              <a:extLst>
                <a:ext uri="{FF2B5EF4-FFF2-40B4-BE49-F238E27FC236}">
                  <a16:creationId xmlns:a16="http://schemas.microsoft.com/office/drawing/2014/main" id="{B40A880E-2879-439E-BF87-659553F4D6CD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3" name="Ellipse 782">
              <a:extLst>
                <a:ext uri="{FF2B5EF4-FFF2-40B4-BE49-F238E27FC236}">
                  <a16:creationId xmlns:a16="http://schemas.microsoft.com/office/drawing/2014/main" id="{501ACA68-1B6B-D935-C842-F1EC630ABD03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4" name="Ellipse 783">
              <a:extLst>
                <a:ext uri="{FF2B5EF4-FFF2-40B4-BE49-F238E27FC236}">
                  <a16:creationId xmlns:a16="http://schemas.microsoft.com/office/drawing/2014/main" id="{EB3801AE-A4B8-9276-D15D-E5C0F9036066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5" name="Ellipse 784">
              <a:extLst>
                <a:ext uri="{FF2B5EF4-FFF2-40B4-BE49-F238E27FC236}">
                  <a16:creationId xmlns:a16="http://schemas.microsoft.com/office/drawing/2014/main" id="{0689CFB5-DAE2-F7DC-C7EF-E30D098A6EF4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6" name="Ellipse 785">
              <a:extLst>
                <a:ext uri="{FF2B5EF4-FFF2-40B4-BE49-F238E27FC236}">
                  <a16:creationId xmlns:a16="http://schemas.microsoft.com/office/drawing/2014/main" id="{CC24F246-352B-2026-5FD6-F03F44F55C7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7" name="Ellipse 786">
              <a:extLst>
                <a:ext uri="{FF2B5EF4-FFF2-40B4-BE49-F238E27FC236}">
                  <a16:creationId xmlns:a16="http://schemas.microsoft.com/office/drawing/2014/main" id="{AB00A5E7-4B6F-E819-5829-3C378CC9CB85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8" name="Ellipse 787">
              <a:extLst>
                <a:ext uri="{FF2B5EF4-FFF2-40B4-BE49-F238E27FC236}">
                  <a16:creationId xmlns:a16="http://schemas.microsoft.com/office/drawing/2014/main" id="{92FE329D-D213-7D92-C4C3-90A7FCAD8D6A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89" name="Ellipse 788">
              <a:extLst>
                <a:ext uri="{FF2B5EF4-FFF2-40B4-BE49-F238E27FC236}">
                  <a16:creationId xmlns:a16="http://schemas.microsoft.com/office/drawing/2014/main" id="{60D31495-18DA-7237-8935-EB1D36A322B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0" name="Ellipse 789">
              <a:extLst>
                <a:ext uri="{FF2B5EF4-FFF2-40B4-BE49-F238E27FC236}">
                  <a16:creationId xmlns:a16="http://schemas.microsoft.com/office/drawing/2014/main" id="{E2D97524-67A8-EDC3-01AC-1A7F722C46BD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1" name="Ellipse 790">
              <a:extLst>
                <a:ext uri="{FF2B5EF4-FFF2-40B4-BE49-F238E27FC236}">
                  <a16:creationId xmlns:a16="http://schemas.microsoft.com/office/drawing/2014/main" id="{CF19548C-20E2-069D-B191-128E5D80D615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2" name="Ellipse 791">
              <a:extLst>
                <a:ext uri="{FF2B5EF4-FFF2-40B4-BE49-F238E27FC236}">
                  <a16:creationId xmlns:a16="http://schemas.microsoft.com/office/drawing/2014/main" id="{C115145E-CBA9-68CD-20D2-B39B0760FF5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3" name="Ellipse 792">
              <a:extLst>
                <a:ext uri="{FF2B5EF4-FFF2-40B4-BE49-F238E27FC236}">
                  <a16:creationId xmlns:a16="http://schemas.microsoft.com/office/drawing/2014/main" id="{85AEE3E8-E93E-0F68-0163-4242B2B0385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794" name="Gruppieren 793">
            <a:extLst>
              <a:ext uri="{FF2B5EF4-FFF2-40B4-BE49-F238E27FC236}">
                <a16:creationId xmlns:a16="http://schemas.microsoft.com/office/drawing/2014/main" id="{55EB68EF-5A2E-5B19-041D-E073C53A330B}"/>
              </a:ext>
            </a:extLst>
          </p:cNvPr>
          <p:cNvGrpSpPr/>
          <p:nvPr/>
        </p:nvGrpSpPr>
        <p:grpSpPr>
          <a:xfrm>
            <a:off x="733852" y="1195428"/>
            <a:ext cx="2953403" cy="2665423"/>
            <a:chOff x="9535110" y="4663981"/>
            <a:chExt cx="2953403" cy="2665423"/>
          </a:xfrm>
        </p:grpSpPr>
        <p:sp>
          <p:nvSpPr>
            <p:cNvPr id="795" name="Ellipse 794">
              <a:extLst>
                <a:ext uri="{FF2B5EF4-FFF2-40B4-BE49-F238E27FC236}">
                  <a16:creationId xmlns:a16="http://schemas.microsoft.com/office/drawing/2014/main" id="{F2DB6D54-621E-0BD0-D153-55AE5A1A7F41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6" name="Ellipse 795">
              <a:extLst>
                <a:ext uri="{FF2B5EF4-FFF2-40B4-BE49-F238E27FC236}">
                  <a16:creationId xmlns:a16="http://schemas.microsoft.com/office/drawing/2014/main" id="{4E332267-3ADF-64A0-1359-FCC2100C8837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7" name="Ellipse 796">
              <a:extLst>
                <a:ext uri="{FF2B5EF4-FFF2-40B4-BE49-F238E27FC236}">
                  <a16:creationId xmlns:a16="http://schemas.microsoft.com/office/drawing/2014/main" id="{AC7D09DB-E2D3-BCCE-71ED-46A30C6F4C47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8" name="Ellipse 797">
              <a:extLst>
                <a:ext uri="{FF2B5EF4-FFF2-40B4-BE49-F238E27FC236}">
                  <a16:creationId xmlns:a16="http://schemas.microsoft.com/office/drawing/2014/main" id="{01D6EDC0-32FF-1579-AD67-6A3089B7E6C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799" name="Ellipse 798">
              <a:extLst>
                <a:ext uri="{FF2B5EF4-FFF2-40B4-BE49-F238E27FC236}">
                  <a16:creationId xmlns:a16="http://schemas.microsoft.com/office/drawing/2014/main" id="{08481030-BAA9-FB1B-3D54-C43F733B5286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0" name="Ellipse 799">
              <a:extLst>
                <a:ext uri="{FF2B5EF4-FFF2-40B4-BE49-F238E27FC236}">
                  <a16:creationId xmlns:a16="http://schemas.microsoft.com/office/drawing/2014/main" id="{33E6CAFA-F940-3981-717A-62CCC43F6CFE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1" name="Ellipse 800">
              <a:extLst>
                <a:ext uri="{FF2B5EF4-FFF2-40B4-BE49-F238E27FC236}">
                  <a16:creationId xmlns:a16="http://schemas.microsoft.com/office/drawing/2014/main" id="{E6A56982-A2F9-4561-D526-3D875B407616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2" name="Ellipse 801">
              <a:extLst>
                <a:ext uri="{FF2B5EF4-FFF2-40B4-BE49-F238E27FC236}">
                  <a16:creationId xmlns:a16="http://schemas.microsoft.com/office/drawing/2014/main" id="{232909C3-F32A-DBA4-7A5B-B8ECD40F7300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3" name="Ellipse 802">
              <a:extLst>
                <a:ext uri="{FF2B5EF4-FFF2-40B4-BE49-F238E27FC236}">
                  <a16:creationId xmlns:a16="http://schemas.microsoft.com/office/drawing/2014/main" id="{7DA198BA-0FBE-2B42-AB1D-430C5A465829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4" name="Ellipse 803">
              <a:extLst>
                <a:ext uri="{FF2B5EF4-FFF2-40B4-BE49-F238E27FC236}">
                  <a16:creationId xmlns:a16="http://schemas.microsoft.com/office/drawing/2014/main" id="{36677495-8371-44D0-FFB4-7704D2BB64E3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5" name="Ellipse 804">
              <a:extLst>
                <a:ext uri="{FF2B5EF4-FFF2-40B4-BE49-F238E27FC236}">
                  <a16:creationId xmlns:a16="http://schemas.microsoft.com/office/drawing/2014/main" id="{10EA43DB-C395-C5CD-88EB-4679698B6D3B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6" name="Ellipse 805">
              <a:extLst>
                <a:ext uri="{FF2B5EF4-FFF2-40B4-BE49-F238E27FC236}">
                  <a16:creationId xmlns:a16="http://schemas.microsoft.com/office/drawing/2014/main" id="{C7D64178-ED11-0262-BB72-EEAD5BB6A6E4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7" name="Ellipse 806">
              <a:extLst>
                <a:ext uri="{FF2B5EF4-FFF2-40B4-BE49-F238E27FC236}">
                  <a16:creationId xmlns:a16="http://schemas.microsoft.com/office/drawing/2014/main" id="{CE4D643F-FCC1-5F2E-2B02-6BB506E59AE1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8" name="Ellipse 807">
              <a:extLst>
                <a:ext uri="{FF2B5EF4-FFF2-40B4-BE49-F238E27FC236}">
                  <a16:creationId xmlns:a16="http://schemas.microsoft.com/office/drawing/2014/main" id="{29E0DA3E-154E-A0EE-4CBC-097D35FBD0FD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09" name="Ellipse 808">
              <a:extLst>
                <a:ext uri="{FF2B5EF4-FFF2-40B4-BE49-F238E27FC236}">
                  <a16:creationId xmlns:a16="http://schemas.microsoft.com/office/drawing/2014/main" id="{47D22C74-EECF-9B00-BB29-D2A663219B2C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0" name="Ellipse 809">
              <a:extLst>
                <a:ext uri="{FF2B5EF4-FFF2-40B4-BE49-F238E27FC236}">
                  <a16:creationId xmlns:a16="http://schemas.microsoft.com/office/drawing/2014/main" id="{874A6833-C9CE-42A9-D3AC-13DE6C98D1EB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1" name="Ellipse 810">
              <a:extLst>
                <a:ext uri="{FF2B5EF4-FFF2-40B4-BE49-F238E27FC236}">
                  <a16:creationId xmlns:a16="http://schemas.microsoft.com/office/drawing/2014/main" id="{30DDC87E-2EEF-C314-8F43-D55DDB0AA780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2" name="Ellipse 811">
              <a:extLst>
                <a:ext uri="{FF2B5EF4-FFF2-40B4-BE49-F238E27FC236}">
                  <a16:creationId xmlns:a16="http://schemas.microsoft.com/office/drawing/2014/main" id="{B414AD04-3872-0A00-DAC2-47FD2B474D87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3" name="Ellipse 812">
              <a:extLst>
                <a:ext uri="{FF2B5EF4-FFF2-40B4-BE49-F238E27FC236}">
                  <a16:creationId xmlns:a16="http://schemas.microsoft.com/office/drawing/2014/main" id="{9E6EE50C-936D-0566-6BB8-02702C07309D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4" name="Ellipse 813">
              <a:extLst>
                <a:ext uri="{FF2B5EF4-FFF2-40B4-BE49-F238E27FC236}">
                  <a16:creationId xmlns:a16="http://schemas.microsoft.com/office/drawing/2014/main" id="{1718254E-8711-8E75-B784-EF351AB0FDAD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5" name="Ellipse 814">
              <a:extLst>
                <a:ext uri="{FF2B5EF4-FFF2-40B4-BE49-F238E27FC236}">
                  <a16:creationId xmlns:a16="http://schemas.microsoft.com/office/drawing/2014/main" id="{A26EDE08-E58E-5AA5-6029-FFF39EEEA04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6" name="Ellipse 815">
              <a:extLst>
                <a:ext uri="{FF2B5EF4-FFF2-40B4-BE49-F238E27FC236}">
                  <a16:creationId xmlns:a16="http://schemas.microsoft.com/office/drawing/2014/main" id="{130EC907-E3A4-7108-CFF3-344189A965EA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7" name="Ellipse 816">
              <a:extLst>
                <a:ext uri="{FF2B5EF4-FFF2-40B4-BE49-F238E27FC236}">
                  <a16:creationId xmlns:a16="http://schemas.microsoft.com/office/drawing/2014/main" id="{D2C4C2D9-31C6-9F3A-F87A-BCC3DE7C8109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8" name="Ellipse 817">
              <a:extLst>
                <a:ext uri="{FF2B5EF4-FFF2-40B4-BE49-F238E27FC236}">
                  <a16:creationId xmlns:a16="http://schemas.microsoft.com/office/drawing/2014/main" id="{7D38A466-C709-029C-A04B-D858EA2F0A45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19" name="Ellipse 818">
              <a:extLst>
                <a:ext uri="{FF2B5EF4-FFF2-40B4-BE49-F238E27FC236}">
                  <a16:creationId xmlns:a16="http://schemas.microsoft.com/office/drawing/2014/main" id="{759EF5E4-2707-01A5-F5F1-5F81A9E1CB4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20" name="Gruppieren 819">
            <a:extLst>
              <a:ext uri="{FF2B5EF4-FFF2-40B4-BE49-F238E27FC236}">
                <a16:creationId xmlns:a16="http://schemas.microsoft.com/office/drawing/2014/main" id="{51025A02-4B59-2252-9C5D-BB6B6E4EAE29}"/>
              </a:ext>
            </a:extLst>
          </p:cNvPr>
          <p:cNvGrpSpPr/>
          <p:nvPr/>
        </p:nvGrpSpPr>
        <p:grpSpPr>
          <a:xfrm rot="9412871">
            <a:off x="2312130" y="-115884"/>
            <a:ext cx="2953403" cy="2665423"/>
            <a:chOff x="9535110" y="4663981"/>
            <a:chExt cx="2953403" cy="2665423"/>
          </a:xfrm>
        </p:grpSpPr>
        <p:sp>
          <p:nvSpPr>
            <p:cNvPr id="821" name="Ellipse 820">
              <a:extLst>
                <a:ext uri="{FF2B5EF4-FFF2-40B4-BE49-F238E27FC236}">
                  <a16:creationId xmlns:a16="http://schemas.microsoft.com/office/drawing/2014/main" id="{E35B4037-7FF2-936A-C321-F0F1BB6607DB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2" name="Ellipse 821">
              <a:extLst>
                <a:ext uri="{FF2B5EF4-FFF2-40B4-BE49-F238E27FC236}">
                  <a16:creationId xmlns:a16="http://schemas.microsoft.com/office/drawing/2014/main" id="{EC37BA52-748E-4291-ECC9-3CB89D059C0E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3" name="Ellipse 822">
              <a:extLst>
                <a:ext uri="{FF2B5EF4-FFF2-40B4-BE49-F238E27FC236}">
                  <a16:creationId xmlns:a16="http://schemas.microsoft.com/office/drawing/2014/main" id="{248A844D-0E8D-EA7C-D3E5-7EC8691A253E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4" name="Ellipse 823">
              <a:extLst>
                <a:ext uri="{FF2B5EF4-FFF2-40B4-BE49-F238E27FC236}">
                  <a16:creationId xmlns:a16="http://schemas.microsoft.com/office/drawing/2014/main" id="{84145AD6-2C53-93BF-192C-57FFACA26534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5" name="Ellipse 824">
              <a:extLst>
                <a:ext uri="{FF2B5EF4-FFF2-40B4-BE49-F238E27FC236}">
                  <a16:creationId xmlns:a16="http://schemas.microsoft.com/office/drawing/2014/main" id="{E9FD3DF1-C2FB-9A39-0497-D5281862948B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6" name="Ellipse 825">
              <a:extLst>
                <a:ext uri="{FF2B5EF4-FFF2-40B4-BE49-F238E27FC236}">
                  <a16:creationId xmlns:a16="http://schemas.microsoft.com/office/drawing/2014/main" id="{526C996E-5881-0704-91DD-9239CEC9C34F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7" name="Ellipse 826">
              <a:extLst>
                <a:ext uri="{FF2B5EF4-FFF2-40B4-BE49-F238E27FC236}">
                  <a16:creationId xmlns:a16="http://schemas.microsoft.com/office/drawing/2014/main" id="{34622F6B-0887-DA15-5F9C-E57D00B7FC98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8" name="Ellipse 827">
              <a:extLst>
                <a:ext uri="{FF2B5EF4-FFF2-40B4-BE49-F238E27FC236}">
                  <a16:creationId xmlns:a16="http://schemas.microsoft.com/office/drawing/2014/main" id="{F2720691-FC4E-1A81-A47E-13FCBE7B0397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29" name="Ellipse 828">
              <a:extLst>
                <a:ext uri="{FF2B5EF4-FFF2-40B4-BE49-F238E27FC236}">
                  <a16:creationId xmlns:a16="http://schemas.microsoft.com/office/drawing/2014/main" id="{4DBEF7F3-C968-FADC-C26E-DC5045EF565C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0" name="Ellipse 829">
              <a:extLst>
                <a:ext uri="{FF2B5EF4-FFF2-40B4-BE49-F238E27FC236}">
                  <a16:creationId xmlns:a16="http://schemas.microsoft.com/office/drawing/2014/main" id="{90CCBD41-0641-3DA6-2248-E901A00067E0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1" name="Ellipse 830">
              <a:extLst>
                <a:ext uri="{FF2B5EF4-FFF2-40B4-BE49-F238E27FC236}">
                  <a16:creationId xmlns:a16="http://schemas.microsoft.com/office/drawing/2014/main" id="{A44865A3-FAF5-9FC4-8CDD-DDA322D548F8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2" name="Ellipse 831">
              <a:extLst>
                <a:ext uri="{FF2B5EF4-FFF2-40B4-BE49-F238E27FC236}">
                  <a16:creationId xmlns:a16="http://schemas.microsoft.com/office/drawing/2014/main" id="{6BA5D2A2-1C5A-0E58-FEF9-D5234A421FF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3" name="Ellipse 832">
              <a:extLst>
                <a:ext uri="{FF2B5EF4-FFF2-40B4-BE49-F238E27FC236}">
                  <a16:creationId xmlns:a16="http://schemas.microsoft.com/office/drawing/2014/main" id="{0E4AE23C-9B07-6EE1-BB0C-1106026C73D2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4" name="Ellipse 833">
              <a:extLst>
                <a:ext uri="{FF2B5EF4-FFF2-40B4-BE49-F238E27FC236}">
                  <a16:creationId xmlns:a16="http://schemas.microsoft.com/office/drawing/2014/main" id="{ADB92317-F6B5-2894-63B6-7F192B3D237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5" name="Ellipse 834">
              <a:extLst>
                <a:ext uri="{FF2B5EF4-FFF2-40B4-BE49-F238E27FC236}">
                  <a16:creationId xmlns:a16="http://schemas.microsoft.com/office/drawing/2014/main" id="{FEE13090-4650-BBE8-FB04-15D48332E3F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6" name="Ellipse 835">
              <a:extLst>
                <a:ext uri="{FF2B5EF4-FFF2-40B4-BE49-F238E27FC236}">
                  <a16:creationId xmlns:a16="http://schemas.microsoft.com/office/drawing/2014/main" id="{2D491E3F-ADE2-9C4E-EE43-F6906362B640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7" name="Ellipse 836">
              <a:extLst>
                <a:ext uri="{FF2B5EF4-FFF2-40B4-BE49-F238E27FC236}">
                  <a16:creationId xmlns:a16="http://schemas.microsoft.com/office/drawing/2014/main" id="{EE7C8F36-9AE9-2DD4-601F-5B97D53B7E92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8" name="Ellipse 837">
              <a:extLst>
                <a:ext uri="{FF2B5EF4-FFF2-40B4-BE49-F238E27FC236}">
                  <a16:creationId xmlns:a16="http://schemas.microsoft.com/office/drawing/2014/main" id="{D85CCEB4-FC98-B752-ACC5-4FB54010A21B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39" name="Ellipse 838">
              <a:extLst>
                <a:ext uri="{FF2B5EF4-FFF2-40B4-BE49-F238E27FC236}">
                  <a16:creationId xmlns:a16="http://schemas.microsoft.com/office/drawing/2014/main" id="{2FB6B759-9CCA-1E2D-242D-786B1590BDE4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0" name="Ellipse 839">
              <a:extLst>
                <a:ext uri="{FF2B5EF4-FFF2-40B4-BE49-F238E27FC236}">
                  <a16:creationId xmlns:a16="http://schemas.microsoft.com/office/drawing/2014/main" id="{746067C2-5DA1-2EA9-15CD-88EF6B9D426D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1" name="Ellipse 840">
              <a:extLst>
                <a:ext uri="{FF2B5EF4-FFF2-40B4-BE49-F238E27FC236}">
                  <a16:creationId xmlns:a16="http://schemas.microsoft.com/office/drawing/2014/main" id="{16FEB315-CED4-13A2-1414-D47E197088DA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2" name="Ellipse 841">
              <a:extLst>
                <a:ext uri="{FF2B5EF4-FFF2-40B4-BE49-F238E27FC236}">
                  <a16:creationId xmlns:a16="http://schemas.microsoft.com/office/drawing/2014/main" id="{7127D811-D7D8-CBDE-19F8-C619D19442FF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3" name="Ellipse 842">
              <a:extLst>
                <a:ext uri="{FF2B5EF4-FFF2-40B4-BE49-F238E27FC236}">
                  <a16:creationId xmlns:a16="http://schemas.microsoft.com/office/drawing/2014/main" id="{E8A2AC32-B6B3-3E96-5E27-A085E2CD500F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4" name="Ellipse 843">
              <a:extLst>
                <a:ext uri="{FF2B5EF4-FFF2-40B4-BE49-F238E27FC236}">
                  <a16:creationId xmlns:a16="http://schemas.microsoft.com/office/drawing/2014/main" id="{F7FD4153-EC9F-8D1D-7046-59BF1449D123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5" name="Ellipse 844">
              <a:extLst>
                <a:ext uri="{FF2B5EF4-FFF2-40B4-BE49-F238E27FC236}">
                  <a16:creationId xmlns:a16="http://schemas.microsoft.com/office/drawing/2014/main" id="{DBF3B863-5C4C-ED42-AA51-978378CB0654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46" name="Gruppieren 845">
            <a:extLst>
              <a:ext uri="{FF2B5EF4-FFF2-40B4-BE49-F238E27FC236}">
                <a16:creationId xmlns:a16="http://schemas.microsoft.com/office/drawing/2014/main" id="{839E12DE-0BE3-68CF-F932-AF2BE1AF8BAA}"/>
              </a:ext>
            </a:extLst>
          </p:cNvPr>
          <p:cNvGrpSpPr/>
          <p:nvPr/>
        </p:nvGrpSpPr>
        <p:grpSpPr>
          <a:xfrm>
            <a:off x="-1784520" y="1281404"/>
            <a:ext cx="4629584" cy="2788981"/>
            <a:chOff x="-324210" y="4706992"/>
            <a:chExt cx="4629584" cy="2788981"/>
          </a:xfrm>
        </p:grpSpPr>
        <p:sp>
          <p:nvSpPr>
            <p:cNvPr id="847" name="Ellipse 846">
              <a:extLst>
                <a:ext uri="{FF2B5EF4-FFF2-40B4-BE49-F238E27FC236}">
                  <a16:creationId xmlns:a16="http://schemas.microsoft.com/office/drawing/2014/main" id="{9D340D61-570A-F89D-40BB-6B56757960CD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8" name="Ellipse 847">
              <a:extLst>
                <a:ext uri="{FF2B5EF4-FFF2-40B4-BE49-F238E27FC236}">
                  <a16:creationId xmlns:a16="http://schemas.microsoft.com/office/drawing/2014/main" id="{F2D388D2-8DCA-AFE2-331A-827826A74241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49" name="Ellipse 848">
              <a:extLst>
                <a:ext uri="{FF2B5EF4-FFF2-40B4-BE49-F238E27FC236}">
                  <a16:creationId xmlns:a16="http://schemas.microsoft.com/office/drawing/2014/main" id="{98AC29A7-AFAA-4A45-EBA2-F90559C834A1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0" name="Ellipse 849">
              <a:extLst>
                <a:ext uri="{FF2B5EF4-FFF2-40B4-BE49-F238E27FC236}">
                  <a16:creationId xmlns:a16="http://schemas.microsoft.com/office/drawing/2014/main" id="{324E9C72-6C7E-C658-F5BA-989AA74D6879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1" name="Ellipse 850">
              <a:extLst>
                <a:ext uri="{FF2B5EF4-FFF2-40B4-BE49-F238E27FC236}">
                  <a16:creationId xmlns:a16="http://schemas.microsoft.com/office/drawing/2014/main" id="{2905C172-61E0-16A6-F134-A4C26D93F231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2" name="Ellipse 851">
              <a:extLst>
                <a:ext uri="{FF2B5EF4-FFF2-40B4-BE49-F238E27FC236}">
                  <a16:creationId xmlns:a16="http://schemas.microsoft.com/office/drawing/2014/main" id="{9FA2E3AA-E921-3A65-6E6D-6C7932129393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3" name="Ellipse 852">
              <a:extLst>
                <a:ext uri="{FF2B5EF4-FFF2-40B4-BE49-F238E27FC236}">
                  <a16:creationId xmlns:a16="http://schemas.microsoft.com/office/drawing/2014/main" id="{35678F7D-46C7-B0C8-7473-6152DE2BDAB4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4" name="Ellipse 853">
              <a:extLst>
                <a:ext uri="{FF2B5EF4-FFF2-40B4-BE49-F238E27FC236}">
                  <a16:creationId xmlns:a16="http://schemas.microsoft.com/office/drawing/2014/main" id="{26DC227A-4524-6CB0-1F5B-38CCC2488AA7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5" name="Ellipse 854">
              <a:extLst>
                <a:ext uri="{FF2B5EF4-FFF2-40B4-BE49-F238E27FC236}">
                  <a16:creationId xmlns:a16="http://schemas.microsoft.com/office/drawing/2014/main" id="{A420F3E0-6E94-BEFD-1064-42EB28DC6C2F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6" name="Ellipse 855">
              <a:extLst>
                <a:ext uri="{FF2B5EF4-FFF2-40B4-BE49-F238E27FC236}">
                  <a16:creationId xmlns:a16="http://schemas.microsoft.com/office/drawing/2014/main" id="{B05B7436-B2E2-3CBB-1828-B2AE9532E6DE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7" name="Ellipse 856">
              <a:extLst>
                <a:ext uri="{FF2B5EF4-FFF2-40B4-BE49-F238E27FC236}">
                  <a16:creationId xmlns:a16="http://schemas.microsoft.com/office/drawing/2014/main" id="{4ACA017B-9C25-4F11-1B81-E609BA07FBB1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8" name="Ellipse 857">
              <a:extLst>
                <a:ext uri="{FF2B5EF4-FFF2-40B4-BE49-F238E27FC236}">
                  <a16:creationId xmlns:a16="http://schemas.microsoft.com/office/drawing/2014/main" id="{948FE561-B1F5-2137-36DB-7D8EF91ADEEB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59" name="Ellipse 858">
              <a:extLst>
                <a:ext uri="{FF2B5EF4-FFF2-40B4-BE49-F238E27FC236}">
                  <a16:creationId xmlns:a16="http://schemas.microsoft.com/office/drawing/2014/main" id="{72995D97-7729-C534-42C2-7E3EC395DE9D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0" name="Ellipse 859">
              <a:extLst>
                <a:ext uri="{FF2B5EF4-FFF2-40B4-BE49-F238E27FC236}">
                  <a16:creationId xmlns:a16="http://schemas.microsoft.com/office/drawing/2014/main" id="{4B5DA2DB-A45B-30DE-FD04-500C54185A5E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1" name="Ellipse 860">
              <a:extLst>
                <a:ext uri="{FF2B5EF4-FFF2-40B4-BE49-F238E27FC236}">
                  <a16:creationId xmlns:a16="http://schemas.microsoft.com/office/drawing/2014/main" id="{325C9CBA-5941-710A-E1B4-0708214C57EB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2" name="Ellipse 861">
              <a:extLst>
                <a:ext uri="{FF2B5EF4-FFF2-40B4-BE49-F238E27FC236}">
                  <a16:creationId xmlns:a16="http://schemas.microsoft.com/office/drawing/2014/main" id="{7038FB2C-07B0-3247-D031-CB05D81127F8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3" name="Ellipse 862">
              <a:extLst>
                <a:ext uri="{FF2B5EF4-FFF2-40B4-BE49-F238E27FC236}">
                  <a16:creationId xmlns:a16="http://schemas.microsoft.com/office/drawing/2014/main" id="{97365BFF-8F60-E2F6-B567-63D5A51C07F8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4" name="Ellipse 863">
              <a:extLst>
                <a:ext uri="{FF2B5EF4-FFF2-40B4-BE49-F238E27FC236}">
                  <a16:creationId xmlns:a16="http://schemas.microsoft.com/office/drawing/2014/main" id="{25525D9C-8DD2-FB17-512F-D48E8610FD0C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5" name="Ellipse 864">
              <a:extLst>
                <a:ext uri="{FF2B5EF4-FFF2-40B4-BE49-F238E27FC236}">
                  <a16:creationId xmlns:a16="http://schemas.microsoft.com/office/drawing/2014/main" id="{CE921A10-1EF0-1365-A5C9-68E71FFD63D6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6" name="Ellipse 865">
              <a:extLst>
                <a:ext uri="{FF2B5EF4-FFF2-40B4-BE49-F238E27FC236}">
                  <a16:creationId xmlns:a16="http://schemas.microsoft.com/office/drawing/2014/main" id="{BEBC9033-6C09-5033-77E6-5B06E7D5E734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7" name="Ellipse 866">
              <a:extLst>
                <a:ext uri="{FF2B5EF4-FFF2-40B4-BE49-F238E27FC236}">
                  <a16:creationId xmlns:a16="http://schemas.microsoft.com/office/drawing/2014/main" id="{CF1FD342-42AF-5DF6-026D-B26B4944DAEC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8" name="Ellipse 867">
              <a:extLst>
                <a:ext uri="{FF2B5EF4-FFF2-40B4-BE49-F238E27FC236}">
                  <a16:creationId xmlns:a16="http://schemas.microsoft.com/office/drawing/2014/main" id="{CFD5E8D5-8F0B-C974-B5D6-75CC3F7B5D74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69" name="Ellipse 868">
              <a:extLst>
                <a:ext uri="{FF2B5EF4-FFF2-40B4-BE49-F238E27FC236}">
                  <a16:creationId xmlns:a16="http://schemas.microsoft.com/office/drawing/2014/main" id="{E3F3B2FA-2738-8CE8-6478-B29744324A06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0" name="Ellipse 869">
              <a:extLst>
                <a:ext uri="{FF2B5EF4-FFF2-40B4-BE49-F238E27FC236}">
                  <a16:creationId xmlns:a16="http://schemas.microsoft.com/office/drawing/2014/main" id="{5254EA34-CF7F-1A92-5F03-A3D64D211074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1" name="Ellipse 870">
              <a:extLst>
                <a:ext uri="{FF2B5EF4-FFF2-40B4-BE49-F238E27FC236}">
                  <a16:creationId xmlns:a16="http://schemas.microsoft.com/office/drawing/2014/main" id="{4FEFB5E8-ADDD-1249-36A3-057A7F2A1503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2" name="Ellipse 871">
              <a:extLst>
                <a:ext uri="{FF2B5EF4-FFF2-40B4-BE49-F238E27FC236}">
                  <a16:creationId xmlns:a16="http://schemas.microsoft.com/office/drawing/2014/main" id="{037CB7C0-8B35-D70F-8B1F-B21B3F0A9251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3" name="Ellipse 872">
              <a:extLst>
                <a:ext uri="{FF2B5EF4-FFF2-40B4-BE49-F238E27FC236}">
                  <a16:creationId xmlns:a16="http://schemas.microsoft.com/office/drawing/2014/main" id="{94E4B4F8-C9DE-0598-8C22-4F5290C042DE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4" name="Ellipse 873">
              <a:extLst>
                <a:ext uri="{FF2B5EF4-FFF2-40B4-BE49-F238E27FC236}">
                  <a16:creationId xmlns:a16="http://schemas.microsoft.com/office/drawing/2014/main" id="{2D68880E-50F7-756E-875F-41A18F93576C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875" name="Gruppieren 874">
            <a:extLst>
              <a:ext uri="{FF2B5EF4-FFF2-40B4-BE49-F238E27FC236}">
                <a16:creationId xmlns:a16="http://schemas.microsoft.com/office/drawing/2014/main" id="{57355FDB-8E13-44F2-06FD-E39203D30D6B}"/>
              </a:ext>
            </a:extLst>
          </p:cNvPr>
          <p:cNvGrpSpPr/>
          <p:nvPr/>
        </p:nvGrpSpPr>
        <p:grpSpPr>
          <a:xfrm rot="10800000">
            <a:off x="-995780" y="740929"/>
            <a:ext cx="4629584" cy="2788981"/>
            <a:chOff x="-324210" y="4706992"/>
            <a:chExt cx="4629584" cy="2788981"/>
          </a:xfrm>
        </p:grpSpPr>
        <p:sp>
          <p:nvSpPr>
            <p:cNvPr id="876" name="Ellipse 875">
              <a:extLst>
                <a:ext uri="{FF2B5EF4-FFF2-40B4-BE49-F238E27FC236}">
                  <a16:creationId xmlns:a16="http://schemas.microsoft.com/office/drawing/2014/main" id="{F9D14449-6E22-FA61-4749-E1481619300E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7" name="Ellipse 876">
              <a:extLst>
                <a:ext uri="{FF2B5EF4-FFF2-40B4-BE49-F238E27FC236}">
                  <a16:creationId xmlns:a16="http://schemas.microsoft.com/office/drawing/2014/main" id="{4378BB1F-BC7B-40F9-929B-75E4C5E44A59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8" name="Ellipse 877">
              <a:extLst>
                <a:ext uri="{FF2B5EF4-FFF2-40B4-BE49-F238E27FC236}">
                  <a16:creationId xmlns:a16="http://schemas.microsoft.com/office/drawing/2014/main" id="{6B6DAFDA-1867-E156-B401-EF869838D88C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79" name="Ellipse 878">
              <a:extLst>
                <a:ext uri="{FF2B5EF4-FFF2-40B4-BE49-F238E27FC236}">
                  <a16:creationId xmlns:a16="http://schemas.microsoft.com/office/drawing/2014/main" id="{903036C0-DA3B-43F1-AD00-00D2EAC8E543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0" name="Ellipse 879">
              <a:extLst>
                <a:ext uri="{FF2B5EF4-FFF2-40B4-BE49-F238E27FC236}">
                  <a16:creationId xmlns:a16="http://schemas.microsoft.com/office/drawing/2014/main" id="{444DC465-A9C5-18C4-CB3E-652B5BF805A2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1" name="Ellipse 880">
              <a:extLst>
                <a:ext uri="{FF2B5EF4-FFF2-40B4-BE49-F238E27FC236}">
                  <a16:creationId xmlns:a16="http://schemas.microsoft.com/office/drawing/2014/main" id="{2B0E7B80-CD17-9481-0ADA-A7AD59B3B6B5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2" name="Ellipse 881">
              <a:extLst>
                <a:ext uri="{FF2B5EF4-FFF2-40B4-BE49-F238E27FC236}">
                  <a16:creationId xmlns:a16="http://schemas.microsoft.com/office/drawing/2014/main" id="{4BBB51A1-43DB-BACA-3897-CE8F49088FEB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3" name="Ellipse 882">
              <a:extLst>
                <a:ext uri="{FF2B5EF4-FFF2-40B4-BE49-F238E27FC236}">
                  <a16:creationId xmlns:a16="http://schemas.microsoft.com/office/drawing/2014/main" id="{277EB81F-65D2-4810-6408-BEDDA68303C6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4" name="Ellipse 883">
              <a:extLst>
                <a:ext uri="{FF2B5EF4-FFF2-40B4-BE49-F238E27FC236}">
                  <a16:creationId xmlns:a16="http://schemas.microsoft.com/office/drawing/2014/main" id="{D9EC3644-9F0E-D407-CEDF-A906510D6A1F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5" name="Ellipse 884">
              <a:extLst>
                <a:ext uri="{FF2B5EF4-FFF2-40B4-BE49-F238E27FC236}">
                  <a16:creationId xmlns:a16="http://schemas.microsoft.com/office/drawing/2014/main" id="{95496877-9358-921C-E80C-A138C01FBCEE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6" name="Ellipse 885">
              <a:extLst>
                <a:ext uri="{FF2B5EF4-FFF2-40B4-BE49-F238E27FC236}">
                  <a16:creationId xmlns:a16="http://schemas.microsoft.com/office/drawing/2014/main" id="{7D69511C-FC4C-CE93-429A-1F1FAF2EA0BD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7" name="Ellipse 886">
              <a:extLst>
                <a:ext uri="{FF2B5EF4-FFF2-40B4-BE49-F238E27FC236}">
                  <a16:creationId xmlns:a16="http://schemas.microsoft.com/office/drawing/2014/main" id="{2885CBDC-8074-B332-FAB8-9DABB7C9E2AE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8" name="Ellipse 887">
              <a:extLst>
                <a:ext uri="{FF2B5EF4-FFF2-40B4-BE49-F238E27FC236}">
                  <a16:creationId xmlns:a16="http://schemas.microsoft.com/office/drawing/2014/main" id="{B521932A-A28B-34D1-E4CA-DDD399682158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89" name="Ellipse 888">
              <a:extLst>
                <a:ext uri="{FF2B5EF4-FFF2-40B4-BE49-F238E27FC236}">
                  <a16:creationId xmlns:a16="http://schemas.microsoft.com/office/drawing/2014/main" id="{17D2B9DB-15CB-1899-4A15-C6980476CF5C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0" name="Ellipse 889">
              <a:extLst>
                <a:ext uri="{FF2B5EF4-FFF2-40B4-BE49-F238E27FC236}">
                  <a16:creationId xmlns:a16="http://schemas.microsoft.com/office/drawing/2014/main" id="{599CE117-3622-502D-CA2E-B7921D3CA4C5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1" name="Ellipse 890">
              <a:extLst>
                <a:ext uri="{FF2B5EF4-FFF2-40B4-BE49-F238E27FC236}">
                  <a16:creationId xmlns:a16="http://schemas.microsoft.com/office/drawing/2014/main" id="{83C13274-11CE-FAAA-8CFA-FBB00BF38A84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2" name="Ellipse 891">
              <a:extLst>
                <a:ext uri="{FF2B5EF4-FFF2-40B4-BE49-F238E27FC236}">
                  <a16:creationId xmlns:a16="http://schemas.microsoft.com/office/drawing/2014/main" id="{41FA6F95-B9D6-4357-1298-EB7189068EDF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3" name="Ellipse 892">
              <a:extLst>
                <a:ext uri="{FF2B5EF4-FFF2-40B4-BE49-F238E27FC236}">
                  <a16:creationId xmlns:a16="http://schemas.microsoft.com/office/drawing/2014/main" id="{6D45CD0D-3F8F-B1F5-88C0-C7283A1AC89D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4" name="Ellipse 893">
              <a:extLst>
                <a:ext uri="{FF2B5EF4-FFF2-40B4-BE49-F238E27FC236}">
                  <a16:creationId xmlns:a16="http://schemas.microsoft.com/office/drawing/2014/main" id="{16969FD8-920C-F21B-F9B6-530E265559DF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5" name="Ellipse 894">
              <a:extLst>
                <a:ext uri="{FF2B5EF4-FFF2-40B4-BE49-F238E27FC236}">
                  <a16:creationId xmlns:a16="http://schemas.microsoft.com/office/drawing/2014/main" id="{F192155A-69FB-2A79-9B9A-0ECC0C6BC593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6" name="Ellipse 895">
              <a:extLst>
                <a:ext uri="{FF2B5EF4-FFF2-40B4-BE49-F238E27FC236}">
                  <a16:creationId xmlns:a16="http://schemas.microsoft.com/office/drawing/2014/main" id="{6D383467-6666-BAB5-839A-F9273E2C2802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7" name="Ellipse 896">
              <a:extLst>
                <a:ext uri="{FF2B5EF4-FFF2-40B4-BE49-F238E27FC236}">
                  <a16:creationId xmlns:a16="http://schemas.microsoft.com/office/drawing/2014/main" id="{664B3052-6EFA-F48B-E0F0-B4791F13497B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8" name="Ellipse 897">
              <a:extLst>
                <a:ext uri="{FF2B5EF4-FFF2-40B4-BE49-F238E27FC236}">
                  <a16:creationId xmlns:a16="http://schemas.microsoft.com/office/drawing/2014/main" id="{A2CAAE5C-439D-15CB-33A8-850265C1C323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99" name="Ellipse 898">
              <a:extLst>
                <a:ext uri="{FF2B5EF4-FFF2-40B4-BE49-F238E27FC236}">
                  <a16:creationId xmlns:a16="http://schemas.microsoft.com/office/drawing/2014/main" id="{9712C2D3-0C95-483A-470F-79B323914D5A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0" name="Ellipse 899">
              <a:extLst>
                <a:ext uri="{FF2B5EF4-FFF2-40B4-BE49-F238E27FC236}">
                  <a16:creationId xmlns:a16="http://schemas.microsoft.com/office/drawing/2014/main" id="{925B1145-16DD-9614-840D-1A3EC93608C1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1" name="Ellipse 900">
              <a:extLst>
                <a:ext uri="{FF2B5EF4-FFF2-40B4-BE49-F238E27FC236}">
                  <a16:creationId xmlns:a16="http://schemas.microsoft.com/office/drawing/2014/main" id="{CC701382-AE2A-590F-DF86-32E6C1EAC63D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2" name="Ellipse 901">
              <a:extLst>
                <a:ext uri="{FF2B5EF4-FFF2-40B4-BE49-F238E27FC236}">
                  <a16:creationId xmlns:a16="http://schemas.microsoft.com/office/drawing/2014/main" id="{2018DE15-625B-239E-03C8-85E44924DB38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3" name="Ellipse 902">
              <a:extLst>
                <a:ext uri="{FF2B5EF4-FFF2-40B4-BE49-F238E27FC236}">
                  <a16:creationId xmlns:a16="http://schemas.microsoft.com/office/drawing/2014/main" id="{1B1296FC-9688-3A7C-A84C-EB3043A80412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904" name="Gruppieren 903">
            <a:extLst>
              <a:ext uri="{FF2B5EF4-FFF2-40B4-BE49-F238E27FC236}">
                <a16:creationId xmlns:a16="http://schemas.microsoft.com/office/drawing/2014/main" id="{02806E54-8B97-928F-5A67-AEBC8EA13BA9}"/>
              </a:ext>
            </a:extLst>
          </p:cNvPr>
          <p:cNvGrpSpPr/>
          <p:nvPr/>
        </p:nvGrpSpPr>
        <p:grpSpPr>
          <a:xfrm rot="10800000">
            <a:off x="-2073499" y="221626"/>
            <a:ext cx="4629584" cy="2788981"/>
            <a:chOff x="-324210" y="4706992"/>
            <a:chExt cx="4629584" cy="2788981"/>
          </a:xfrm>
        </p:grpSpPr>
        <p:sp>
          <p:nvSpPr>
            <p:cNvPr id="905" name="Ellipse 904">
              <a:extLst>
                <a:ext uri="{FF2B5EF4-FFF2-40B4-BE49-F238E27FC236}">
                  <a16:creationId xmlns:a16="http://schemas.microsoft.com/office/drawing/2014/main" id="{8C1BC8C6-0AC3-CC3D-55F5-83E3481110CC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6" name="Ellipse 905">
              <a:extLst>
                <a:ext uri="{FF2B5EF4-FFF2-40B4-BE49-F238E27FC236}">
                  <a16:creationId xmlns:a16="http://schemas.microsoft.com/office/drawing/2014/main" id="{2A716665-75A1-F964-BB6F-20C39A1BFEBA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7" name="Ellipse 906">
              <a:extLst>
                <a:ext uri="{FF2B5EF4-FFF2-40B4-BE49-F238E27FC236}">
                  <a16:creationId xmlns:a16="http://schemas.microsoft.com/office/drawing/2014/main" id="{013EEFCD-0C0F-A088-69E1-D7D689EBABCD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8" name="Ellipse 907">
              <a:extLst>
                <a:ext uri="{FF2B5EF4-FFF2-40B4-BE49-F238E27FC236}">
                  <a16:creationId xmlns:a16="http://schemas.microsoft.com/office/drawing/2014/main" id="{77EABB25-C51B-F4EC-B582-5D4B43758762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9" name="Ellipse 908">
              <a:extLst>
                <a:ext uri="{FF2B5EF4-FFF2-40B4-BE49-F238E27FC236}">
                  <a16:creationId xmlns:a16="http://schemas.microsoft.com/office/drawing/2014/main" id="{0289408E-CFE1-6FBC-3570-243EC75918D0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0" name="Ellipse 909">
              <a:extLst>
                <a:ext uri="{FF2B5EF4-FFF2-40B4-BE49-F238E27FC236}">
                  <a16:creationId xmlns:a16="http://schemas.microsoft.com/office/drawing/2014/main" id="{E884C1EC-CD45-3307-5480-3D73D886BB7F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1" name="Ellipse 910">
              <a:extLst>
                <a:ext uri="{FF2B5EF4-FFF2-40B4-BE49-F238E27FC236}">
                  <a16:creationId xmlns:a16="http://schemas.microsoft.com/office/drawing/2014/main" id="{2C9D24A8-0621-D3C3-1F33-1C29360FD880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2" name="Ellipse 911">
              <a:extLst>
                <a:ext uri="{FF2B5EF4-FFF2-40B4-BE49-F238E27FC236}">
                  <a16:creationId xmlns:a16="http://schemas.microsoft.com/office/drawing/2014/main" id="{DA1B623C-34C5-6057-8160-707F522982C5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3" name="Ellipse 912">
              <a:extLst>
                <a:ext uri="{FF2B5EF4-FFF2-40B4-BE49-F238E27FC236}">
                  <a16:creationId xmlns:a16="http://schemas.microsoft.com/office/drawing/2014/main" id="{96EA95EF-9084-16D9-EDE0-3C0A45AFF60B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4" name="Ellipse 913">
              <a:extLst>
                <a:ext uri="{FF2B5EF4-FFF2-40B4-BE49-F238E27FC236}">
                  <a16:creationId xmlns:a16="http://schemas.microsoft.com/office/drawing/2014/main" id="{1623EB9F-7345-8F10-9845-04F9476B2D7C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5" name="Ellipse 914">
              <a:extLst>
                <a:ext uri="{FF2B5EF4-FFF2-40B4-BE49-F238E27FC236}">
                  <a16:creationId xmlns:a16="http://schemas.microsoft.com/office/drawing/2014/main" id="{1EC4CE2C-689B-B5D6-27EB-2B717C045DE9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6" name="Ellipse 915">
              <a:extLst>
                <a:ext uri="{FF2B5EF4-FFF2-40B4-BE49-F238E27FC236}">
                  <a16:creationId xmlns:a16="http://schemas.microsoft.com/office/drawing/2014/main" id="{2DB4B2FA-68E8-7D6C-6C5A-4D482650744F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7" name="Ellipse 916">
              <a:extLst>
                <a:ext uri="{FF2B5EF4-FFF2-40B4-BE49-F238E27FC236}">
                  <a16:creationId xmlns:a16="http://schemas.microsoft.com/office/drawing/2014/main" id="{5638A5AD-99FE-1C88-56AF-CA2A8F968529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8" name="Ellipse 917">
              <a:extLst>
                <a:ext uri="{FF2B5EF4-FFF2-40B4-BE49-F238E27FC236}">
                  <a16:creationId xmlns:a16="http://schemas.microsoft.com/office/drawing/2014/main" id="{A6CE0656-5865-F6BE-3EFE-4D784CE890A3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19" name="Ellipse 918">
              <a:extLst>
                <a:ext uri="{FF2B5EF4-FFF2-40B4-BE49-F238E27FC236}">
                  <a16:creationId xmlns:a16="http://schemas.microsoft.com/office/drawing/2014/main" id="{7A762C69-009C-089B-5537-F08448263B3E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0" name="Ellipse 919">
              <a:extLst>
                <a:ext uri="{FF2B5EF4-FFF2-40B4-BE49-F238E27FC236}">
                  <a16:creationId xmlns:a16="http://schemas.microsoft.com/office/drawing/2014/main" id="{2390F55B-3A1A-3E44-7E04-A9BFB326DFB7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1" name="Ellipse 920">
              <a:extLst>
                <a:ext uri="{FF2B5EF4-FFF2-40B4-BE49-F238E27FC236}">
                  <a16:creationId xmlns:a16="http://schemas.microsoft.com/office/drawing/2014/main" id="{029EA4B4-C5E9-1806-FBE3-1C45D2B2E3F1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2" name="Ellipse 921">
              <a:extLst>
                <a:ext uri="{FF2B5EF4-FFF2-40B4-BE49-F238E27FC236}">
                  <a16:creationId xmlns:a16="http://schemas.microsoft.com/office/drawing/2014/main" id="{1AA45BAF-1F49-DAD2-89BE-C6C137340AD8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3" name="Ellipse 922">
              <a:extLst>
                <a:ext uri="{FF2B5EF4-FFF2-40B4-BE49-F238E27FC236}">
                  <a16:creationId xmlns:a16="http://schemas.microsoft.com/office/drawing/2014/main" id="{00504AB9-45CC-0920-663D-2B536B936BA1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4" name="Ellipse 923">
              <a:extLst>
                <a:ext uri="{FF2B5EF4-FFF2-40B4-BE49-F238E27FC236}">
                  <a16:creationId xmlns:a16="http://schemas.microsoft.com/office/drawing/2014/main" id="{30ECCE07-640F-CB73-746A-03F78B1E5131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5" name="Ellipse 924">
              <a:extLst>
                <a:ext uri="{FF2B5EF4-FFF2-40B4-BE49-F238E27FC236}">
                  <a16:creationId xmlns:a16="http://schemas.microsoft.com/office/drawing/2014/main" id="{9B6DE457-DB1B-F02F-1F54-809FE18E206C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6" name="Ellipse 925">
              <a:extLst>
                <a:ext uri="{FF2B5EF4-FFF2-40B4-BE49-F238E27FC236}">
                  <a16:creationId xmlns:a16="http://schemas.microsoft.com/office/drawing/2014/main" id="{7E2DDD2D-1580-2479-0508-18901FD97665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7" name="Ellipse 926">
              <a:extLst>
                <a:ext uri="{FF2B5EF4-FFF2-40B4-BE49-F238E27FC236}">
                  <a16:creationId xmlns:a16="http://schemas.microsoft.com/office/drawing/2014/main" id="{260916CC-98BC-01A0-6EC6-4312E5B13BE5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8" name="Ellipse 927">
              <a:extLst>
                <a:ext uri="{FF2B5EF4-FFF2-40B4-BE49-F238E27FC236}">
                  <a16:creationId xmlns:a16="http://schemas.microsoft.com/office/drawing/2014/main" id="{0FD9E9C6-E6CF-3505-3F5F-FC744E40BE86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29" name="Ellipse 928">
              <a:extLst>
                <a:ext uri="{FF2B5EF4-FFF2-40B4-BE49-F238E27FC236}">
                  <a16:creationId xmlns:a16="http://schemas.microsoft.com/office/drawing/2014/main" id="{C8383C4D-3494-DF7F-22AD-0F04F4CF73DB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0" name="Ellipse 929">
              <a:extLst>
                <a:ext uri="{FF2B5EF4-FFF2-40B4-BE49-F238E27FC236}">
                  <a16:creationId xmlns:a16="http://schemas.microsoft.com/office/drawing/2014/main" id="{F2A21F9F-8A64-A169-3C60-245A5BFB5AC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1" name="Ellipse 930">
              <a:extLst>
                <a:ext uri="{FF2B5EF4-FFF2-40B4-BE49-F238E27FC236}">
                  <a16:creationId xmlns:a16="http://schemas.microsoft.com/office/drawing/2014/main" id="{F2064224-C7A1-D1C4-86FB-CA650E947955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2" name="Ellipse 931">
              <a:extLst>
                <a:ext uri="{FF2B5EF4-FFF2-40B4-BE49-F238E27FC236}">
                  <a16:creationId xmlns:a16="http://schemas.microsoft.com/office/drawing/2014/main" id="{484E7E7C-C3E5-EE77-39ED-D6CE6F7327CD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933" name="Ellipse 932">
            <a:extLst>
              <a:ext uri="{FF2B5EF4-FFF2-40B4-BE49-F238E27FC236}">
                <a16:creationId xmlns:a16="http://schemas.microsoft.com/office/drawing/2014/main" id="{A8E229D9-C524-DEF1-943A-4ED94C18DB53}"/>
              </a:ext>
            </a:extLst>
          </p:cNvPr>
          <p:cNvSpPr/>
          <p:nvPr/>
        </p:nvSpPr>
        <p:spPr>
          <a:xfrm rot="4912871">
            <a:off x="5437808" y="13385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4" name="Ellipse 933">
            <a:extLst>
              <a:ext uri="{FF2B5EF4-FFF2-40B4-BE49-F238E27FC236}">
                <a16:creationId xmlns:a16="http://schemas.microsoft.com/office/drawing/2014/main" id="{0223B461-FD80-1639-3640-658A34C43F02}"/>
              </a:ext>
            </a:extLst>
          </p:cNvPr>
          <p:cNvSpPr/>
          <p:nvPr/>
        </p:nvSpPr>
        <p:spPr>
          <a:xfrm rot="4912871">
            <a:off x="5420446" y="170205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5" name="Ellipse 934">
            <a:extLst>
              <a:ext uri="{FF2B5EF4-FFF2-40B4-BE49-F238E27FC236}">
                <a16:creationId xmlns:a16="http://schemas.microsoft.com/office/drawing/2014/main" id="{9F14C46C-D274-D122-801C-4B7A828B08CE}"/>
              </a:ext>
            </a:extLst>
          </p:cNvPr>
          <p:cNvSpPr/>
          <p:nvPr/>
        </p:nvSpPr>
        <p:spPr>
          <a:xfrm rot="4912871">
            <a:off x="5611775" y="2020834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6" name="Ellipse 935">
            <a:extLst>
              <a:ext uri="{FF2B5EF4-FFF2-40B4-BE49-F238E27FC236}">
                <a16:creationId xmlns:a16="http://schemas.microsoft.com/office/drawing/2014/main" id="{823034A8-7466-C7EF-490F-D243600F7423}"/>
              </a:ext>
            </a:extLst>
          </p:cNvPr>
          <p:cNvSpPr/>
          <p:nvPr/>
        </p:nvSpPr>
        <p:spPr>
          <a:xfrm rot="4912871">
            <a:off x="5548358" y="103131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7" name="Ellipse 936">
            <a:extLst>
              <a:ext uri="{FF2B5EF4-FFF2-40B4-BE49-F238E27FC236}">
                <a16:creationId xmlns:a16="http://schemas.microsoft.com/office/drawing/2014/main" id="{875396DD-A16F-1306-163C-FBA6DE05DDA1}"/>
              </a:ext>
            </a:extLst>
          </p:cNvPr>
          <p:cNvSpPr/>
          <p:nvPr/>
        </p:nvSpPr>
        <p:spPr>
          <a:xfrm rot="4912871">
            <a:off x="5719876" y="1206651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8" name="Ellipse 937">
            <a:extLst>
              <a:ext uri="{FF2B5EF4-FFF2-40B4-BE49-F238E27FC236}">
                <a16:creationId xmlns:a16="http://schemas.microsoft.com/office/drawing/2014/main" id="{1994C5CA-EA53-6FE4-0C48-EB55D1AAF6D1}"/>
              </a:ext>
            </a:extLst>
          </p:cNvPr>
          <p:cNvSpPr/>
          <p:nvPr/>
        </p:nvSpPr>
        <p:spPr>
          <a:xfrm rot="4912871">
            <a:off x="5682199" y="146457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39" name="Ellipse 938">
            <a:extLst>
              <a:ext uri="{FF2B5EF4-FFF2-40B4-BE49-F238E27FC236}">
                <a16:creationId xmlns:a16="http://schemas.microsoft.com/office/drawing/2014/main" id="{845DCCE2-A7EC-4B37-B971-7D9CD87994A5}"/>
              </a:ext>
            </a:extLst>
          </p:cNvPr>
          <p:cNvSpPr/>
          <p:nvPr/>
        </p:nvSpPr>
        <p:spPr>
          <a:xfrm rot="4912871">
            <a:off x="6043414" y="212208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0" name="Ellipse 939">
            <a:extLst>
              <a:ext uri="{FF2B5EF4-FFF2-40B4-BE49-F238E27FC236}">
                <a16:creationId xmlns:a16="http://schemas.microsoft.com/office/drawing/2014/main" id="{33F72E5D-D7D1-E2CE-387D-739D5FA97FC4}"/>
              </a:ext>
            </a:extLst>
          </p:cNvPr>
          <p:cNvSpPr/>
          <p:nvPr/>
        </p:nvSpPr>
        <p:spPr>
          <a:xfrm rot="4912871">
            <a:off x="6107927" y="101411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1" name="Ellipse 940">
            <a:extLst>
              <a:ext uri="{FF2B5EF4-FFF2-40B4-BE49-F238E27FC236}">
                <a16:creationId xmlns:a16="http://schemas.microsoft.com/office/drawing/2014/main" id="{21943646-A8DE-312B-C861-0B39776C5D9F}"/>
              </a:ext>
            </a:extLst>
          </p:cNvPr>
          <p:cNvSpPr/>
          <p:nvPr/>
        </p:nvSpPr>
        <p:spPr>
          <a:xfrm rot="4912871">
            <a:off x="6008314" y="169369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2" name="Ellipse 941">
            <a:extLst>
              <a:ext uri="{FF2B5EF4-FFF2-40B4-BE49-F238E27FC236}">
                <a16:creationId xmlns:a16="http://schemas.microsoft.com/office/drawing/2014/main" id="{7B754979-B7D8-6A0A-40D1-FD9CD842AB00}"/>
              </a:ext>
            </a:extLst>
          </p:cNvPr>
          <p:cNvSpPr/>
          <p:nvPr/>
        </p:nvSpPr>
        <p:spPr>
          <a:xfrm rot="4912871">
            <a:off x="6252081" y="141495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3" name="Ellipse 942">
            <a:extLst>
              <a:ext uri="{FF2B5EF4-FFF2-40B4-BE49-F238E27FC236}">
                <a16:creationId xmlns:a16="http://schemas.microsoft.com/office/drawing/2014/main" id="{A469B5C4-2B02-F719-32D7-11BBD73B44E1}"/>
              </a:ext>
            </a:extLst>
          </p:cNvPr>
          <p:cNvSpPr/>
          <p:nvPr/>
        </p:nvSpPr>
        <p:spPr>
          <a:xfrm rot="4912871">
            <a:off x="3551323" y="70205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4" name="Ellipse 943">
            <a:extLst>
              <a:ext uri="{FF2B5EF4-FFF2-40B4-BE49-F238E27FC236}">
                <a16:creationId xmlns:a16="http://schemas.microsoft.com/office/drawing/2014/main" id="{CD489C22-839F-9237-BA0D-FCC47EE90E7F}"/>
              </a:ext>
            </a:extLst>
          </p:cNvPr>
          <p:cNvSpPr/>
          <p:nvPr/>
        </p:nvSpPr>
        <p:spPr>
          <a:xfrm rot="4912871">
            <a:off x="6439662" y="214659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5" name="Ellipse 944">
            <a:extLst>
              <a:ext uri="{FF2B5EF4-FFF2-40B4-BE49-F238E27FC236}">
                <a16:creationId xmlns:a16="http://schemas.microsoft.com/office/drawing/2014/main" id="{8DF96C37-4D86-F690-F3BE-2957AB7AC4E0}"/>
              </a:ext>
            </a:extLst>
          </p:cNvPr>
          <p:cNvSpPr/>
          <p:nvPr/>
        </p:nvSpPr>
        <p:spPr>
          <a:xfrm rot="4912871">
            <a:off x="6491698" y="1856079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6" name="Ellipse 945">
            <a:extLst>
              <a:ext uri="{FF2B5EF4-FFF2-40B4-BE49-F238E27FC236}">
                <a16:creationId xmlns:a16="http://schemas.microsoft.com/office/drawing/2014/main" id="{3C323E65-9A97-1133-8ABE-466BBEDAB81F}"/>
              </a:ext>
            </a:extLst>
          </p:cNvPr>
          <p:cNvSpPr/>
          <p:nvPr/>
        </p:nvSpPr>
        <p:spPr>
          <a:xfrm rot="4912871">
            <a:off x="6688461" y="150303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7" name="Ellipse 946">
            <a:extLst>
              <a:ext uri="{FF2B5EF4-FFF2-40B4-BE49-F238E27FC236}">
                <a16:creationId xmlns:a16="http://schemas.microsoft.com/office/drawing/2014/main" id="{DEF5CCED-D6AA-C06C-0E5D-A49CCC34B108}"/>
              </a:ext>
            </a:extLst>
          </p:cNvPr>
          <p:cNvSpPr/>
          <p:nvPr/>
        </p:nvSpPr>
        <p:spPr>
          <a:xfrm rot="4912871">
            <a:off x="6682705" y="101335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8" name="Ellipse 947">
            <a:extLst>
              <a:ext uri="{FF2B5EF4-FFF2-40B4-BE49-F238E27FC236}">
                <a16:creationId xmlns:a16="http://schemas.microsoft.com/office/drawing/2014/main" id="{0E9DD167-FA1F-3600-77BB-CE686BB707AA}"/>
              </a:ext>
            </a:extLst>
          </p:cNvPr>
          <p:cNvSpPr/>
          <p:nvPr/>
        </p:nvSpPr>
        <p:spPr>
          <a:xfrm rot="4912871">
            <a:off x="6927742" y="67440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49" name="Ellipse 948">
            <a:extLst>
              <a:ext uri="{FF2B5EF4-FFF2-40B4-BE49-F238E27FC236}">
                <a16:creationId xmlns:a16="http://schemas.microsoft.com/office/drawing/2014/main" id="{4A0E9FE9-DF4B-609E-E0CD-34C07EB628A6}"/>
              </a:ext>
            </a:extLst>
          </p:cNvPr>
          <p:cNvSpPr/>
          <p:nvPr/>
        </p:nvSpPr>
        <p:spPr>
          <a:xfrm rot="4912871">
            <a:off x="7069801" y="1070220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0" name="Ellipse 949">
            <a:extLst>
              <a:ext uri="{FF2B5EF4-FFF2-40B4-BE49-F238E27FC236}">
                <a16:creationId xmlns:a16="http://schemas.microsoft.com/office/drawing/2014/main" id="{58FD4E59-9EFA-3CDE-1D1F-3024BC2D2B44}"/>
              </a:ext>
            </a:extLst>
          </p:cNvPr>
          <p:cNvSpPr/>
          <p:nvPr/>
        </p:nvSpPr>
        <p:spPr>
          <a:xfrm rot="4912871">
            <a:off x="7198675" y="1441865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1" name="Ellipse 950">
            <a:extLst>
              <a:ext uri="{FF2B5EF4-FFF2-40B4-BE49-F238E27FC236}">
                <a16:creationId xmlns:a16="http://schemas.microsoft.com/office/drawing/2014/main" id="{F48A92AD-ECE4-8CE9-E9CA-B5CE6BE228CE}"/>
              </a:ext>
            </a:extLst>
          </p:cNvPr>
          <p:cNvSpPr/>
          <p:nvPr/>
        </p:nvSpPr>
        <p:spPr>
          <a:xfrm rot="4912871">
            <a:off x="7699318" y="141514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2" name="Ellipse 951">
            <a:extLst>
              <a:ext uri="{FF2B5EF4-FFF2-40B4-BE49-F238E27FC236}">
                <a16:creationId xmlns:a16="http://schemas.microsoft.com/office/drawing/2014/main" id="{50BD838A-351B-454A-DC7B-83CE006C336A}"/>
              </a:ext>
            </a:extLst>
          </p:cNvPr>
          <p:cNvSpPr/>
          <p:nvPr/>
        </p:nvSpPr>
        <p:spPr>
          <a:xfrm rot="4912871">
            <a:off x="7527375" y="1139242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3" name="Ellipse 952">
            <a:extLst>
              <a:ext uri="{FF2B5EF4-FFF2-40B4-BE49-F238E27FC236}">
                <a16:creationId xmlns:a16="http://schemas.microsoft.com/office/drawing/2014/main" id="{3A1E146C-E4F6-ED33-3992-B6046ACCEB75}"/>
              </a:ext>
            </a:extLst>
          </p:cNvPr>
          <p:cNvSpPr/>
          <p:nvPr/>
        </p:nvSpPr>
        <p:spPr>
          <a:xfrm rot="4912871">
            <a:off x="7444959" y="946196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54" name="Ellipse 953">
            <a:extLst>
              <a:ext uri="{FF2B5EF4-FFF2-40B4-BE49-F238E27FC236}">
                <a16:creationId xmlns:a16="http://schemas.microsoft.com/office/drawing/2014/main" id="{2787056B-44A8-F8C4-4514-7A06A96A06B2}"/>
              </a:ext>
            </a:extLst>
          </p:cNvPr>
          <p:cNvSpPr/>
          <p:nvPr/>
        </p:nvSpPr>
        <p:spPr>
          <a:xfrm rot="4912871">
            <a:off x="7397097" y="738398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955" name="Gruppieren 954">
            <a:extLst>
              <a:ext uri="{FF2B5EF4-FFF2-40B4-BE49-F238E27FC236}">
                <a16:creationId xmlns:a16="http://schemas.microsoft.com/office/drawing/2014/main" id="{32BF875D-D2AB-7323-850F-6049597705D9}"/>
              </a:ext>
            </a:extLst>
          </p:cNvPr>
          <p:cNvGrpSpPr/>
          <p:nvPr/>
        </p:nvGrpSpPr>
        <p:grpSpPr>
          <a:xfrm rot="14691760" flipV="1">
            <a:off x="4898485" y="-171137"/>
            <a:ext cx="2953403" cy="2665423"/>
            <a:chOff x="9535110" y="4663981"/>
            <a:chExt cx="2953403" cy="2665423"/>
          </a:xfrm>
        </p:grpSpPr>
        <p:sp>
          <p:nvSpPr>
            <p:cNvPr id="956" name="Ellipse 955">
              <a:extLst>
                <a:ext uri="{FF2B5EF4-FFF2-40B4-BE49-F238E27FC236}">
                  <a16:creationId xmlns:a16="http://schemas.microsoft.com/office/drawing/2014/main" id="{F9B76C01-95B7-32DD-2178-C081ECEAA260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7" name="Ellipse 956">
              <a:extLst>
                <a:ext uri="{FF2B5EF4-FFF2-40B4-BE49-F238E27FC236}">
                  <a16:creationId xmlns:a16="http://schemas.microsoft.com/office/drawing/2014/main" id="{ACE4F7FE-7BA8-3358-FFEC-4EE2E2D5F7A0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8" name="Ellipse 957">
              <a:extLst>
                <a:ext uri="{FF2B5EF4-FFF2-40B4-BE49-F238E27FC236}">
                  <a16:creationId xmlns:a16="http://schemas.microsoft.com/office/drawing/2014/main" id="{4F7BC620-EB80-0CDD-DA72-7565099F4EDD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9" name="Ellipse 958">
              <a:extLst>
                <a:ext uri="{FF2B5EF4-FFF2-40B4-BE49-F238E27FC236}">
                  <a16:creationId xmlns:a16="http://schemas.microsoft.com/office/drawing/2014/main" id="{89F0B3A8-6A97-0643-A73C-65871F74E564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0" name="Ellipse 959">
              <a:extLst>
                <a:ext uri="{FF2B5EF4-FFF2-40B4-BE49-F238E27FC236}">
                  <a16:creationId xmlns:a16="http://schemas.microsoft.com/office/drawing/2014/main" id="{8E2D0F29-7E34-11DC-C480-E8D49177EB71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1" name="Ellipse 960">
              <a:extLst>
                <a:ext uri="{FF2B5EF4-FFF2-40B4-BE49-F238E27FC236}">
                  <a16:creationId xmlns:a16="http://schemas.microsoft.com/office/drawing/2014/main" id="{0863A86C-854C-D46C-2040-43C89003DA38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2" name="Ellipse 961">
              <a:extLst>
                <a:ext uri="{FF2B5EF4-FFF2-40B4-BE49-F238E27FC236}">
                  <a16:creationId xmlns:a16="http://schemas.microsoft.com/office/drawing/2014/main" id="{9917D92C-2443-CD4D-636C-7C65BC489E82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3" name="Ellipse 962">
              <a:extLst>
                <a:ext uri="{FF2B5EF4-FFF2-40B4-BE49-F238E27FC236}">
                  <a16:creationId xmlns:a16="http://schemas.microsoft.com/office/drawing/2014/main" id="{3F68C518-784B-B3DE-8D9A-DDF46D93EFA6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4" name="Ellipse 963">
              <a:extLst>
                <a:ext uri="{FF2B5EF4-FFF2-40B4-BE49-F238E27FC236}">
                  <a16:creationId xmlns:a16="http://schemas.microsoft.com/office/drawing/2014/main" id="{0DF975C5-B745-AE13-FDD7-5AACDE1A139D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5" name="Ellipse 964">
              <a:extLst>
                <a:ext uri="{FF2B5EF4-FFF2-40B4-BE49-F238E27FC236}">
                  <a16:creationId xmlns:a16="http://schemas.microsoft.com/office/drawing/2014/main" id="{108BBA1C-ADD1-FB99-6166-A0CC93B9BABD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6" name="Ellipse 965">
              <a:extLst>
                <a:ext uri="{FF2B5EF4-FFF2-40B4-BE49-F238E27FC236}">
                  <a16:creationId xmlns:a16="http://schemas.microsoft.com/office/drawing/2014/main" id="{408CBC12-01C2-4C15-9E8A-135C9D236BBC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7" name="Ellipse 966">
              <a:extLst>
                <a:ext uri="{FF2B5EF4-FFF2-40B4-BE49-F238E27FC236}">
                  <a16:creationId xmlns:a16="http://schemas.microsoft.com/office/drawing/2014/main" id="{5B304A41-D211-268D-67AB-ECC8470872B8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8" name="Ellipse 967">
              <a:extLst>
                <a:ext uri="{FF2B5EF4-FFF2-40B4-BE49-F238E27FC236}">
                  <a16:creationId xmlns:a16="http://schemas.microsoft.com/office/drawing/2014/main" id="{AE211618-147A-A74E-918A-0CF366920B7C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69" name="Ellipse 968">
              <a:extLst>
                <a:ext uri="{FF2B5EF4-FFF2-40B4-BE49-F238E27FC236}">
                  <a16:creationId xmlns:a16="http://schemas.microsoft.com/office/drawing/2014/main" id="{632A6BC0-6FB2-65FD-1AAC-933C2124AA0C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0" name="Ellipse 969">
              <a:extLst>
                <a:ext uri="{FF2B5EF4-FFF2-40B4-BE49-F238E27FC236}">
                  <a16:creationId xmlns:a16="http://schemas.microsoft.com/office/drawing/2014/main" id="{B0210FD1-C70F-1D8B-5C3F-4D8C814D558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1" name="Ellipse 970">
              <a:extLst>
                <a:ext uri="{FF2B5EF4-FFF2-40B4-BE49-F238E27FC236}">
                  <a16:creationId xmlns:a16="http://schemas.microsoft.com/office/drawing/2014/main" id="{4FB25D99-5E24-E0DA-468C-420C7B8EB3E8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2" name="Ellipse 971">
              <a:extLst>
                <a:ext uri="{FF2B5EF4-FFF2-40B4-BE49-F238E27FC236}">
                  <a16:creationId xmlns:a16="http://schemas.microsoft.com/office/drawing/2014/main" id="{65F85912-BC2D-975D-8C88-7C06C3E95A43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3" name="Ellipse 972">
              <a:extLst>
                <a:ext uri="{FF2B5EF4-FFF2-40B4-BE49-F238E27FC236}">
                  <a16:creationId xmlns:a16="http://schemas.microsoft.com/office/drawing/2014/main" id="{8DBBFFB7-3AD5-2736-E675-57312C1D9A6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4" name="Ellipse 973">
              <a:extLst>
                <a:ext uri="{FF2B5EF4-FFF2-40B4-BE49-F238E27FC236}">
                  <a16:creationId xmlns:a16="http://schemas.microsoft.com/office/drawing/2014/main" id="{91B2AADD-072A-1A38-C569-D7B4B599617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5" name="Ellipse 974">
              <a:extLst>
                <a:ext uri="{FF2B5EF4-FFF2-40B4-BE49-F238E27FC236}">
                  <a16:creationId xmlns:a16="http://schemas.microsoft.com/office/drawing/2014/main" id="{DC6A5AF6-867B-B94B-F62C-B36216FD03A0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6" name="Ellipse 975">
              <a:extLst>
                <a:ext uri="{FF2B5EF4-FFF2-40B4-BE49-F238E27FC236}">
                  <a16:creationId xmlns:a16="http://schemas.microsoft.com/office/drawing/2014/main" id="{8010A7D8-3D9D-376B-FD76-B343E09A0B38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7" name="Ellipse 976">
              <a:extLst>
                <a:ext uri="{FF2B5EF4-FFF2-40B4-BE49-F238E27FC236}">
                  <a16:creationId xmlns:a16="http://schemas.microsoft.com/office/drawing/2014/main" id="{2A864014-12F2-86FC-F668-0D8133C61C24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8" name="Ellipse 977">
              <a:extLst>
                <a:ext uri="{FF2B5EF4-FFF2-40B4-BE49-F238E27FC236}">
                  <a16:creationId xmlns:a16="http://schemas.microsoft.com/office/drawing/2014/main" id="{90779392-1E3D-93D7-89AA-3559911FA7B4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79" name="Ellipse 978">
              <a:extLst>
                <a:ext uri="{FF2B5EF4-FFF2-40B4-BE49-F238E27FC236}">
                  <a16:creationId xmlns:a16="http://schemas.microsoft.com/office/drawing/2014/main" id="{7868A667-74FB-B4A0-3482-D630D840A5C6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0" name="Ellipse 979">
              <a:extLst>
                <a:ext uri="{FF2B5EF4-FFF2-40B4-BE49-F238E27FC236}">
                  <a16:creationId xmlns:a16="http://schemas.microsoft.com/office/drawing/2014/main" id="{DDE0E9F2-F717-4F4C-DCF7-47A7FEC7CD84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981" name="Gruppieren 980">
            <a:extLst>
              <a:ext uri="{FF2B5EF4-FFF2-40B4-BE49-F238E27FC236}">
                <a16:creationId xmlns:a16="http://schemas.microsoft.com/office/drawing/2014/main" id="{20A21C04-F336-55AD-C8D1-2EA8244E9810}"/>
              </a:ext>
            </a:extLst>
          </p:cNvPr>
          <p:cNvGrpSpPr/>
          <p:nvPr/>
        </p:nvGrpSpPr>
        <p:grpSpPr>
          <a:xfrm rot="7687129" flipH="1">
            <a:off x="3624981" y="-1863526"/>
            <a:ext cx="2953403" cy="2665423"/>
            <a:chOff x="9535110" y="4663981"/>
            <a:chExt cx="2953403" cy="2665423"/>
          </a:xfrm>
        </p:grpSpPr>
        <p:sp>
          <p:nvSpPr>
            <p:cNvPr id="982" name="Ellipse 981">
              <a:extLst>
                <a:ext uri="{FF2B5EF4-FFF2-40B4-BE49-F238E27FC236}">
                  <a16:creationId xmlns:a16="http://schemas.microsoft.com/office/drawing/2014/main" id="{9F0D5609-6034-6501-9458-5C8D8D564D60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3" name="Ellipse 982">
              <a:extLst>
                <a:ext uri="{FF2B5EF4-FFF2-40B4-BE49-F238E27FC236}">
                  <a16:creationId xmlns:a16="http://schemas.microsoft.com/office/drawing/2014/main" id="{EB4677B3-3838-9B30-8564-98EC4EB4BAF6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4" name="Ellipse 983">
              <a:extLst>
                <a:ext uri="{FF2B5EF4-FFF2-40B4-BE49-F238E27FC236}">
                  <a16:creationId xmlns:a16="http://schemas.microsoft.com/office/drawing/2014/main" id="{A0871D28-E6A4-C275-1CEC-8A6CCD365FA1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5" name="Ellipse 984">
              <a:extLst>
                <a:ext uri="{FF2B5EF4-FFF2-40B4-BE49-F238E27FC236}">
                  <a16:creationId xmlns:a16="http://schemas.microsoft.com/office/drawing/2014/main" id="{36362438-3583-FDED-2752-906A788FF10E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6" name="Ellipse 985">
              <a:extLst>
                <a:ext uri="{FF2B5EF4-FFF2-40B4-BE49-F238E27FC236}">
                  <a16:creationId xmlns:a16="http://schemas.microsoft.com/office/drawing/2014/main" id="{B349CF1B-C496-C00B-CD7D-0A74AD38D4F8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7" name="Ellipse 986">
              <a:extLst>
                <a:ext uri="{FF2B5EF4-FFF2-40B4-BE49-F238E27FC236}">
                  <a16:creationId xmlns:a16="http://schemas.microsoft.com/office/drawing/2014/main" id="{E786AA7C-83F3-24BB-C972-973104205AAF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8" name="Ellipse 987">
              <a:extLst>
                <a:ext uri="{FF2B5EF4-FFF2-40B4-BE49-F238E27FC236}">
                  <a16:creationId xmlns:a16="http://schemas.microsoft.com/office/drawing/2014/main" id="{06364315-018D-C155-2A84-F8A12131B49C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89" name="Ellipse 988">
              <a:extLst>
                <a:ext uri="{FF2B5EF4-FFF2-40B4-BE49-F238E27FC236}">
                  <a16:creationId xmlns:a16="http://schemas.microsoft.com/office/drawing/2014/main" id="{D9ED5B70-E0D9-4814-F738-5E76E805B711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0" name="Ellipse 989">
              <a:extLst>
                <a:ext uri="{FF2B5EF4-FFF2-40B4-BE49-F238E27FC236}">
                  <a16:creationId xmlns:a16="http://schemas.microsoft.com/office/drawing/2014/main" id="{B78C812F-2B87-D176-F723-8DBDCD5FE713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1" name="Ellipse 990">
              <a:extLst>
                <a:ext uri="{FF2B5EF4-FFF2-40B4-BE49-F238E27FC236}">
                  <a16:creationId xmlns:a16="http://schemas.microsoft.com/office/drawing/2014/main" id="{9C4BAAEB-3DE5-D569-05FE-5C30C1297C89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2" name="Ellipse 991">
              <a:extLst>
                <a:ext uri="{FF2B5EF4-FFF2-40B4-BE49-F238E27FC236}">
                  <a16:creationId xmlns:a16="http://schemas.microsoft.com/office/drawing/2014/main" id="{DC7A2332-F197-17DC-F5B3-09027003D8B5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3" name="Ellipse 992">
              <a:extLst>
                <a:ext uri="{FF2B5EF4-FFF2-40B4-BE49-F238E27FC236}">
                  <a16:creationId xmlns:a16="http://schemas.microsoft.com/office/drawing/2014/main" id="{D26B26C4-1B98-C64D-9A9D-60E91B25A5AC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4" name="Ellipse 993">
              <a:extLst>
                <a:ext uri="{FF2B5EF4-FFF2-40B4-BE49-F238E27FC236}">
                  <a16:creationId xmlns:a16="http://schemas.microsoft.com/office/drawing/2014/main" id="{8AB7484B-A97F-5DD5-732C-88BDD42F2CCF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5" name="Ellipse 994">
              <a:extLst>
                <a:ext uri="{FF2B5EF4-FFF2-40B4-BE49-F238E27FC236}">
                  <a16:creationId xmlns:a16="http://schemas.microsoft.com/office/drawing/2014/main" id="{958A881A-AAEA-808D-35AB-4CEBAAF63DEF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6" name="Ellipse 995">
              <a:extLst>
                <a:ext uri="{FF2B5EF4-FFF2-40B4-BE49-F238E27FC236}">
                  <a16:creationId xmlns:a16="http://schemas.microsoft.com/office/drawing/2014/main" id="{87C89D31-7003-6AFB-9758-775C664A624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7" name="Ellipse 996">
              <a:extLst>
                <a:ext uri="{FF2B5EF4-FFF2-40B4-BE49-F238E27FC236}">
                  <a16:creationId xmlns:a16="http://schemas.microsoft.com/office/drawing/2014/main" id="{4C526257-E613-D086-8611-D65300B4947D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8" name="Ellipse 997">
              <a:extLst>
                <a:ext uri="{FF2B5EF4-FFF2-40B4-BE49-F238E27FC236}">
                  <a16:creationId xmlns:a16="http://schemas.microsoft.com/office/drawing/2014/main" id="{EC4BF750-411C-9324-96C4-E3C0D0F76FDB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99" name="Ellipse 998">
              <a:extLst>
                <a:ext uri="{FF2B5EF4-FFF2-40B4-BE49-F238E27FC236}">
                  <a16:creationId xmlns:a16="http://schemas.microsoft.com/office/drawing/2014/main" id="{F61AEB92-183D-F375-4F2A-124597A80C37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0" name="Ellipse 999">
              <a:extLst>
                <a:ext uri="{FF2B5EF4-FFF2-40B4-BE49-F238E27FC236}">
                  <a16:creationId xmlns:a16="http://schemas.microsoft.com/office/drawing/2014/main" id="{92321254-50B6-DE7C-CED3-7C39E139D097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1" name="Ellipse 1000">
              <a:extLst>
                <a:ext uri="{FF2B5EF4-FFF2-40B4-BE49-F238E27FC236}">
                  <a16:creationId xmlns:a16="http://schemas.microsoft.com/office/drawing/2014/main" id="{164DA9A3-2B16-6F55-0FAF-DCDD89DB521C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2" name="Ellipse 1001">
              <a:extLst>
                <a:ext uri="{FF2B5EF4-FFF2-40B4-BE49-F238E27FC236}">
                  <a16:creationId xmlns:a16="http://schemas.microsoft.com/office/drawing/2014/main" id="{368BF617-1C8B-D9BA-B8CC-6D3A9EEB5CE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3" name="Ellipse 1002">
              <a:extLst>
                <a:ext uri="{FF2B5EF4-FFF2-40B4-BE49-F238E27FC236}">
                  <a16:creationId xmlns:a16="http://schemas.microsoft.com/office/drawing/2014/main" id="{8B7EAAA1-EF46-4655-D26B-EA43BC9E9428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4" name="Ellipse 1003">
              <a:extLst>
                <a:ext uri="{FF2B5EF4-FFF2-40B4-BE49-F238E27FC236}">
                  <a16:creationId xmlns:a16="http://schemas.microsoft.com/office/drawing/2014/main" id="{9E2D3042-F1C2-8AE6-5282-2D3ED85E6AA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5" name="Ellipse 1004">
              <a:extLst>
                <a:ext uri="{FF2B5EF4-FFF2-40B4-BE49-F238E27FC236}">
                  <a16:creationId xmlns:a16="http://schemas.microsoft.com/office/drawing/2014/main" id="{96EBA0B5-91B5-A673-2231-13472CC2DEC1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6" name="Ellipse 1005">
              <a:extLst>
                <a:ext uri="{FF2B5EF4-FFF2-40B4-BE49-F238E27FC236}">
                  <a16:creationId xmlns:a16="http://schemas.microsoft.com/office/drawing/2014/main" id="{EB28AF76-E5AD-C662-8484-9E6D593F39CF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07" name="Gruppieren 1006">
            <a:extLst>
              <a:ext uri="{FF2B5EF4-FFF2-40B4-BE49-F238E27FC236}">
                <a16:creationId xmlns:a16="http://schemas.microsoft.com/office/drawing/2014/main" id="{62055B64-CD16-28CD-5E37-EC7CBAC04091}"/>
              </a:ext>
            </a:extLst>
          </p:cNvPr>
          <p:cNvGrpSpPr/>
          <p:nvPr/>
        </p:nvGrpSpPr>
        <p:grpSpPr>
          <a:xfrm rot="17100000">
            <a:off x="4732042" y="-620088"/>
            <a:ext cx="2953403" cy="2665423"/>
            <a:chOff x="9535110" y="4663981"/>
            <a:chExt cx="2953403" cy="2665423"/>
          </a:xfrm>
        </p:grpSpPr>
        <p:sp>
          <p:nvSpPr>
            <p:cNvPr id="1008" name="Ellipse 1007">
              <a:extLst>
                <a:ext uri="{FF2B5EF4-FFF2-40B4-BE49-F238E27FC236}">
                  <a16:creationId xmlns:a16="http://schemas.microsoft.com/office/drawing/2014/main" id="{59EDC2F0-0814-670F-98A9-81794E76DD9F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09" name="Ellipse 1008">
              <a:extLst>
                <a:ext uri="{FF2B5EF4-FFF2-40B4-BE49-F238E27FC236}">
                  <a16:creationId xmlns:a16="http://schemas.microsoft.com/office/drawing/2014/main" id="{A79B9095-5AD4-F6C1-13F8-CB0D29B6A164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0" name="Ellipse 1009">
              <a:extLst>
                <a:ext uri="{FF2B5EF4-FFF2-40B4-BE49-F238E27FC236}">
                  <a16:creationId xmlns:a16="http://schemas.microsoft.com/office/drawing/2014/main" id="{B8E1A7C8-62B7-7467-A45E-EF99C2C55B34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1" name="Ellipse 1010">
              <a:extLst>
                <a:ext uri="{FF2B5EF4-FFF2-40B4-BE49-F238E27FC236}">
                  <a16:creationId xmlns:a16="http://schemas.microsoft.com/office/drawing/2014/main" id="{633FC153-7D7A-D8DD-29A1-956A3C309917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2" name="Ellipse 1011">
              <a:extLst>
                <a:ext uri="{FF2B5EF4-FFF2-40B4-BE49-F238E27FC236}">
                  <a16:creationId xmlns:a16="http://schemas.microsoft.com/office/drawing/2014/main" id="{12C6F01C-5056-75FC-C8B2-2266BF0A7654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3" name="Ellipse 1012">
              <a:extLst>
                <a:ext uri="{FF2B5EF4-FFF2-40B4-BE49-F238E27FC236}">
                  <a16:creationId xmlns:a16="http://schemas.microsoft.com/office/drawing/2014/main" id="{116EDC2F-ACA3-A339-7034-E40083BE246C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4" name="Ellipse 1013">
              <a:extLst>
                <a:ext uri="{FF2B5EF4-FFF2-40B4-BE49-F238E27FC236}">
                  <a16:creationId xmlns:a16="http://schemas.microsoft.com/office/drawing/2014/main" id="{1BBB88A9-6432-2202-4BC2-B95FB967DCCE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5" name="Ellipse 1014">
              <a:extLst>
                <a:ext uri="{FF2B5EF4-FFF2-40B4-BE49-F238E27FC236}">
                  <a16:creationId xmlns:a16="http://schemas.microsoft.com/office/drawing/2014/main" id="{A4603AF5-388B-8E3E-CFD0-812B17F143B2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6" name="Ellipse 1015">
              <a:extLst>
                <a:ext uri="{FF2B5EF4-FFF2-40B4-BE49-F238E27FC236}">
                  <a16:creationId xmlns:a16="http://schemas.microsoft.com/office/drawing/2014/main" id="{431B2999-4392-9619-9751-35A0A300D767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7" name="Ellipse 1016">
              <a:extLst>
                <a:ext uri="{FF2B5EF4-FFF2-40B4-BE49-F238E27FC236}">
                  <a16:creationId xmlns:a16="http://schemas.microsoft.com/office/drawing/2014/main" id="{0FBCAFC0-231D-AD0E-66CE-88B01672B11F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8" name="Ellipse 1017">
              <a:extLst>
                <a:ext uri="{FF2B5EF4-FFF2-40B4-BE49-F238E27FC236}">
                  <a16:creationId xmlns:a16="http://schemas.microsoft.com/office/drawing/2014/main" id="{E7E897ED-04B6-B2CA-D299-56CF7B1BA91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19" name="Ellipse 1018">
              <a:extLst>
                <a:ext uri="{FF2B5EF4-FFF2-40B4-BE49-F238E27FC236}">
                  <a16:creationId xmlns:a16="http://schemas.microsoft.com/office/drawing/2014/main" id="{43D52688-4A05-C5BA-045B-0CBA616DD7B6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0" name="Ellipse 1019">
              <a:extLst>
                <a:ext uri="{FF2B5EF4-FFF2-40B4-BE49-F238E27FC236}">
                  <a16:creationId xmlns:a16="http://schemas.microsoft.com/office/drawing/2014/main" id="{C9E76E74-508C-E2A9-9363-BC999766ADDE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1" name="Ellipse 1020">
              <a:extLst>
                <a:ext uri="{FF2B5EF4-FFF2-40B4-BE49-F238E27FC236}">
                  <a16:creationId xmlns:a16="http://schemas.microsoft.com/office/drawing/2014/main" id="{F1E75F3C-FDB9-12A0-777A-48DA6A59E793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2" name="Ellipse 1021">
              <a:extLst>
                <a:ext uri="{FF2B5EF4-FFF2-40B4-BE49-F238E27FC236}">
                  <a16:creationId xmlns:a16="http://schemas.microsoft.com/office/drawing/2014/main" id="{A96A657C-D9BD-D4CF-1279-CCE7E38F15A8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3" name="Ellipse 1022">
              <a:extLst>
                <a:ext uri="{FF2B5EF4-FFF2-40B4-BE49-F238E27FC236}">
                  <a16:creationId xmlns:a16="http://schemas.microsoft.com/office/drawing/2014/main" id="{CB0146AC-D7C8-7FDF-8AA3-61011A2FB5C2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4" name="Ellipse 1023">
              <a:extLst>
                <a:ext uri="{FF2B5EF4-FFF2-40B4-BE49-F238E27FC236}">
                  <a16:creationId xmlns:a16="http://schemas.microsoft.com/office/drawing/2014/main" id="{1E431797-D176-E0F9-86B2-71AABFEBDE40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5" name="Ellipse 1024">
              <a:extLst>
                <a:ext uri="{FF2B5EF4-FFF2-40B4-BE49-F238E27FC236}">
                  <a16:creationId xmlns:a16="http://schemas.microsoft.com/office/drawing/2014/main" id="{986F1FE2-84B4-0C0A-E7F6-D983EE6E5E8D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6" name="Ellipse 1025">
              <a:extLst>
                <a:ext uri="{FF2B5EF4-FFF2-40B4-BE49-F238E27FC236}">
                  <a16:creationId xmlns:a16="http://schemas.microsoft.com/office/drawing/2014/main" id="{24067E64-B22C-48F5-640D-E0FF582E9161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7" name="Ellipse 1026">
              <a:extLst>
                <a:ext uri="{FF2B5EF4-FFF2-40B4-BE49-F238E27FC236}">
                  <a16:creationId xmlns:a16="http://schemas.microsoft.com/office/drawing/2014/main" id="{E4B5429F-4095-537B-FFBB-3914CDEEF1F2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8" name="Ellipse 1027">
              <a:extLst>
                <a:ext uri="{FF2B5EF4-FFF2-40B4-BE49-F238E27FC236}">
                  <a16:creationId xmlns:a16="http://schemas.microsoft.com/office/drawing/2014/main" id="{79846329-73AC-6B33-0016-3C690ECB9452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29" name="Ellipse 1028">
              <a:extLst>
                <a:ext uri="{FF2B5EF4-FFF2-40B4-BE49-F238E27FC236}">
                  <a16:creationId xmlns:a16="http://schemas.microsoft.com/office/drawing/2014/main" id="{076731DD-FE19-D72C-E1ED-9F5F8053BBAB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0" name="Ellipse 1029">
              <a:extLst>
                <a:ext uri="{FF2B5EF4-FFF2-40B4-BE49-F238E27FC236}">
                  <a16:creationId xmlns:a16="http://schemas.microsoft.com/office/drawing/2014/main" id="{85D5A76D-199D-9BD6-B2BA-E695444F480E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1" name="Ellipse 1030">
              <a:extLst>
                <a:ext uri="{FF2B5EF4-FFF2-40B4-BE49-F238E27FC236}">
                  <a16:creationId xmlns:a16="http://schemas.microsoft.com/office/drawing/2014/main" id="{F6A8DA75-65C3-753E-A09E-FBD8E6EC3677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2" name="Ellipse 1031">
              <a:extLst>
                <a:ext uri="{FF2B5EF4-FFF2-40B4-BE49-F238E27FC236}">
                  <a16:creationId xmlns:a16="http://schemas.microsoft.com/office/drawing/2014/main" id="{4251A47C-5C20-B4BA-3CFC-8B759B8B4D9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33" name="Gruppieren 1032">
            <a:extLst>
              <a:ext uri="{FF2B5EF4-FFF2-40B4-BE49-F238E27FC236}">
                <a16:creationId xmlns:a16="http://schemas.microsoft.com/office/drawing/2014/main" id="{980167B3-ACB0-FC82-B07E-5A9CBE714D76}"/>
              </a:ext>
            </a:extLst>
          </p:cNvPr>
          <p:cNvGrpSpPr/>
          <p:nvPr/>
        </p:nvGrpSpPr>
        <p:grpSpPr>
          <a:xfrm rot="14691760" flipV="1">
            <a:off x="2559236" y="-601473"/>
            <a:ext cx="2953403" cy="2665423"/>
            <a:chOff x="9535110" y="4663981"/>
            <a:chExt cx="2953403" cy="2665423"/>
          </a:xfrm>
        </p:grpSpPr>
        <p:sp>
          <p:nvSpPr>
            <p:cNvPr id="1034" name="Ellipse 1033">
              <a:extLst>
                <a:ext uri="{FF2B5EF4-FFF2-40B4-BE49-F238E27FC236}">
                  <a16:creationId xmlns:a16="http://schemas.microsoft.com/office/drawing/2014/main" id="{B4C1A7C8-B300-E22A-2637-D1D11F9F2CBE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5" name="Ellipse 1034">
              <a:extLst>
                <a:ext uri="{FF2B5EF4-FFF2-40B4-BE49-F238E27FC236}">
                  <a16:creationId xmlns:a16="http://schemas.microsoft.com/office/drawing/2014/main" id="{047B5C30-99AE-449E-F129-ACB00BB96ADA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6" name="Ellipse 1035">
              <a:extLst>
                <a:ext uri="{FF2B5EF4-FFF2-40B4-BE49-F238E27FC236}">
                  <a16:creationId xmlns:a16="http://schemas.microsoft.com/office/drawing/2014/main" id="{F1E0C6BC-86AE-62F0-29C0-36E47F44B716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7" name="Ellipse 1036">
              <a:extLst>
                <a:ext uri="{FF2B5EF4-FFF2-40B4-BE49-F238E27FC236}">
                  <a16:creationId xmlns:a16="http://schemas.microsoft.com/office/drawing/2014/main" id="{CDB28720-E2C0-7F46-A477-1E30AD8A3280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8" name="Ellipse 1037">
              <a:extLst>
                <a:ext uri="{FF2B5EF4-FFF2-40B4-BE49-F238E27FC236}">
                  <a16:creationId xmlns:a16="http://schemas.microsoft.com/office/drawing/2014/main" id="{8D6CF46A-1973-F7E9-EE73-D5097CF65565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39" name="Ellipse 1038">
              <a:extLst>
                <a:ext uri="{FF2B5EF4-FFF2-40B4-BE49-F238E27FC236}">
                  <a16:creationId xmlns:a16="http://schemas.microsoft.com/office/drawing/2014/main" id="{BA2DDDEC-7B15-4A07-2C53-CB745BBE4973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0" name="Ellipse 1039">
              <a:extLst>
                <a:ext uri="{FF2B5EF4-FFF2-40B4-BE49-F238E27FC236}">
                  <a16:creationId xmlns:a16="http://schemas.microsoft.com/office/drawing/2014/main" id="{F536B572-C470-B6CB-C75E-9185C7892A74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1" name="Ellipse 1040">
              <a:extLst>
                <a:ext uri="{FF2B5EF4-FFF2-40B4-BE49-F238E27FC236}">
                  <a16:creationId xmlns:a16="http://schemas.microsoft.com/office/drawing/2014/main" id="{99E32C6F-5CD9-ACBC-2D45-EA27334F6008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2" name="Ellipse 1041">
              <a:extLst>
                <a:ext uri="{FF2B5EF4-FFF2-40B4-BE49-F238E27FC236}">
                  <a16:creationId xmlns:a16="http://schemas.microsoft.com/office/drawing/2014/main" id="{3275AC91-3E1A-4FCA-0020-9C048B3A4972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3" name="Ellipse 1042">
              <a:extLst>
                <a:ext uri="{FF2B5EF4-FFF2-40B4-BE49-F238E27FC236}">
                  <a16:creationId xmlns:a16="http://schemas.microsoft.com/office/drawing/2014/main" id="{059B8CCC-8A81-A66D-5E79-6E0FA9E307E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4" name="Ellipse 1043">
              <a:extLst>
                <a:ext uri="{FF2B5EF4-FFF2-40B4-BE49-F238E27FC236}">
                  <a16:creationId xmlns:a16="http://schemas.microsoft.com/office/drawing/2014/main" id="{372E5661-7663-39C5-4EDF-05345F978348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5" name="Ellipse 1044">
              <a:extLst>
                <a:ext uri="{FF2B5EF4-FFF2-40B4-BE49-F238E27FC236}">
                  <a16:creationId xmlns:a16="http://schemas.microsoft.com/office/drawing/2014/main" id="{6AD1BDCE-2248-6157-8155-75F64340C302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6" name="Ellipse 1045">
              <a:extLst>
                <a:ext uri="{FF2B5EF4-FFF2-40B4-BE49-F238E27FC236}">
                  <a16:creationId xmlns:a16="http://schemas.microsoft.com/office/drawing/2014/main" id="{2EE96215-1CD7-5F4B-98B1-5CD8ABA9FC8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7" name="Ellipse 1046">
              <a:extLst>
                <a:ext uri="{FF2B5EF4-FFF2-40B4-BE49-F238E27FC236}">
                  <a16:creationId xmlns:a16="http://schemas.microsoft.com/office/drawing/2014/main" id="{4090D1F0-A482-24CE-B921-20A6DB0B3132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8" name="Ellipse 1047">
              <a:extLst>
                <a:ext uri="{FF2B5EF4-FFF2-40B4-BE49-F238E27FC236}">
                  <a16:creationId xmlns:a16="http://schemas.microsoft.com/office/drawing/2014/main" id="{D1074363-0E47-B3BD-DB3D-57D7EFE76FA7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49" name="Ellipse 1048">
              <a:extLst>
                <a:ext uri="{FF2B5EF4-FFF2-40B4-BE49-F238E27FC236}">
                  <a16:creationId xmlns:a16="http://schemas.microsoft.com/office/drawing/2014/main" id="{C003D451-5965-C927-BF2C-A79DECFA838F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0" name="Ellipse 1049">
              <a:extLst>
                <a:ext uri="{FF2B5EF4-FFF2-40B4-BE49-F238E27FC236}">
                  <a16:creationId xmlns:a16="http://schemas.microsoft.com/office/drawing/2014/main" id="{9DE35537-2129-FCCB-1F8D-BC1D13C8D4E7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1" name="Ellipse 1050">
              <a:extLst>
                <a:ext uri="{FF2B5EF4-FFF2-40B4-BE49-F238E27FC236}">
                  <a16:creationId xmlns:a16="http://schemas.microsoft.com/office/drawing/2014/main" id="{AF39EEFE-26A0-DB8B-FBD3-5184C6D87710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2" name="Ellipse 1051">
              <a:extLst>
                <a:ext uri="{FF2B5EF4-FFF2-40B4-BE49-F238E27FC236}">
                  <a16:creationId xmlns:a16="http://schemas.microsoft.com/office/drawing/2014/main" id="{29B94617-6746-F9E0-5FE9-61E12D384E25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3" name="Ellipse 1052">
              <a:extLst>
                <a:ext uri="{FF2B5EF4-FFF2-40B4-BE49-F238E27FC236}">
                  <a16:creationId xmlns:a16="http://schemas.microsoft.com/office/drawing/2014/main" id="{9EF64A95-E9BB-3C61-61AE-017322F66645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4" name="Ellipse 1053">
              <a:extLst>
                <a:ext uri="{FF2B5EF4-FFF2-40B4-BE49-F238E27FC236}">
                  <a16:creationId xmlns:a16="http://schemas.microsoft.com/office/drawing/2014/main" id="{182375BB-A4A0-3BD3-2D42-09F86F0564D5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5" name="Ellipse 1054">
              <a:extLst>
                <a:ext uri="{FF2B5EF4-FFF2-40B4-BE49-F238E27FC236}">
                  <a16:creationId xmlns:a16="http://schemas.microsoft.com/office/drawing/2014/main" id="{CF28710B-26AD-6E42-E29B-61040007B194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6" name="Ellipse 1055">
              <a:extLst>
                <a:ext uri="{FF2B5EF4-FFF2-40B4-BE49-F238E27FC236}">
                  <a16:creationId xmlns:a16="http://schemas.microsoft.com/office/drawing/2014/main" id="{F6C68339-C771-FACE-73B3-E6879E671DE9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7" name="Ellipse 1056">
              <a:extLst>
                <a:ext uri="{FF2B5EF4-FFF2-40B4-BE49-F238E27FC236}">
                  <a16:creationId xmlns:a16="http://schemas.microsoft.com/office/drawing/2014/main" id="{9D92D4E4-4F9B-5F2C-E153-DC2D146D71D8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58" name="Ellipse 1057">
              <a:extLst>
                <a:ext uri="{FF2B5EF4-FFF2-40B4-BE49-F238E27FC236}">
                  <a16:creationId xmlns:a16="http://schemas.microsoft.com/office/drawing/2014/main" id="{81282FF6-FA39-A802-BD26-5908B6C278AA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59" name="Gruppieren 1058">
            <a:extLst>
              <a:ext uri="{FF2B5EF4-FFF2-40B4-BE49-F238E27FC236}">
                <a16:creationId xmlns:a16="http://schemas.microsoft.com/office/drawing/2014/main" id="{1DE3C7C0-3632-579E-8E7D-AE3B1602B3CC}"/>
              </a:ext>
            </a:extLst>
          </p:cNvPr>
          <p:cNvGrpSpPr/>
          <p:nvPr/>
        </p:nvGrpSpPr>
        <p:grpSpPr>
          <a:xfrm rot="17100000">
            <a:off x="231649" y="-330855"/>
            <a:ext cx="2953403" cy="2665423"/>
            <a:chOff x="9535110" y="4663981"/>
            <a:chExt cx="2953403" cy="2665423"/>
          </a:xfrm>
        </p:grpSpPr>
        <p:sp>
          <p:nvSpPr>
            <p:cNvPr id="1060" name="Ellipse 1059">
              <a:extLst>
                <a:ext uri="{FF2B5EF4-FFF2-40B4-BE49-F238E27FC236}">
                  <a16:creationId xmlns:a16="http://schemas.microsoft.com/office/drawing/2014/main" id="{64097A0C-C631-5821-A73A-05FB2FDBE099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1" name="Ellipse 1060">
              <a:extLst>
                <a:ext uri="{FF2B5EF4-FFF2-40B4-BE49-F238E27FC236}">
                  <a16:creationId xmlns:a16="http://schemas.microsoft.com/office/drawing/2014/main" id="{7E6CB7B4-DDEF-25D6-FA8C-1E4E23C8F8CF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2" name="Ellipse 1061">
              <a:extLst>
                <a:ext uri="{FF2B5EF4-FFF2-40B4-BE49-F238E27FC236}">
                  <a16:creationId xmlns:a16="http://schemas.microsoft.com/office/drawing/2014/main" id="{60C8F406-F314-AE57-B1C4-EABEC619BA4A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3" name="Ellipse 1062">
              <a:extLst>
                <a:ext uri="{FF2B5EF4-FFF2-40B4-BE49-F238E27FC236}">
                  <a16:creationId xmlns:a16="http://schemas.microsoft.com/office/drawing/2014/main" id="{9A034125-C296-7320-7457-FB59EE9413B9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4" name="Ellipse 1063">
              <a:extLst>
                <a:ext uri="{FF2B5EF4-FFF2-40B4-BE49-F238E27FC236}">
                  <a16:creationId xmlns:a16="http://schemas.microsoft.com/office/drawing/2014/main" id="{AD9ACA79-4B04-527A-0263-3AD9D4AEAE05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5" name="Ellipse 1064">
              <a:extLst>
                <a:ext uri="{FF2B5EF4-FFF2-40B4-BE49-F238E27FC236}">
                  <a16:creationId xmlns:a16="http://schemas.microsoft.com/office/drawing/2014/main" id="{A305A457-1B16-7A07-F675-1CB60C0A57D2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6" name="Ellipse 1065">
              <a:extLst>
                <a:ext uri="{FF2B5EF4-FFF2-40B4-BE49-F238E27FC236}">
                  <a16:creationId xmlns:a16="http://schemas.microsoft.com/office/drawing/2014/main" id="{A0E81F64-4745-A401-A1E7-DF8374838A2F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7" name="Ellipse 1066">
              <a:extLst>
                <a:ext uri="{FF2B5EF4-FFF2-40B4-BE49-F238E27FC236}">
                  <a16:creationId xmlns:a16="http://schemas.microsoft.com/office/drawing/2014/main" id="{8F344293-1DBD-6153-4043-742450DCE6C0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8" name="Ellipse 1067">
              <a:extLst>
                <a:ext uri="{FF2B5EF4-FFF2-40B4-BE49-F238E27FC236}">
                  <a16:creationId xmlns:a16="http://schemas.microsoft.com/office/drawing/2014/main" id="{BFA5C789-D277-60FE-EE34-C28CD492347B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69" name="Ellipse 1068">
              <a:extLst>
                <a:ext uri="{FF2B5EF4-FFF2-40B4-BE49-F238E27FC236}">
                  <a16:creationId xmlns:a16="http://schemas.microsoft.com/office/drawing/2014/main" id="{41910771-3421-B1C3-5BF9-528DAACD0852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0" name="Ellipse 1069">
              <a:extLst>
                <a:ext uri="{FF2B5EF4-FFF2-40B4-BE49-F238E27FC236}">
                  <a16:creationId xmlns:a16="http://schemas.microsoft.com/office/drawing/2014/main" id="{0EA8A531-FE88-5C72-E1B1-0018FC49194D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1" name="Ellipse 1070">
              <a:extLst>
                <a:ext uri="{FF2B5EF4-FFF2-40B4-BE49-F238E27FC236}">
                  <a16:creationId xmlns:a16="http://schemas.microsoft.com/office/drawing/2014/main" id="{7E5120D7-C7AF-B46A-CD2A-99563B01F6F4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2" name="Ellipse 1071">
              <a:extLst>
                <a:ext uri="{FF2B5EF4-FFF2-40B4-BE49-F238E27FC236}">
                  <a16:creationId xmlns:a16="http://schemas.microsoft.com/office/drawing/2014/main" id="{14BCFD25-C669-83C1-20A0-D79A4A023589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3" name="Ellipse 1072">
              <a:extLst>
                <a:ext uri="{FF2B5EF4-FFF2-40B4-BE49-F238E27FC236}">
                  <a16:creationId xmlns:a16="http://schemas.microsoft.com/office/drawing/2014/main" id="{383D7293-C62B-80EA-DDE5-ABBF9D659A48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4" name="Ellipse 1073">
              <a:extLst>
                <a:ext uri="{FF2B5EF4-FFF2-40B4-BE49-F238E27FC236}">
                  <a16:creationId xmlns:a16="http://schemas.microsoft.com/office/drawing/2014/main" id="{9BA27BE9-46A0-5F00-092F-E8D7CDB5AE74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5" name="Ellipse 1074">
              <a:extLst>
                <a:ext uri="{FF2B5EF4-FFF2-40B4-BE49-F238E27FC236}">
                  <a16:creationId xmlns:a16="http://schemas.microsoft.com/office/drawing/2014/main" id="{8C503DE3-370D-8F79-132C-D657FF467E9D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6" name="Ellipse 1075">
              <a:extLst>
                <a:ext uri="{FF2B5EF4-FFF2-40B4-BE49-F238E27FC236}">
                  <a16:creationId xmlns:a16="http://schemas.microsoft.com/office/drawing/2014/main" id="{DFB08C12-C717-9AC1-B4EE-3A4BA32D01E0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7" name="Ellipse 1076">
              <a:extLst>
                <a:ext uri="{FF2B5EF4-FFF2-40B4-BE49-F238E27FC236}">
                  <a16:creationId xmlns:a16="http://schemas.microsoft.com/office/drawing/2014/main" id="{A5C2A0CF-9442-5475-6F85-9FEDE4F13F03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8" name="Ellipse 1077">
              <a:extLst>
                <a:ext uri="{FF2B5EF4-FFF2-40B4-BE49-F238E27FC236}">
                  <a16:creationId xmlns:a16="http://schemas.microsoft.com/office/drawing/2014/main" id="{AC50E180-5977-7F15-2B28-D41B8031D858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79" name="Ellipse 1078">
              <a:extLst>
                <a:ext uri="{FF2B5EF4-FFF2-40B4-BE49-F238E27FC236}">
                  <a16:creationId xmlns:a16="http://schemas.microsoft.com/office/drawing/2014/main" id="{FE0CA130-891E-9047-B6F4-1553479A33A3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0" name="Ellipse 1079">
              <a:extLst>
                <a:ext uri="{FF2B5EF4-FFF2-40B4-BE49-F238E27FC236}">
                  <a16:creationId xmlns:a16="http://schemas.microsoft.com/office/drawing/2014/main" id="{4B35FC5F-8B17-60A0-5E32-157361403CC7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1" name="Ellipse 1080">
              <a:extLst>
                <a:ext uri="{FF2B5EF4-FFF2-40B4-BE49-F238E27FC236}">
                  <a16:creationId xmlns:a16="http://schemas.microsoft.com/office/drawing/2014/main" id="{5D3379AD-AC0C-8557-9DAE-8AF911534341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2" name="Ellipse 1081">
              <a:extLst>
                <a:ext uri="{FF2B5EF4-FFF2-40B4-BE49-F238E27FC236}">
                  <a16:creationId xmlns:a16="http://schemas.microsoft.com/office/drawing/2014/main" id="{4948EEC4-E9EC-9CBA-2B45-9EE50642516B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3" name="Ellipse 1082">
              <a:extLst>
                <a:ext uri="{FF2B5EF4-FFF2-40B4-BE49-F238E27FC236}">
                  <a16:creationId xmlns:a16="http://schemas.microsoft.com/office/drawing/2014/main" id="{907EC015-C024-4D9A-A0F2-94BBE946FABF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4" name="Ellipse 1083">
              <a:extLst>
                <a:ext uri="{FF2B5EF4-FFF2-40B4-BE49-F238E27FC236}">
                  <a16:creationId xmlns:a16="http://schemas.microsoft.com/office/drawing/2014/main" id="{6A5C9D62-DE1C-AD0D-1C80-59D8D03DE220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085" name="Gruppieren 1084">
            <a:extLst>
              <a:ext uri="{FF2B5EF4-FFF2-40B4-BE49-F238E27FC236}">
                <a16:creationId xmlns:a16="http://schemas.microsoft.com/office/drawing/2014/main" id="{5AA37C0F-1C9E-5B22-B91E-12BE8A90DBB4}"/>
              </a:ext>
            </a:extLst>
          </p:cNvPr>
          <p:cNvGrpSpPr/>
          <p:nvPr/>
        </p:nvGrpSpPr>
        <p:grpSpPr>
          <a:xfrm rot="4912871">
            <a:off x="1809927" y="-1642167"/>
            <a:ext cx="2953403" cy="2665423"/>
            <a:chOff x="9535110" y="4663981"/>
            <a:chExt cx="2953403" cy="2665423"/>
          </a:xfrm>
        </p:grpSpPr>
        <p:sp>
          <p:nvSpPr>
            <p:cNvPr id="1086" name="Ellipse 1085">
              <a:extLst>
                <a:ext uri="{FF2B5EF4-FFF2-40B4-BE49-F238E27FC236}">
                  <a16:creationId xmlns:a16="http://schemas.microsoft.com/office/drawing/2014/main" id="{399F5530-2934-0A51-F913-5DF5F23F3467}"/>
                </a:ext>
              </a:extLst>
            </p:cNvPr>
            <p:cNvSpPr/>
            <p:nvPr/>
          </p:nvSpPr>
          <p:spPr>
            <a:xfrm>
              <a:off x="11584949" y="64425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7" name="Ellipse 1086">
              <a:extLst>
                <a:ext uri="{FF2B5EF4-FFF2-40B4-BE49-F238E27FC236}">
                  <a16:creationId xmlns:a16="http://schemas.microsoft.com/office/drawing/2014/main" id="{BFDC1C67-B880-0037-A745-BB2E7CFAD723}"/>
                </a:ext>
              </a:extLst>
            </p:cNvPr>
            <p:cNvSpPr/>
            <p:nvPr/>
          </p:nvSpPr>
          <p:spPr>
            <a:xfrm>
              <a:off x="11743626" y="6115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8" name="Ellipse 1087">
              <a:extLst>
                <a:ext uri="{FF2B5EF4-FFF2-40B4-BE49-F238E27FC236}">
                  <a16:creationId xmlns:a16="http://schemas.microsoft.com/office/drawing/2014/main" id="{C95A3813-8758-B81C-92A8-5E404F095F01}"/>
                </a:ext>
              </a:extLst>
            </p:cNvPr>
            <p:cNvSpPr/>
            <p:nvPr/>
          </p:nvSpPr>
          <p:spPr>
            <a:xfrm>
              <a:off x="11692826" y="57467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89" name="Ellipse 1088">
              <a:extLst>
                <a:ext uri="{FF2B5EF4-FFF2-40B4-BE49-F238E27FC236}">
                  <a16:creationId xmlns:a16="http://schemas.microsoft.com/office/drawing/2014/main" id="{E51424C6-188E-2873-866D-0BA26BBED80F}"/>
                </a:ext>
              </a:extLst>
            </p:cNvPr>
            <p:cNvSpPr/>
            <p:nvPr/>
          </p:nvSpPr>
          <p:spPr>
            <a:xfrm>
              <a:off x="11362626" y="66817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0" name="Ellipse 1089">
              <a:extLst>
                <a:ext uri="{FF2B5EF4-FFF2-40B4-BE49-F238E27FC236}">
                  <a16:creationId xmlns:a16="http://schemas.microsoft.com/office/drawing/2014/main" id="{27BE1F72-305F-F031-7720-FBCF81309059}"/>
                </a:ext>
              </a:extLst>
            </p:cNvPr>
            <p:cNvSpPr/>
            <p:nvPr/>
          </p:nvSpPr>
          <p:spPr>
            <a:xfrm>
              <a:off x="11273726" y="64531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1" name="Ellipse 1090">
              <a:extLst>
                <a:ext uri="{FF2B5EF4-FFF2-40B4-BE49-F238E27FC236}">
                  <a16:creationId xmlns:a16="http://schemas.microsoft.com/office/drawing/2014/main" id="{A7A02F47-6995-9861-DDEB-65238A120352}"/>
                </a:ext>
              </a:extLst>
            </p:cNvPr>
            <p:cNvSpPr/>
            <p:nvPr/>
          </p:nvSpPr>
          <p:spPr>
            <a:xfrm>
              <a:off x="11409650" y="62306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2" name="Ellipse 1091">
              <a:extLst>
                <a:ext uri="{FF2B5EF4-FFF2-40B4-BE49-F238E27FC236}">
                  <a16:creationId xmlns:a16="http://schemas.microsoft.com/office/drawing/2014/main" id="{AB016A22-6549-01BE-976A-02336E2954B1}"/>
                </a:ext>
              </a:extLst>
            </p:cNvPr>
            <p:cNvSpPr/>
            <p:nvPr/>
          </p:nvSpPr>
          <p:spPr>
            <a:xfrm>
              <a:off x="11335607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3" name="Ellipse 1092">
              <a:extLst>
                <a:ext uri="{FF2B5EF4-FFF2-40B4-BE49-F238E27FC236}">
                  <a16:creationId xmlns:a16="http://schemas.microsoft.com/office/drawing/2014/main" id="{49ED3CC0-A687-2AA3-9A5E-7A23E2FE328A}"/>
                </a:ext>
              </a:extLst>
            </p:cNvPr>
            <p:cNvSpPr/>
            <p:nvPr/>
          </p:nvSpPr>
          <p:spPr>
            <a:xfrm>
              <a:off x="10841239" y="647781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4" name="Ellipse 1093">
              <a:extLst>
                <a:ext uri="{FF2B5EF4-FFF2-40B4-BE49-F238E27FC236}">
                  <a16:creationId xmlns:a16="http://schemas.microsoft.com/office/drawing/2014/main" id="{B04EB3CD-E708-0270-F972-EAA693E73FD2}"/>
                </a:ext>
              </a:extLst>
            </p:cNvPr>
            <p:cNvSpPr/>
            <p:nvPr/>
          </p:nvSpPr>
          <p:spPr>
            <a:xfrm>
              <a:off x="11840813" y="53530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5" name="Ellipse 1094">
              <a:extLst>
                <a:ext uri="{FF2B5EF4-FFF2-40B4-BE49-F238E27FC236}">
                  <a16:creationId xmlns:a16="http://schemas.microsoft.com/office/drawing/2014/main" id="{CEA64B43-95C7-C972-02BA-F067287B3E4D}"/>
                </a:ext>
              </a:extLst>
            </p:cNvPr>
            <p:cNvSpPr/>
            <p:nvPr/>
          </p:nvSpPr>
          <p:spPr>
            <a:xfrm>
              <a:off x="11199683" y="589192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6" name="Ellipse 1095">
              <a:extLst>
                <a:ext uri="{FF2B5EF4-FFF2-40B4-BE49-F238E27FC236}">
                  <a16:creationId xmlns:a16="http://schemas.microsoft.com/office/drawing/2014/main" id="{46D5F5EB-8890-D3AB-2650-C33CF1D516AF}"/>
                </a:ext>
              </a:extLst>
            </p:cNvPr>
            <p:cNvSpPr/>
            <p:nvPr/>
          </p:nvSpPr>
          <p:spPr>
            <a:xfrm>
              <a:off x="10866050" y="605256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7" name="Ellipse 1096">
              <a:extLst>
                <a:ext uri="{FF2B5EF4-FFF2-40B4-BE49-F238E27FC236}">
                  <a16:creationId xmlns:a16="http://schemas.microsoft.com/office/drawing/2014/main" id="{8C51A212-3B67-513B-31A6-6AAD9A63BACF}"/>
                </a:ext>
              </a:extLst>
            </p:cNvPr>
            <p:cNvSpPr/>
            <p:nvPr/>
          </p:nvSpPr>
          <p:spPr>
            <a:xfrm>
              <a:off x="11741983" y="50084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8" name="Ellipse 1097">
              <a:extLst>
                <a:ext uri="{FF2B5EF4-FFF2-40B4-BE49-F238E27FC236}">
                  <a16:creationId xmlns:a16="http://schemas.microsoft.com/office/drawing/2014/main" id="{F3073B86-C039-1B03-1365-29E021EFAEA0}"/>
                </a:ext>
              </a:extLst>
            </p:cNvPr>
            <p:cNvSpPr/>
            <p:nvPr/>
          </p:nvSpPr>
          <p:spPr>
            <a:xfrm>
              <a:off x="11273726" y="5057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99" name="Ellipse 1098">
              <a:extLst>
                <a:ext uri="{FF2B5EF4-FFF2-40B4-BE49-F238E27FC236}">
                  <a16:creationId xmlns:a16="http://schemas.microsoft.com/office/drawing/2014/main" id="{3931D334-B9FB-8843-2B99-22783E331B52}"/>
                </a:ext>
              </a:extLst>
            </p:cNvPr>
            <p:cNvSpPr/>
            <p:nvPr/>
          </p:nvSpPr>
          <p:spPr>
            <a:xfrm>
              <a:off x="11437416" y="4663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0" name="Ellipse 1099">
              <a:extLst>
                <a:ext uri="{FF2B5EF4-FFF2-40B4-BE49-F238E27FC236}">
                  <a16:creationId xmlns:a16="http://schemas.microsoft.com/office/drawing/2014/main" id="{14E1FC8A-9EBE-5459-7140-4ADBAB58A49D}"/>
                </a:ext>
              </a:extLst>
            </p:cNvPr>
            <p:cNvSpPr/>
            <p:nvPr/>
          </p:nvSpPr>
          <p:spPr>
            <a:xfrm>
              <a:off x="10980803" y="53060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1" name="Ellipse 1100">
              <a:extLst>
                <a:ext uri="{FF2B5EF4-FFF2-40B4-BE49-F238E27FC236}">
                  <a16:creationId xmlns:a16="http://schemas.microsoft.com/office/drawing/2014/main" id="{B621C884-F82B-F8E1-D3E4-11219AE2A857}"/>
                </a:ext>
              </a:extLst>
            </p:cNvPr>
            <p:cNvSpPr/>
            <p:nvPr/>
          </p:nvSpPr>
          <p:spPr>
            <a:xfrm>
              <a:off x="10818878" y="555278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2" name="Ellipse 1101">
              <a:extLst>
                <a:ext uri="{FF2B5EF4-FFF2-40B4-BE49-F238E27FC236}">
                  <a16:creationId xmlns:a16="http://schemas.microsoft.com/office/drawing/2014/main" id="{D8602BA7-A755-6A7D-AD5B-A52B3532B7D5}"/>
                </a:ext>
              </a:extLst>
            </p:cNvPr>
            <p:cNvSpPr/>
            <p:nvPr/>
          </p:nvSpPr>
          <p:spPr>
            <a:xfrm>
              <a:off x="10499296" y="580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3" name="Ellipse 1102">
              <a:extLst>
                <a:ext uri="{FF2B5EF4-FFF2-40B4-BE49-F238E27FC236}">
                  <a16:creationId xmlns:a16="http://schemas.microsoft.com/office/drawing/2014/main" id="{A494B093-CF9F-F47C-F85A-0675FE28D12C}"/>
                </a:ext>
              </a:extLst>
            </p:cNvPr>
            <p:cNvSpPr/>
            <p:nvPr/>
          </p:nvSpPr>
          <p:spPr>
            <a:xfrm>
              <a:off x="10312324" y="62528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4" name="Ellipse 1103">
              <a:extLst>
                <a:ext uri="{FF2B5EF4-FFF2-40B4-BE49-F238E27FC236}">
                  <a16:creationId xmlns:a16="http://schemas.microsoft.com/office/drawing/2014/main" id="{757E96D5-3C39-2D29-5F84-16A7E38AA4FB}"/>
                </a:ext>
              </a:extLst>
            </p:cNvPr>
            <p:cNvSpPr/>
            <p:nvPr/>
          </p:nvSpPr>
          <p:spPr>
            <a:xfrm>
              <a:off x="9953880" y="64683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5" name="Ellipse 1104">
              <a:extLst>
                <a:ext uri="{FF2B5EF4-FFF2-40B4-BE49-F238E27FC236}">
                  <a16:creationId xmlns:a16="http://schemas.microsoft.com/office/drawing/2014/main" id="{63D1B684-7620-3167-7B69-538119DDACE5}"/>
                </a:ext>
              </a:extLst>
            </p:cNvPr>
            <p:cNvSpPr/>
            <p:nvPr/>
          </p:nvSpPr>
          <p:spPr>
            <a:xfrm>
              <a:off x="9978642" y="60485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6" name="Ellipse 1105">
              <a:extLst>
                <a:ext uri="{FF2B5EF4-FFF2-40B4-BE49-F238E27FC236}">
                  <a16:creationId xmlns:a16="http://schemas.microsoft.com/office/drawing/2014/main" id="{3C82D3E3-FA0F-4F9C-510F-899631DB6ACA}"/>
                </a:ext>
              </a:extLst>
            </p:cNvPr>
            <p:cNvSpPr/>
            <p:nvPr/>
          </p:nvSpPr>
          <p:spPr>
            <a:xfrm>
              <a:off x="10006040" y="565614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7" name="Ellipse 1106">
              <a:extLst>
                <a:ext uri="{FF2B5EF4-FFF2-40B4-BE49-F238E27FC236}">
                  <a16:creationId xmlns:a16="http://schemas.microsoft.com/office/drawing/2014/main" id="{8ADC0CBB-512B-5EF7-7F11-16CB4E3389D2}"/>
                </a:ext>
              </a:extLst>
            </p:cNvPr>
            <p:cNvSpPr/>
            <p:nvPr/>
          </p:nvSpPr>
          <p:spPr>
            <a:xfrm>
              <a:off x="9535110" y="54841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8" name="Ellipse 1107">
              <a:extLst>
                <a:ext uri="{FF2B5EF4-FFF2-40B4-BE49-F238E27FC236}">
                  <a16:creationId xmlns:a16="http://schemas.microsoft.com/office/drawing/2014/main" id="{552982BF-CCDD-3525-DB3F-66582A852E15}"/>
                </a:ext>
              </a:extLst>
            </p:cNvPr>
            <p:cNvSpPr/>
            <p:nvPr/>
          </p:nvSpPr>
          <p:spPr>
            <a:xfrm>
              <a:off x="9584915" y="58054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09" name="Ellipse 1108">
              <a:extLst>
                <a:ext uri="{FF2B5EF4-FFF2-40B4-BE49-F238E27FC236}">
                  <a16:creationId xmlns:a16="http://schemas.microsoft.com/office/drawing/2014/main" id="{644DEBAB-AF29-0EAA-6E01-CD44BC41215A}"/>
                </a:ext>
              </a:extLst>
            </p:cNvPr>
            <p:cNvSpPr/>
            <p:nvPr/>
          </p:nvSpPr>
          <p:spPr>
            <a:xfrm>
              <a:off x="9584915" y="6015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0" name="Ellipse 1109">
              <a:extLst>
                <a:ext uri="{FF2B5EF4-FFF2-40B4-BE49-F238E27FC236}">
                  <a16:creationId xmlns:a16="http://schemas.microsoft.com/office/drawing/2014/main" id="{E978439C-CA5B-26ED-86BE-067AAC6A693D}"/>
                </a:ext>
              </a:extLst>
            </p:cNvPr>
            <p:cNvSpPr/>
            <p:nvPr/>
          </p:nvSpPr>
          <p:spPr>
            <a:xfrm>
              <a:off x="9547344" y="62252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111" name="Gruppieren 1110">
            <a:extLst>
              <a:ext uri="{FF2B5EF4-FFF2-40B4-BE49-F238E27FC236}">
                <a16:creationId xmlns:a16="http://schemas.microsoft.com/office/drawing/2014/main" id="{A5D922E9-343F-90FC-25CE-E0B7A8421172}"/>
              </a:ext>
            </a:extLst>
          </p:cNvPr>
          <p:cNvGrpSpPr/>
          <p:nvPr/>
        </p:nvGrpSpPr>
        <p:grpSpPr>
          <a:xfrm rot="17100000">
            <a:off x="-2286723" y="-244879"/>
            <a:ext cx="4629584" cy="2788981"/>
            <a:chOff x="-324210" y="4706992"/>
            <a:chExt cx="4629584" cy="2788981"/>
          </a:xfrm>
        </p:grpSpPr>
        <p:sp>
          <p:nvSpPr>
            <p:cNvPr id="1112" name="Ellipse 1111">
              <a:extLst>
                <a:ext uri="{FF2B5EF4-FFF2-40B4-BE49-F238E27FC236}">
                  <a16:creationId xmlns:a16="http://schemas.microsoft.com/office/drawing/2014/main" id="{9E0AECE5-395A-895D-5B2B-00C48BBA5D17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3" name="Ellipse 1112">
              <a:extLst>
                <a:ext uri="{FF2B5EF4-FFF2-40B4-BE49-F238E27FC236}">
                  <a16:creationId xmlns:a16="http://schemas.microsoft.com/office/drawing/2014/main" id="{2E5B1D66-0982-F779-FF55-A338D77CD653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4" name="Ellipse 1113">
              <a:extLst>
                <a:ext uri="{FF2B5EF4-FFF2-40B4-BE49-F238E27FC236}">
                  <a16:creationId xmlns:a16="http://schemas.microsoft.com/office/drawing/2014/main" id="{68C8F955-A6BB-3882-BBAF-100C55703F52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5" name="Ellipse 1114">
              <a:extLst>
                <a:ext uri="{FF2B5EF4-FFF2-40B4-BE49-F238E27FC236}">
                  <a16:creationId xmlns:a16="http://schemas.microsoft.com/office/drawing/2014/main" id="{B72AB862-B49C-B7AB-C9B4-FBD0D87880C2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6" name="Ellipse 1115">
              <a:extLst>
                <a:ext uri="{FF2B5EF4-FFF2-40B4-BE49-F238E27FC236}">
                  <a16:creationId xmlns:a16="http://schemas.microsoft.com/office/drawing/2014/main" id="{FD263939-DA12-7B64-7CB4-EBB48081B385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7" name="Ellipse 1116">
              <a:extLst>
                <a:ext uri="{FF2B5EF4-FFF2-40B4-BE49-F238E27FC236}">
                  <a16:creationId xmlns:a16="http://schemas.microsoft.com/office/drawing/2014/main" id="{B638E950-83A3-8195-54F1-768325B5D49F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8" name="Ellipse 1117">
              <a:extLst>
                <a:ext uri="{FF2B5EF4-FFF2-40B4-BE49-F238E27FC236}">
                  <a16:creationId xmlns:a16="http://schemas.microsoft.com/office/drawing/2014/main" id="{101F3BFD-290E-B0E7-CFC3-03795EC510E7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19" name="Ellipse 1118">
              <a:extLst>
                <a:ext uri="{FF2B5EF4-FFF2-40B4-BE49-F238E27FC236}">
                  <a16:creationId xmlns:a16="http://schemas.microsoft.com/office/drawing/2014/main" id="{031E1764-DCC1-DF60-01B3-DC5FE3F4028B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0" name="Ellipse 1119">
              <a:extLst>
                <a:ext uri="{FF2B5EF4-FFF2-40B4-BE49-F238E27FC236}">
                  <a16:creationId xmlns:a16="http://schemas.microsoft.com/office/drawing/2014/main" id="{688FF939-0923-314A-E882-48501F021666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1" name="Ellipse 1120">
              <a:extLst>
                <a:ext uri="{FF2B5EF4-FFF2-40B4-BE49-F238E27FC236}">
                  <a16:creationId xmlns:a16="http://schemas.microsoft.com/office/drawing/2014/main" id="{0FEC35CA-01AD-E982-0C20-D219ED1FBFB0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2" name="Ellipse 1121">
              <a:extLst>
                <a:ext uri="{FF2B5EF4-FFF2-40B4-BE49-F238E27FC236}">
                  <a16:creationId xmlns:a16="http://schemas.microsoft.com/office/drawing/2014/main" id="{A2C7069F-3CA1-2FAC-7F5F-287F8BF466F0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3" name="Ellipse 1122">
              <a:extLst>
                <a:ext uri="{FF2B5EF4-FFF2-40B4-BE49-F238E27FC236}">
                  <a16:creationId xmlns:a16="http://schemas.microsoft.com/office/drawing/2014/main" id="{219F2562-5C24-858B-2C35-E672DC06BE1E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4" name="Ellipse 1123">
              <a:extLst>
                <a:ext uri="{FF2B5EF4-FFF2-40B4-BE49-F238E27FC236}">
                  <a16:creationId xmlns:a16="http://schemas.microsoft.com/office/drawing/2014/main" id="{B3429FD7-0920-429F-0749-FF28FDDF964C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5" name="Ellipse 1124">
              <a:extLst>
                <a:ext uri="{FF2B5EF4-FFF2-40B4-BE49-F238E27FC236}">
                  <a16:creationId xmlns:a16="http://schemas.microsoft.com/office/drawing/2014/main" id="{9E359353-3F08-C14C-111F-BF589836E37F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6" name="Ellipse 1125">
              <a:extLst>
                <a:ext uri="{FF2B5EF4-FFF2-40B4-BE49-F238E27FC236}">
                  <a16:creationId xmlns:a16="http://schemas.microsoft.com/office/drawing/2014/main" id="{5A5DD52E-5D62-26B2-3EAD-1CD6C681BDDB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7" name="Ellipse 1126">
              <a:extLst>
                <a:ext uri="{FF2B5EF4-FFF2-40B4-BE49-F238E27FC236}">
                  <a16:creationId xmlns:a16="http://schemas.microsoft.com/office/drawing/2014/main" id="{59045092-8236-ADCB-C4FC-167334FA8C34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8" name="Ellipse 1127">
              <a:extLst>
                <a:ext uri="{FF2B5EF4-FFF2-40B4-BE49-F238E27FC236}">
                  <a16:creationId xmlns:a16="http://schemas.microsoft.com/office/drawing/2014/main" id="{632FCF0D-D910-1488-B764-469A2C624585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29" name="Ellipse 1128">
              <a:extLst>
                <a:ext uri="{FF2B5EF4-FFF2-40B4-BE49-F238E27FC236}">
                  <a16:creationId xmlns:a16="http://schemas.microsoft.com/office/drawing/2014/main" id="{75979758-6ACF-E977-09C1-1CE751E4F045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0" name="Ellipse 1129">
              <a:extLst>
                <a:ext uri="{FF2B5EF4-FFF2-40B4-BE49-F238E27FC236}">
                  <a16:creationId xmlns:a16="http://schemas.microsoft.com/office/drawing/2014/main" id="{6072266C-4DFE-F67F-7569-D13C9BAE9A85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1" name="Ellipse 1130">
              <a:extLst>
                <a:ext uri="{FF2B5EF4-FFF2-40B4-BE49-F238E27FC236}">
                  <a16:creationId xmlns:a16="http://schemas.microsoft.com/office/drawing/2014/main" id="{5FE62FA1-06D3-48E0-63D9-658EEA8771B5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2" name="Ellipse 1131">
              <a:extLst>
                <a:ext uri="{FF2B5EF4-FFF2-40B4-BE49-F238E27FC236}">
                  <a16:creationId xmlns:a16="http://schemas.microsoft.com/office/drawing/2014/main" id="{08E936F1-3A4B-C1CC-4108-73440819C448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3" name="Ellipse 1132">
              <a:extLst>
                <a:ext uri="{FF2B5EF4-FFF2-40B4-BE49-F238E27FC236}">
                  <a16:creationId xmlns:a16="http://schemas.microsoft.com/office/drawing/2014/main" id="{E59B791C-D84F-AE4F-09EB-8AF2C62C75D8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4" name="Ellipse 1133">
              <a:extLst>
                <a:ext uri="{FF2B5EF4-FFF2-40B4-BE49-F238E27FC236}">
                  <a16:creationId xmlns:a16="http://schemas.microsoft.com/office/drawing/2014/main" id="{5C31C5A9-9152-2B8A-62E8-74969D7F8791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5" name="Ellipse 1134">
              <a:extLst>
                <a:ext uri="{FF2B5EF4-FFF2-40B4-BE49-F238E27FC236}">
                  <a16:creationId xmlns:a16="http://schemas.microsoft.com/office/drawing/2014/main" id="{1D5B40B0-111B-B2D5-2AFB-B0359F67C948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6" name="Ellipse 1135">
              <a:extLst>
                <a:ext uri="{FF2B5EF4-FFF2-40B4-BE49-F238E27FC236}">
                  <a16:creationId xmlns:a16="http://schemas.microsoft.com/office/drawing/2014/main" id="{9C10A012-1814-DF95-24C1-23661A4FA236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7" name="Ellipse 1136">
              <a:extLst>
                <a:ext uri="{FF2B5EF4-FFF2-40B4-BE49-F238E27FC236}">
                  <a16:creationId xmlns:a16="http://schemas.microsoft.com/office/drawing/2014/main" id="{FD07B930-AC17-78AF-57BB-764106D4EAA5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8" name="Ellipse 1137">
              <a:extLst>
                <a:ext uri="{FF2B5EF4-FFF2-40B4-BE49-F238E27FC236}">
                  <a16:creationId xmlns:a16="http://schemas.microsoft.com/office/drawing/2014/main" id="{E865F5A6-F1D7-4F05-635B-D2EECA2FE21E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39" name="Ellipse 1138">
              <a:extLst>
                <a:ext uri="{FF2B5EF4-FFF2-40B4-BE49-F238E27FC236}">
                  <a16:creationId xmlns:a16="http://schemas.microsoft.com/office/drawing/2014/main" id="{E42DFC2E-453E-CB8C-8205-F14643C6B533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140" name="Gruppieren 1139">
            <a:extLst>
              <a:ext uri="{FF2B5EF4-FFF2-40B4-BE49-F238E27FC236}">
                <a16:creationId xmlns:a16="http://schemas.microsoft.com/office/drawing/2014/main" id="{BA4C2D3B-DFF3-B453-2F38-9C83D5C3A068}"/>
              </a:ext>
            </a:extLst>
          </p:cNvPr>
          <p:cNvGrpSpPr/>
          <p:nvPr/>
        </p:nvGrpSpPr>
        <p:grpSpPr>
          <a:xfrm rot="6300000">
            <a:off x="-1497983" y="-785354"/>
            <a:ext cx="4629584" cy="2788981"/>
            <a:chOff x="-324210" y="4706992"/>
            <a:chExt cx="4629584" cy="2788981"/>
          </a:xfrm>
        </p:grpSpPr>
        <p:sp>
          <p:nvSpPr>
            <p:cNvPr id="1141" name="Ellipse 1140">
              <a:extLst>
                <a:ext uri="{FF2B5EF4-FFF2-40B4-BE49-F238E27FC236}">
                  <a16:creationId xmlns:a16="http://schemas.microsoft.com/office/drawing/2014/main" id="{AC5A01D1-C4D4-1158-88B1-C7714D344DDF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2" name="Ellipse 1141">
              <a:extLst>
                <a:ext uri="{FF2B5EF4-FFF2-40B4-BE49-F238E27FC236}">
                  <a16:creationId xmlns:a16="http://schemas.microsoft.com/office/drawing/2014/main" id="{4F3EBC59-7794-BCD8-2B01-8A93134BABF0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3" name="Ellipse 1142">
              <a:extLst>
                <a:ext uri="{FF2B5EF4-FFF2-40B4-BE49-F238E27FC236}">
                  <a16:creationId xmlns:a16="http://schemas.microsoft.com/office/drawing/2014/main" id="{A0BE0B79-3D5E-B212-7F52-C2F5DA6BC9DB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4" name="Ellipse 1143">
              <a:extLst>
                <a:ext uri="{FF2B5EF4-FFF2-40B4-BE49-F238E27FC236}">
                  <a16:creationId xmlns:a16="http://schemas.microsoft.com/office/drawing/2014/main" id="{52089DBB-DAF5-6B2E-1F3C-BD79DD1D8F2B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5" name="Ellipse 1144">
              <a:extLst>
                <a:ext uri="{FF2B5EF4-FFF2-40B4-BE49-F238E27FC236}">
                  <a16:creationId xmlns:a16="http://schemas.microsoft.com/office/drawing/2014/main" id="{D0589DDC-8363-00C0-2147-21A70154CA50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6" name="Ellipse 1145">
              <a:extLst>
                <a:ext uri="{FF2B5EF4-FFF2-40B4-BE49-F238E27FC236}">
                  <a16:creationId xmlns:a16="http://schemas.microsoft.com/office/drawing/2014/main" id="{2F2B3BED-EDE5-C509-6BE7-5046F34F22DA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7" name="Ellipse 1146">
              <a:extLst>
                <a:ext uri="{FF2B5EF4-FFF2-40B4-BE49-F238E27FC236}">
                  <a16:creationId xmlns:a16="http://schemas.microsoft.com/office/drawing/2014/main" id="{5B199399-4264-FC39-3A28-78983FC2A343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8" name="Ellipse 1147">
              <a:extLst>
                <a:ext uri="{FF2B5EF4-FFF2-40B4-BE49-F238E27FC236}">
                  <a16:creationId xmlns:a16="http://schemas.microsoft.com/office/drawing/2014/main" id="{8CD92204-DB8F-0BB3-FEB5-5727F5E0030C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49" name="Ellipse 1148">
              <a:extLst>
                <a:ext uri="{FF2B5EF4-FFF2-40B4-BE49-F238E27FC236}">
                  <a16:creationId xmlns:a16="http://schemas.microsoft.com/office/drawing/2014/main" id="{BA3C0546-9355-A863-5A45-47C744270612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0" name="Ellipse 1149">
              <a:extLst>
                <a:ext uri="{FF2B5EF4-FFF2-40B4-BE49-F238E27FC236}">
                  <a16:creationId xmlns:a16="http://schemas.microsoft.com/office/drawing/2014/main" id="{B6164070-F997-A105-F5BD-1824E83FAFD7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1" name="Ellipse 1150">
              <a:extLst>
                <a:ext uri="{FF2B5EF4-FFF2-40B4-BE49-F238E27FC236}">
                  <a16:creationId xmlns:a16="http://schemas.microsoft.com/office/drawing/2014/main" id="{47B79D3E-8030-CB3B-C394-EED31E1D96C4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2" name="Ellipse 1151">
              <a:extLst>
                <a:ext uri="{FF2B5EF4-FFF2-40B4-BE49-F238E27FC236}">
                  <a16:creationId xmlns:a16="http://schemas.microsoft.com/office/drawing/2014/main" id="{AA4070D5-7F8A-950F-08D7-8F4B5CF8061D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3" name="Ellipse 1152">
              <a:extLst>
                <a:ext uri="{FF2B5EF4-FFF2-40B4-BE49-F238E27FC236}">
                  <a16:creationId xmlns:a16="http://schemas.microsoft.com/office/drawing/2014/main" id="{2DB2B2B6-1127-F5B6-718D-F3F37153FF61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4" name="Ellipse 1153">
              <a:extLst>
                <a:ext uri="{FF2B5EF4-FFF2-40B4-BE49-F238E27FC236}">
                  <a16:creationId xmlns:a16="http://schemas.microsoft.com/office/drawing/2014/main" id="{0DCF25C3-1724-130D-33BA-D8A69C2D4A98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5" name="Ellipse 1154">
              <a:extLst>
                <a:ext uri="{FF2B5EF4-FFF2-40B4-BE49-F238E27FC236}">
                  <a16:creationId xmlns:a16="http://schemas.microsoft.com/office/drawing/2014/main" id="{111DAE32-48E4-045C-CAAB-470F54A5088F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6" name="Ellipse 1155">
              <a:extLst>
                <a:ext uri="{FF2B5EF4-FFF2-40B4-BE49-F238E27FC236}">
                  <a16:creationId xmlns:a16="http://schemas.microsoft.com/office/drawing/2014/main" id="{DF953B22-4034-A067-4CCE-9656792EAA4C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7" name="Ellipse 1156">
              <a:extLst>
                <a:ext uri="{FF2B5EF4-FFF2-40B4-BE49-F238E27FC236}">
                  <a16:creationId xmlns:a16="http://schemas.microsoft.com/office/drawing/2014/main" id="{D8E76520-E824-349B-BF9D-535463E86B03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8" name="Ellipse 1157">
              <a:extLst>
                <a:ext uri="{FF2B5EF4-FFF2-40B4-BE49-F238E27FC236}">
                  <a16:creationId xmlns:a16="http://schemas.microsoft.com/office/drawing/2014/main" id="{38D2C0AA-A8B2-069D-0997-B9CD3DCA11F0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59" name="Ellipse 1158">
              <a:extLst>
                <a:ext uri="{FF2B5EF4-FFF2-40B4-BE49-F238E27FC236}">
                  <a16:creationId xmlns:a16="http://schemas.microsoft.com/office/drawing/2014/main" id="{E5E013D9-7471-AE64-77F4-17635C6C165F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0" name="Ellipse 1159">
              <a:extLst>
                <a:ext uri="{FF2B5EF4-FFF2-40B4-BE49-F238E27FC236}">
                  <a16:creationId xmlns:a16="http://schemas.microsoft.com/office/drawing/2014/main" id="{F51E3106-D91E-655D-F551-AB6CC1A182AB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1" name="Ellipse 1160">
              <a:extLst>
                <a:ext uri="{FF2B5EF4-FFF2-40B4-BE49-F238E27FC236}">
                  <a16:creationId xmlns:a16="http://schemas.microsoft.com/office/drawing/2014/main" id="{53890D1C-F01B-5E83-DF79-65878C4FE01B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2" name="Ellipse 1161">
              <a:extLst>
                <a:ext uri="{FF2B5EF4-FFF2-40B4-BE49-F238E27FC236}">
                  <a16:creationId xmlns:a16="http://schemas.microsoft.com/office/drawing/2014/main" id="{C8C212FD-7E32-ACA2-136A-79D463B77140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3" name="Ellipse 1162">
              <a:extLst>
                <a:ext uri="{FF2B5EF4-FFF2-40B4-BE49-F238E27FC236}">
                  <a16:creationId xmlns:a16="http://schemas.microsoft.com/office/drawing/2014/main" id="{F1EC5FDD-4E42-DF90-4875-2BFFAB38EDDA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4" name="Ellipse 1163">
              <a:extLst>
                <a:ext uri="{FF2B5EF4-FFF2-40B4-BE49-F238E27FC236}">
                  <a16:creationId xmlns:a16="http://schemas.microsoft.com/office/drawing/2014/main" id="{DD0A654A-5EED-FF7D-7E7A-D0217A5C704B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5" name="Ellipse 1164">
              <a:extLst>
                <a:ext uri="{FF2B5EF4-FFF2-40B4-BE49-F238E27FC236}">
                  <a16:creationId xmlns:a16="http://schemas.microsoft.com/office/drawing/2014/main" id="{0AFEE88E-166E-9064-1142-055A91C9B2A1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6" name="Ellipse 1165">
              <a:extLst>
                <a:ext uri="{FF2B5EF4-FFF2-40B4-BE49-F238E27FC236}">
                  <a16:creationId xmlns:a16="http://schemas.microsoft.com/office/drawing/2014/main" id="{C4E4EE2D-6321-3805-6C60-6416829A6D56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7" name="Ellipse 1166">
              <a:extLst>
                <a:ext uri="{FF2B5EF4-FFF2-40B4-BE49-F238E27FC236}">
                  <a16:creationId xmlns:a16="http://schemas.microsoft.com/office/drawing/2014/main" id="{7DF3D1FD-E186-B8BB-4BEC-9629E165A64B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68" name="Ellipse 1167">
              <a:extLst>
                <a:ext uri="{FF2B5EF4-FFF2-40B4-BE49-F238E27FC236}">
                  <a16:creationId xmlns:a16="http://schemas.microsoft.com/office/drawing/2014/main" id="{D474CB94-91B9-B5B4-64B9-54ED7822FDC2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169" name="Gruppieren 1168">
            <a:extLst>
              <a:ext uri="{FF2B5EF4-FFF2-40B4-BE49-F238E27FC236}">
                <a16:creationId xmlns:a16="http://schemas.microsoft.com/office/drawing/2014/main" id="{DE1E0612-99C2-F1DF-0054-BBB10444D17F}"/>
              </a:ext>
            </a:extLst>
          </p:cNvPr>
          <p:cNvGrpSpPr/>
          <p:nvPr/>
        </p:nvGrpSpPr>
        <p:grpSpPr>
          <a:xfrm rot="6300000">
            <a:off x="-2575702" y="-1304657"/>
            <a:ext cx="4629584" cy="2788981"/>
            <a:chOff x="-324210" y="4706992"/>
            <a:chExt cx="4629584" cy="2788981"/>
          </a:xfrm>
        </p:grpSpPr>
        <p:sp>
          <p:nvSpPr>
            <p:cNvPr id="1170" name="Ellipse 1169">
              <a:extLst>
                <a:ext uri="{FF2B5EF4-FFF2-40B4-BE49-F238E27FC236}">
                  <a16:creationId xmlns:a16="http://schemas.microsoft.com/office/drawing/2014/main" id="{5DC73869-9185-7766-45E0-C045515ED667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1" name="Ellipse 1170">
              <a:extLst>
                <a:ext uri="{FF2B5EF4-FFF2-40B4-BE49-F238E27FC236}">
                  <a16:creationId xmlns:a16="http://schemas.microsoft.com/office/drawing/2014/main" id="{4EF455E2-D3E4-6918-4E9C-EEED4E0C531F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2" name="Ellipse 1171">
              <a:extLst>
                <a:ext uri="{FF2B5EF4-FFF2-40B4-BE49-F238E27FC236}">
                  <a16:creationId xmlns:a16="http://schemas.microsoft.com/office/drawing/2014/main" id="{CA8BD9E6-3BC4-D859-4EC7-A1B8F0EECB0C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3" name="Ellipse 1172">
              <a:extLst>
                <a:ext uri="{FF2B5EF4-FFF2-40B4-BE49-F238E27FC236}">
                  <a16:creationId xmlns:a16="http://schemas.microsoft.com/office/drawing/2014/main" id="{8BF10F4F-8777-FF43-6F38-821E9866E321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4" name="Ellipse 1173">
              <a:extLst>
                <a:ext uri="{FF2B5EF4-FFF2-40B4-BE49-F238E27FC236}">
                  <a16:creationId xmlns:a16="http://schemas.microsoft.com/office/drawing/2014/main" id="{31BE916B-1A6E-4223-3109-65092E7BF34D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5" name="Ellipse 1174">
              <a:extLst>
                <a:ext uri="{FF2B5EF4-FFF2-40B4-BE49-F238E27FC236}">
                  <a16:creationId xmlns:a16="http://schemas.microsoft.com/office/drawing/2014/main" id="{2797E79E-29D9-BA88-6F75-2097E3E22D83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6" name="Ellipse 1175">
              <a:extLst>
                <a:ext uri="{FF2B5EF4-FFF2-40B4-BE49-F238E27FC236}">
                  <a16:creationId xmlns:a16="http://schemas.microsoft.com/office/drawing/2014/main" id="{916F52A7-67D0-43A4-BF79-08AB77C08E2B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7" name="Ellipse 1176">
              <a:extLst>
                <a:ext uri="{FF2B5EF4-FFF2-40B4-BE49-F238E27FC236}">
                  <a16:creationId xmlns:a16="http://schemas.microsoft.com/office/drawing/2014/main" id="{ADD5D23C-6DFC-F8C6-865D-2BC061964CB8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8" name="Ellipse 1177">
              <a:extLst>
                <a:ext uri="{FF2B5EF4-FFF2-40B4-BE49-F238E27FC236}">
                  <a16:creationId xmlns:a16="http://schemas.microsoft.com/office/drawing/2014/main" id="{67BD63CE-427A-FFE9-CC96-45A468135857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79" name="Ellipse 1178">
              <a:extLst>
                <a:ext uri="{FF2B5EF4-FFF2-40B4-BE49-F238E27FC236}">
                  <a16:creationId xmlns:a16="http://schemas.microsoft.com/office/drawing/2014/main" id="{7F956B31-E4EE-31C0-3679-3E949E92AE42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0" name="Ellipse 1179">
              <a:extLst>
                <a:ext uri="{FF2B5EF4-FFF2-40B4-BE49-F238E27FC236}">
                  <a16:creationId xmlns:a16="http://schemas.microsoft.com/office/drawing/2014/main" id="{27D36E93-FAB2-60BC-003B-50F8BC831FA7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1" name="Ellipse 1180">
              <a:extLst>
                <a:ext uri="{FF2B5EF4-FFF2-40B4-BE49-F238E27FC236}">
                  <a16:creationId xmlns:a16="http://schemas.microsoft.com/office/drawing/2014/main" id="{41F15BFF-D88A-3448-8F8A-68E3AB97B1BE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2" name="Ellipse 1181">
              <a:extLst>
                <a:ext uri="{FF2B5EF4-FFF2-40B4-BE49-F238E27FC236}">
                  <a16:creationId xmlns:a16="http://schemas.microsoft.com/office/drawing/2014/main" id="{B7D67AA7-C0C9-69A7-A58E-DE3C2CADD5F5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3" name="Ellipse 1182">
              <a:extLst>
                <a:ext uri="{FF2B5EF4-FFF2-40B4-BE49-F238E27FC236}">
                  <a16:creationId xmlns:a16="http://schemas.microsoft.com/office/drawing/2014/main" id="{F99FCF55-ECAE-BFB4-1D7F-6A0A276C15F4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4" name="Ellipse 1183">
              <a:extLst>
                <a:ext uri="{FF2B5EF4-FFF2-40B4-BE49-F238E27FC236}">
                  <a16:creationId xmlns:a16="http://schemas.microsoft.com/office/drawing/2014/main" id="{CB63B222-FF0E-AA80-2309-4EEBF7C50A0C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5" name="Ellipse 1184">
              <a:extLst>
                <a:ext uri="{FF2B5EF4-FFF2-40B4-BE49-F238E27FC236}">
                  <a16:creationId xmlns:a16="http://schemas.microsoft.com/office/drawing/2014/main" id="{16E81F7F-54BF-DDBB-4B89-392FC7DFF78D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6" name="Ellipse 1185">
              <a:extLst>
                <a:ext uri="{FF2B5EF4-FFF2-40B4-BE49-F238E27FC236}">
                  <a16:creationId xmlns:a16="http://schemas.microsoft.com/office/drawing/2014/main" id="{213D2D16-DD5F-CDA5-F1FA-A32FEBBC0ABF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7" name="Ellipse 1186">
              <a:extLst>
                <a:ext uri="{FF2B5EF4-FFF2-40B4-BE49-F238E27FC236}">
                  <a16:creationId xmlns:a16="http://schemas.microsoft.com/office/drawing/2014/main" id="{9DFBDDF8-A8B7-DC84-C5DC-273552059747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8" name="Ellipse 1187">
              <a:extLst>
                <a:ext uri="{FF2B5EF4-FFF2-40B4-BE49-F238E27FC236}">
                  <a16:creationId xmlns:a16="http://schemas.microsoft.com/office/drawing/2014/main" id="{D93873B1-1CC5-4003-36E1-33DB051AA653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89" name="Ellipse 1188">
              <a:extLst>
                <a:ext uri="{FF2B5EF4-FFF2-40B4-BE49-F238E27FC236}">
                  <a16:creationId xmlns:a16="http://schemas.microsoft.com/office/drawing/2014/main" id="{396FB992-09E7-E407-DE45-CE8DF105FDE0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0" name="Ellipse 1189">
              <a:extLst>
                <a:ext uri="{FF2B5EF4-FFF2-40B4-BE49-F238E27FC236}">
                  <a16:creationId xmlns:a16="http://schemas.microsoft.com/office/drawing/2014/main" id="{605F6C7F-C446-0C4E-1C2A-0FA40CD3BEA8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1" name="Ellipse 1190">
              <a:extLst>
                <a:ext uri="{FF2B5EF4-FFF2-40B4-BE49-F238E27FC236}">
                  <a16:creationId xmlns:a16="http://schemas.microsoft.com/office/drawing/2014/main" id="{29A7DB7E-8079-9C2B-CD2E-D2C5735A23A3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2" name="Ellipse 1191">
              <a:extLst>
                <a:ext uri="{FF2B5EF4-FFF2-40B4-BE49-F238E27FC236}">
                  <a16:creationId xmlns:a16="http://schemas.microsoft.com/office/drawing/2014/main" id="{754EDFA0-9DC1-FCE9-B5A0-EDFC15BCCB22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3" name="Ellipse 1192">
              <a:extLst>
                <a:ext uri="{FF2B5EF4-FFF2-40B4-BE49-F238E27FC236}">
                  <a16:creationId xmlns:a16="http://schemas.microsoft.com/office/drawing/2014/main" id="{BB54B283-FA10-6AF8-B49E-E72F97AF2EC0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4" name="Ellipse 1193">
              <a:extLst>
                <a:ext uri="{FF2B5EF4-FFF2-40B4-BE49-F238E27FC236}">
                  <a16:creationId xmlns:a16="http://schemas.microsoft.com/office/drawing/2014/main" id="{52208B9D-66F9-B599-3E1B-18C0FD3D3FA2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5" name="Ellipse 1194">
              <a:extLst>
                <a:ext uri="{FF2B5EF4-FFF2-40B4-BE49-F238E27FC236}">
                  <a16:creationId xmlns:a16="http://schemas.microsoft.com/office/drawing/2014/main" id="{EB47B2CC-18AA-7E91-19AD-02439065424E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6" name="Ellipse 1195">
              <a:extLst>
                <a:ext uri="{FF2B5EF4-FFF2-40B4-BE49-F238E27FC236}">
                  <a16:creationId xmlns:a16="http://schemas.microsoft.com/office/drawing/2014/main" id="{276789FE-76B0-AF59-50D3-4AE44F0FCD4B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7" name="Ellipse 1196">
              <a:extLst>
                <a:ext uri="{FF2B5EF4-FFF2-40B4-BE49-F238E27FC236}">
                  <a16:creationId xmlns:a16="http://schemas.microsoft.com/office/drawing/2014/main" id="{0780C6E5-CE9A-0BF6-D59D-5639AB5AA824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4692AAA-6F15-D04E-0B9A-6BC219C05788}"/>
              </a:ext>
            </a:extLst>
          </p:cNvPr>
          <p:cNvGrpSpPr/>
          <p:nvPr/>
        </p:nvGrpSpPr>
        <p:grpSpPr>
          <a:xfrm rot="6300000">
            <a:off x="5858615" y="-458496"/>
            <a:ext cx="4629584" cy="2788981"/>
            <a:chOff x="-324210" y="4706992"/>
            <a:chExt cx="4629584" cy="2788981"/>
          </a:xfrm>
        </p:grpSpPr>
        <p:sp>
          <p:nvSpPr>
            <p:cNvPr id="741" name="Ellipse 740">
              <a:extLst>
                <a:ext uri="{FF2B5EF4-FFF2-40B4-BE49-F238E27FC236}">
                  <a16:creationId xmlns:a16="http://schemas.microsoft.com/office/drawing/2014/main" id="{FA026BBA-0F0D-5903-1244-B74E2F4B434C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8" name="Ellipse 1197">
              <a:extLst>
                <a:ext uri="{FF2B5EF4-FFF2-40B4-BE49-F238E27FC236}">
                  <a16:creationId xmlns:a16="http://schemas.microsoft.com/office/drawing/2014/main" id="{1AC556C6-0B9D-FD2F-968C-41227BD6769E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99" name="Ellipse 1198">
              <a:extLst>
                <a:ext uri="{FF2B5EF4-FFF2-40B4-BE49-F238E27FC236}">
                  <a16:creationId xmlns:a16="http://schemas.microsoft.com/office/drawing/2014/main" id="{1A5294EA-FA6A-7892-2C37-DF24FE9EA2B7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0" name="Ellipse 1199">
              <a:extLst>
                <a:ext uri="{FF2B5EF4-FFF2-40B4-BE49-F238E27FC236}">
                  <a16:creationId xmlns:a16="http://schemas.microsoft.com/office/drawing/2014/main" id="{B79D8F12-15AC-6764-32F8-ACEDD1458C11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1" name="Ellipse 1200">
              <a:extLst>
                <a:ext uri="{FF2B5EF4-FFF2-40B4-BE49-F238E27FC236}">
                  <a16:creationId xmlns:a16="http://schemas.microsoft.com/office/drawing/2014/main" id="{D39E25C4-04D2-2C10-69CB-E988A5044E91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2" name="Ellipse 1201">
              <a:extLst>
                <a:ext uri="{FF2B5EF4-FFF2-40B4-BE49-F238E27FC236}">
                  <a16:creationId xmlns:a16="http://schemas.microsoft.com/office/drawing/2014/main" id="{DDE796F7-FD19-9D47-26DF-A2A2129D2ED9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3" name="Ellipse 1202">
              <a:extLst>
                <a:ext uri="{FF2B5EF4-FFF2-40B4-BE49-F238E27FC236}">
                  <a16:creationId xmlns:a16="http://schemas.microsoft.com/office/drawing/2014/main" id="{FAF20C19-CA15-1178-63AD-6D9D9C331E90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4" name="Ellipse 1203">
              <a:extLst>
                <a:ext uri="{FF2B5EF4-FFF2-40B4-BE49-F238E27FC236}">
                  <a16:creationId xmlns:a16="http://schemas.microsoft.com/office/drawing/2014/main" id="{C311E69A-A7A4-9FAE-86C6-BA7F91444149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5" name="Ellipse 1204">
              <a:extLst>
                <a:ext uri="{FF2B5EF4-FFF2-40B4-BE49-F238E27FC236}">
                  <a16:creationId xmlns:a16="http://schemas.microsoft.com/office/drawing/2014/main" id="{ECE3B025-844E-D43F-7BD9-24AD94462FAF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6" name="Ellipse 1205">
              <a:extLst>
                <a:ext uri="{FF2B5EF4-FFF2-40B4-BE49-F238E27FC236}">
                  <a16:creationId xmlns:a16="http://schemas.microsoft.com/office/drawing/2014/main" id="{41213A7A-7276-7911-C46A-E444993FA551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7" name="Ellipse 1206">
              <a:extLst>
                <a:ext uri="{FF2B5EF4-FFF2-40B4-BE49-F238E27FC236}">
                  <a16:creationId xmlns:a16="http://schemas.microsoft.com/office/drawing/2014/main" id="{B6335E21-C5C6-5FCD-7BD5-05753EF6ABA8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8" name="Ellipse 1207">
              <a:extLst>
                <a:ext uri="{FF2B5EF4-FFF2-40B4-BE49-F238E27FC236}">
                  <a16:creationId xmlns:a16="http://schemas.microsoft.com/office/drawing/2014/main" id="{DBEC4044-4A40-807B-A4D4-5C8708D3DA0D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09" name="Ellipse 1208">
              <a:extLst>
                <a:ext uri="{FF2B5EF4-FFF2-40B4-BE49-F238E27FC236}">
                  <a16:creationId xmlns:a16="http://schemas.microsoft.com/office/drawing/2014/main" id="{0F772A13-2B99-66CF-D0B5-0F32A0FCA60A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0" name="Ellipse 1209">
              <a:extLst>
                <a:ext uri="{FF2B5EF4-FFF2-40B4-BE49-F238E27FC236}">
                  <a16:creationId xmlns:a16="http://schemas.microsoft.com/office/drawing/2014/main" id="{C2C65238-27CB-8820-1BBE-F88F99C6365D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1" name="Ellipse 1210">
              <a:extLst>
                <a:ext uri="{FF2B5EF4-FFF2-40B4-BE49-F238E27FC236}">
                  <a16:creationId xmlns:a16="http://schemas.microsoft.com/office/drawing/2014/main" id="{FF13205A-552A-02E4-88C0-6031C1DEAB45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2" name="Ellipse 1211">
              <a:extLst>
                <a:ext uri="{FF2B5EF4-FFF2-40B4-BE49-F238E27FC236}">
                  <a16:creationId xmlns:a16="http://schemas.microsoft.com/office/drawing/2014/main" id="{D4ABCA87-C6BE-5379-D093-ED3A58C88A46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3" name="Ellipse 1212">
              <a:extLst>
                <a:ext uri="{FF2B5EF4-FFF2-40B4-BE49-F238E27FC236}">
                  <a16:creationId xmlns:a16="http://schemas.microsoft.com/office/drawing/2014/main" id="{DBFC4191-8081-B6A1-E0A4-657BF3F76AE0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4" name="Ellipse 1213">
              <a:extLst>
                <a:ext uri="{FF2B5EF4-FFF2-40B4-BE49-F238E27FC236}">
                  <a16:creationId xmlns:a16="http://schemas.microsoft.com/office/drawing/2014/main" id="{CE2FFA68-3929-C815-2ADB-6AA8A2DC5093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5" name="Ellipse 1214">
              <a:extLst>
                <a:ext uri="{FF2B5EF4-FFF2-40B4-BE49-F238E27FC236}">
                  <a16:creationId xmlns:a16="http://schemas.microsoft.com/office/drawing/2014/main" id="{BCDF2D31-28C4-8D27-2EE1-7D65C93430DF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6" name="Ellipse 1215">
              <a:extLst>
                <a:ext uri="{FF2B5EF4-FFF2-40B4-BE49-F238E27FC236}">
                  <a16:creationId xmlns:a16="http://schemas.microsoft.com/office/drawing/2014/main" id="{1709FA8A-892F-733E-20BF-5B97653F27E3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7" name="Ellipse 1216">
              <a:extLst>
                <a:ext uri="{FF2B5EF4-FFF2-40B4-BE49-F238E27FC236}">
                  <a16:creationId xmlns:a16="http://schemas.microsoft.com/office/drawing/2014/main" id="{FF3AD461-4E9F-3443-421B-D28606548579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8" name="Ellipse 1217">
              <a:extLst>
                <a:ext uri="{FF2B5EF4-FFF2-40B4-BE49-F238E27FC236}">
                  <a16:creationId xmlns:a16="http://schemas.microsoft.com/office/drawing/2014/main" id="{4DF93F9D-0B03-E137-BDEF-4EFC7A7E781E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19" name="Ellipse 1218">
              <a:extLst>
                <a:ext uri="{FF2B5EF4-FFF2-40B4-BE49-F238E27FC236}">
                  <a16:creationId xmlns:a16="http://schemas.microsoft.com/office/drawing/2014/main" id="{D107A634-6014-0696-2197-E2AB1999D812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0" name="Ellipse 1219">
              <a:extLst>
                <a:ext uri="{FF2B5EF4-FFF2-40B4-BE49-F238E27FC236}">
                  <a16:creationId xmlns:a16="http://schemas.microsoft.com/office/drawing/2014/main" id="{9E0C5C20-8920-8585-B9BD-CE2AF0A6D80F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1" name="Ellipse 1220">
              <a:extLst>
                <a:ext uri="{FF2B5EF4-FFF2-40B4-BE49-F238E27FC236}">
                  <a16:creationId xmlns:a16="http://schemas.microsoft.com/office/drawing/2014/main" id="{8F1FD299-5C15-E258-1126-02FB38F2802B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2" name="Ellipse 1221">
              <a:extLst>
                <a:ext uri="{FF2B5EF4-FFF2-40B4-BE49-F238E27FC236}">
                  <a16:creationId xmlns:a16="http://schemas.microsoft.com/office/drawing/2014/main" id="{17AF84E5-3C65-42D1-64CF-C62622B32114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3" name="Ellipse 1222">
              <a:extLst>
                <a:ext uri="{FF2B5EF4-FFF2-40B4-BE49-F238E27FC236}">
                  <a16:creationId xmlns:a16="http://schemas.microsoft.com/office/drawing/2014/main" id="{BF1F218E-CCB5-0A15-85FC-7D9AD00C250C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4" name="Ellipse 1223">
              <a:extLst>
                <a:ext uri="{FF2B5EF4-FFF2-40B4-BE49-F238E27FC236}">
                  <a16:creationId xmlns:a16="http://schemas.microsoft.com/office/drawing/2014/main" id="{810D443A-6646-882C-A27D-4E359AF10C92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1225" name="Gruppieren 1224">
            <a:extLst>
              <a:ext uri="{FF2B5EF4-FFF2-40B4-BE49-F238E27FC236}">
                <a16:creationId xmlns:a16="http://schemas.microsoft.com/office/drawing/2014/main" id="{01E90418-66C8-C989-C1D6-272E201013F7}"/>
              </a:ext>
            </a:extLst>
          </p:cNvPr>
          <p:cNvGrpSpPr/>
          <p:nvPr/>
        </p:nvGrpSpPr>
        <p:grpSpPr>
          <a:xfrm rot="3026059">
            <a:off x="6240131" y="1547614"/>
            <a:ext cx="4629584" cy="2788981"/>
            <a:chOff x="-324210" y="4706992"/>
            <a:chExt cx="4629584" cy="2788981"/>
          </a:xfrm>
        </p:grpSpPr>
        <p:sp>
          <p:nvSpPr>
            <p:cNvPr id="1226" name="Ellipse 1225">
              <a:extLst>
                <a:ext uri="{FF2B5EF4-FFF2-40B4-BE49-F238E27FC236}">
                  <a16:creationId xmlns:a16="http://schemas.microsoft.com/office/drawing/2014/main" id="{9E2107EA-25DB-985C-6170-8E6F8311B94D}"/>
                </a:ext>
              </a:extLst>
            </p:cNvPr>
            <p:cNvSpPr/>
            <p:nvPr/>
          </p:nvSpPr>
          <p:spPr>
            <a:xfrm rot="9412871">
              <a:off x="3657674" y="470699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7" name="Ellipse 1226">
              <a:extLst>
                <a:ext uri="{FF2B5EF4-FFF2-40B4-BE49-F238E27FC236}">
                  <a16:creationId xmlns:a16="http://schemas.microsoft.com/office/drawing/2014/main" id="{99ADFC5B-65F2-0AB6-3DFD-42C59AD82264}"/>
                </a:ext>
              </a:extLst>
            </p:cNvPr>
            <p:cNvSpPr/>
            <p:nvPr/>
          </p:nvSpPr>
          <p:spPr>
            <a:xfrm rot="9412871">
              <a:off x="2761083" y="5010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8" name="Ellipse 1227">
              <a:extLst>
                <a:ext uri="{FF2B5EF4-FFF2-40B4-BE49-F238E27FC236}">
                  <a16:creationId xmlns:a16="http://schemas.microsoft.com/office/drawing/2014/main" id="{416831FB-195E-3905-D226-F2700AE736D7}"/>
                </a:ext>
              </a:extLst>
            </p:cNvPr>
            <p:cNvSpPr/>
            <p:nvPr/>
          </p:nvSpPr>
          <p:spPr>
            <a:xfrm rot="9412871">
              <a:off x="3176441" y="52080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29" name="Ellipse 1228">
              <a:extLst>
                <a:ext uri="{FF2B5EF4-FFF2-40B4-BE49-F238E27FC236}">
                  <a16:creationId xmlns:a16="http://schemas.microsoft.com/office/drawing/2014/main" id="{6852406F-C89D-209C-DE98-E6B8A04DF940}"/>
                </a:ext>
              </a:extLst>
            </p:cNvPr>
            <p:cNvSpPr/>
            <p:nvPr/>
          </p:nvSpPr>
          <p:spPr>
            <a:xfrm rot="9412871">
              <a:off x="840814" y="60402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0" name="Ellipse 1229">
              <a:extLst>
                <a:ext uri="{FF2B5EF4-FFF2-40B4-BE49-F238E27FC236}">
                  <a16:creationId xmlns:a16="http://schemas.microsoft.com/office/drawing/2014/main" id="{00518439-C6FA-1ADD-0262-673ED4FED732}"/>
                </a:ext>
              </a:extLst>
            </p:cNvPr>
            <p:cNvSpPr/>
            <p:nvPr/>
          </p:nvSpPr>
          <p:spPr>
            <a:xfrm rot="9412871">
              <a:off x="823452" y="640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1" name="Ellipse 1230">
              <a:extLst>
                <a:ext uri="{FF2B5EF4-FFF2-40B4-BE49-F238E27FC236}">
                  <a16:creationId xmlns:a16="http://schemas.microsoft.com/office/drawing/2014/main" id="{34413179-AF13-6B84-0925-BDC87310A19A}"/>
                </a:ext>
              </a:extLst>
            </p:cNvPr>
            <p:cNvSpPr/>
            <p:nvPr/>
          </p:nvSpPr>
          <p:spPr>
            <a:xfrm rot="9412871">
              <a:off x="1014781" y="672251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2" name="Ellipse 1231">
              <a:extLst>
                <a:ext uri="{FF2B5EF4-FFF2-40B4-BE49-F238E27FC236}">
                  <a16:creationId xmlns:a16="http://schemas.microsoft.com/office/drawing/2014/main" id="{0C82F5F7-E215-3A31-498E-1177C13D48A0}"/>
                </a:ext>
              </a:extLst>
            </p:cNvPr>
            <p:cNvSpPr/>
            <p:nvPr/>
          </p:nvSpPr>
          <p:spPr>
            <a:xfrm rot="9412871">
              <a:off x="951364" y="57329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3" name="Ellipse 1232">
              <a:extLst>
                <a:ext uri="{FF2B5EF4-FFF2-40B4-BE49-F238E27FC236}">
                  <a16:creationId xmlns:a16="http://schemas.microsoft.com/office/drawing/2014/main" id="{3E4C733A-4ECC-6C94-1EDD-44312C815031}"/>
                </a:ext>
              </a:extLst>
            </p:cNvPr>
            <p:cNvSpPr/>
            <p:nvPr/>
          </p:nvSpPr>
          <p:spPr>
            <a:xfrm rot="9412871">
              <a:off x="1122882" y="59083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4" name="Ellipse 1233">
              <a:extLst>
                <a:ext uri="{FF2B5EF4-FFF2-40B4-BE49-F238E27FC236}">
                  <a16:creationId xmlns:a16="http://schemas.microsoft.com/office/drawing/2014/main" id="{ABEE2295-FC23-826F-6123-271B78CFC265}"/>
                </a:ext>
              </a:extLst>
            </p:cNvPr>
            <p:cNvSpPr/>
            <p:nvPr/>
          </p:nvSpPr>
          <p:spPr>
            <a:xfrm rot="9412871">
              <a:off x="1085205" y="61662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5" name="Ellipse 1234">
              <a:extLst>
                <a:ext uri="{FF2B5EF4-FFF2-40B4-BE49-F238E27FC236}">
                  <a16:creationId xmlns:a16="http://schemas.microsoft.com/office/drawing/2014/main" id="{C1603B83-6A93-7CE4-37F2-DA52BF8D70D8}"/>
                </a:ext>
              </a:extLst>
            </p:cNvPr>
            <p:cNvSpPr/>
            <p:nvPr/>
          </p:nvSpPr>
          <p:spPr>
            <a:xfrm rot="9412871">
              <a:off x="1446420" y="68237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6" name="Ellipse 1235">
              <a:extLst>
                <a:ext uri="{FF2B5EF4-FFF2-40B4-BE49-F238E27FC236}">
                  <a16:creationId xmlns:a16="http://schemas.microsoft.com/office/drawing/2014/main" id="{49454395-CE87-9C64-BE72-56CA6FD36C87}"/>
                </a:ext>
              </a:extLst>
            </p:cNvPr>
            <p:cNvSpPr/>
            <p:nvPr/>
          </p:nvSpPr>
          <p:spPr>
            <a:xfrm rot="9412871">
              <a:off x="1510933" y="571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7" name="Ellipse 1236">
              <a:extLst>
                <a:ext uri="{FF2B5EF4-FFF2-40B4-BE49-F238E27FC236}">
                  <a16:creationId xmlns:a16="http://schemas.microsoft.com/office/drawing/2014/main" id="{AEF2ABCD-9C10-4BA2-264A-D2C92FA1D71F}"/>
                </a:ext>
              </a:extLst>
            </p:cNvPr>
            <p:cNvSpPr/>
            <p:nvPr/>
          </p:nvSpPr>
          <p:spPr>
            <a:xfrm rot="9412871">
              <a:off x="1411320" y="6395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8" name="Ellipse 1237">
              <a:extLst>
                <a:ext uri="{FF2B5EF4-FFF2-40B4-BE49-F238E27FC236}">
                  <a16:creationId xmlns:a16="http://schemas.microsoft.com/office/drawing/2014/main" id="{A868F52F-29A3-545D-4FBB-B668CAEFF6A0}"/>
                </a:ext>
              </a:extLst>
            </p:cNvPr>
            <p:cNvSpPr/>
            <p:nvPr/>
          </p:nvSpPr>
          <p:spPr>
            <a:xfrm rot="9412871">
              <a:off x="1655087" y="61166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39" name="Ellipse 1238">
              <a:extLst>
                <a:ext uri="{FF2B5EF4-FFF2-40B4-BE49-F238E27FC236}">
                  <a16:creationId xmlns:a16="http://schemas.microsoft.com/office/drawing/2014/main" id="{96B8E56D-DA57-06FF-FE16-49A99CDADB08}"/>
                </a:ext>
              </a:extLst>
            </p:cNvPr>
            <p:cNvSpPr/>
            <p:nvPr/>
          </p:nvSpPr>
          <p:spPr>
            <a:xfrm rot="9412871">
              <a:off x="1842668" y="684827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0" name="Ellipse 1239">
              <a:extLst>
                <a:ext uri="{FF2B5EF4-FFF2-40B4-BE49-F238E27FC236}">
                  <a16:creationId xmlns:a16="http://schemas.microsoft.com/office/drawing/2014/main" id="{A8C81F2E-976F-50A1-08F9-FB0ADB79EE63}"/>
                </a:ext>
              </a:extLst>
            </p:cNvPr>
            <p:cNvSpPr/>
            <p:nvPr/>
          </p:nvSpPr>
          <p:spPr>
            <a:xfrm rot="9412871">
              <a:off x="1894704" y="655775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1" name="Ellipse 1240">
              <a:extLst>
                <a:ext uri="{FF2B5EF4-FFF2-40B4-BE49-F238E27FC236}">
                  <a16:creationId xmlns:a16="http://schemas.microsoft.com/office/drawing/2014/main" id="{246361DB-F80F-9209-712D-6E50B4478259}"/>
                </a:ext>
              </a:extLst>
            </p:cNvPr>
            <p:cNvSpPr/>
            <p:nvPr/>
          </p:nvSpPr>
          <p:spPr>
            <a:xfrm rot="9412871">
              <a:off x="2091467" y="62047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2" name="Ellipse 1241">
              <a:extLst>
                <a:ext uri="{FF2B5EF4-FFF2-40B4-BE49-F238E27FC236}">
                  <a16:creationId xmlns:a16="http://schemas.microsoft.com/office/drawing/2014/main" id="{C1632C8C-8377-20F0-7D78-C38DF694BC46}"/>
                </a:ext>
              </a:extLst>
            </p:cNvPr>
            <p:cNvSpPr/>
            <p:nvPr/>
          </p:nvSpPr>
          <p:spPr>
            <a:xfrm rot="9412871">
              <a:off x="2085711" y="57150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3" name="Ellipse 1242">
              <a:extLst>
                <a:ext uri="{FF2B5EF4-FFF2-40B4-BE49-F238E27FC236}">
                  <a16:creationId xmlns:a16="http://schemas.microsoft.com/office/drawing/2014/main" id="{CD36D385-C2AB-51A3-3EA2-9A8AA221E7AB}"/>
                </a:ext>
              </a:extLst>
            </p:cNvPr>
            <p:cNvSpPr/>
            <p:nvPr/>
          </p:nvSpPr>
          <p:spPr>
            <a:xfrm rot="9412871">
              <a:off x="2330748" y="53760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4" name="Ellipse 1243">
              <a:extLst>
                <a:ext uri="{FF2B5EF4-FFF2-40B4-BE49-F238E27FC236}">
                  <a16:creationId xmlns:a16="http://schemas.microsoft.com/office/drawing/2014/main" id="{00D2BFF4-9FAA-DF88-B1DD-4B1671F22DB2}"/>
                </a:ext>
              </a:extLst>
            </p:cNvPr>
            <p:cNvSpPr/>
            <p:nvPr/>
          </p:nvSpPr>
          <p:spPr>
            <a:xfrm rot="9412871">
              <a:off x="2472807" y="57718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5" name="Ellipse 1244">
              <a:extLst>
                <a:ext uri="{FF2B5EF4-FFF2-40B4-BE49-F238E27FC236}">
                  <a16:creationId xmlns:a16="http://schemas.microsoft.com/office/drawing/2014/main" id="{B5299542-7A1D-CF6F-F724-7AC8E62C0BCB}"/>
                </a:ext>
              </a:extLst>
            </p:cNvPr>
            <p:cNvSpPr/>
            <p:nvPr/>
          </p:nvSpPr>
          <p:spPr>
            <a:xfrm rot="9412871">
              <a:off x="2601681" y="6143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6" name="Ellipse 1245">
              <a:extLst>
                <a:ext uri="{FF2B5EF4-FFF2-40B4-BE49-F238E27FC236}">
                  <a16:creationId xmlns:a16="http://schemas.microsoft.com/office/drawing/2014/main" id="{B0D10CFD-DF79-31D5-8452-EC6F85A8097E}"/>
                </a:ext>
              </a:extLst>
            </p:cNvPr>
            <p:cNvSpPr/>
            <p:nvPr/>
          </p:nvSpPr>
          <p:spPr>
            <a:xfrm rot="9412871">
              <a:off x="3102324" y="61168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7" name="Ellipse 1246">
              <a:extLst>
                <a:ext uri="{FF2B5EF4-FFF2-40B4-BE49-F238E27FC236}">
                  <a16:creationId xmlns:a16="http://schemas.microsoft.com/office/drawing/2014/main" id="{E6D6E992-1DC3-9A79-8437-C355E0EF8C1A}"/>
                </a:ext>
              </a:extLst>
            </p:cNvPr>
            <p:cNvSpPr/>
            <p:nvPr/>
          </p:nvSpPr>
          <p:spPr>
            <a:xfrm rot="9412871">
              <a:off x="2930381" y="58409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8" name="Ellipse 1247">
              <a:extLst>
                <a:ext uri="{FF2B5EF4-FFF2-40B4-BE49-F238E27FC236}">
                  <a16:creationId xmlns:a16="http://schemas.microsoft.com/office/drawing/2014/main" id="{D0AE0DC1-DF93-CC4E-B01F-357F16CE7C42}"/>
                </a:ext>
              </a:extLst>
            </p:cNvPr>
            <p:cNvSpPr/>
            <p:nvPr/>
          </p:nvSpPr>
          <p:spPr>
            <a:xfrm rot="9412871">
              <a:off x="2847965" y="56478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49" name="Ellipse 1248">
              <a:extLst>
                <a:ext uri="{FF2B5EF4-FFF2-40B4-BE49-F238E27FC236}">
                  <a16:creationId xmlns:a16="http://schemas.microsoft.com/office/drawing/2014/main" id="{3E78A7F6-F288-BA46-DB12-4BDB66B97DD1}"/>
                </a:ext>
              </a:extLst>
            </p:cNvPr>
            <p:cNvSpPr/>
            <p:nvPr/>
          </p:nvSpPr>
          <p:spPr>
            <a:xfrm rot="9412871">
              <a:off x="2800103" y="54400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50" name="Ellipse 1249">
              <a:extLst>
                <a:ext uri="{FF2B5EF4-FFF2-40B4-BE49-F238E27FC236}">
                  <a16:creationId xmlns:a16="http://schemas.microsoft.com/office/drawing/2014/main" id="{B65FC50B-1631-8034-4848-9A252C8AEC79}"/>
                </a:ext>
              </a:extLst>
            </p:cNvPr>
            <p:cNvSpPr/>
            <p:nvPr/>
          </p:nvSpPr>
          <p:spPr>
            <a:xfrm rot="9412871">
              <a:off x="-324210" y="618772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51" name="Ellipse 1250">
              <a:extLst>
                <a:ext uri="{FF2B5EF4-FFF2-40B4-BE49-F238E27FC236}">
                  <a16:creationId xmlns:a16="http://schemas.microsoft.com/office/drawing/2014/main" id="{6DFC7E52-3658-7056-3636-D76FB3E88058}"/>
                </a:ext>
              </a:extLst>
            </p:cNvPr>
            <p:cNvSpPr/>
            <p:nvPr/>
          </p:nvSpPr>
          <p:spPr>
            <a:xfrm rot="9412871">
              <a:off x="-98012" y="646585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52" name="Ellipse 1251">
              <a:extLst>
                <a:ext uri="{FF2B5EF4-FFF2-40B4-BE49-F238E27FC236}">
                  <a16:creationId xmlns:a16="http://schemas.microsoft.com/office/drawing/2014/main" id="{7864C393-2D97-E481-8D8A-AB8614B2B206}"/>
                </a:ext>
              </a:extLst>
            </p:cNvPr>
            <p:cNvSpPr/>
            <p:nvPr/>
          </p:nvSpPr>
          <p:spPr>
            <a:xfrm rot="9412871">
              <a:off x="313238" y="62365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53" name="Ellipse 1252">
              <a:extLst>
                <a:ext uri="{FF2B5EF4-FFF2-40B4-BE49-F238E27FC236}">
                  <a16:creationId xmlns:a16="http://schemas.microsoft.com/office/drawing/2014/main" id="{B7ED5438-D492-6709-AC5D-A817C2E8D0A4}"/>
                </a:ext>
              </a:extLst>
            </p:cNvPr>
            <p:cNvSpPr/>
            <p:nvPr/>
          </p:nvSpPr>
          <p:spPr>
            <a:xfrm rot="9412871">
              <a:off x="317346" y="66630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pic>
        <p:nvPicPr>
          <p:cNvPr id="1254" name="Grafik 1253">
            <a:extLst>
              <a:ext uri="{FF2B5EF4-FFF2-40B4-BE49-F238E27FC236}">
                <a16:creationId xmlns:a16="http://schemas.microsoft.com/office/drawing/2014/main" id="{6D6D0396-8E11-571F-7E1C-6E5EB2441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018" t="14153" r="22248" b="41925"/>
          <a:stretch>
            <a:fillRect/>
          </a:stretch>
        </p:blipFill>
        <p:spPr>
          <a:xfrm>
            <a:off x="7092053" y="544698"/>
            <a:ext cx="1591374" cy="1190084"/>
          </a:xfrm>
          <a:prstGeom prst="rect">
            <a:avLst/>
          </a:prstGeom>
        </p:spPr>
      </p:pic>
      <p:sp>
        <p:nvSpPr>
          <p:cNvPr id="1256" name="Ellipse 1255">
            <a:extLst>
              <a:ext uri="{FF2B5EF4-FFF2-40B4-BE49-F238E27FC236}">
                <a16:creationId xmlns:a16="http://schemas.microsoft.com/office/drawing/2014/main" id="{B8A0A5B6-1317-7638-EDC9-90840830EEBA}"/>
              </a:ext>
            </a:extLst>
          </p:cNvPr>
          <p:cNvSpPr/>
          <p:nvPr/>
        </p:nvSpPr>
        <p:spPr>
          <a:xfrm rot="20212871">
            <a:off x="3089445" y="6608323"/>
            <a:ext cx="647700" cy="6477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92" name="Grafik 291">
            <a:extLst>
              <a:ext uri="{FF2B5EF4-FFF2-40B4-BE49-F238E27FC236}">
                <a16:creationId xmlns:a16="http://schemas.microsoft.com/office/drawing/2014/main" id="{49FADC4B-557E-512A-35D1-3C4ECF7796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92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3" name="Gruppieren 1312">
            <a:extLst>
              <a:ext uri="{FF2B5EF4-FFF2-40B4-BE49-F238E27FC236}">
                <a16:creationId xmlns:a16="http://schemas.microsoft.com/office/drawing/2014/main" id="{DEDB8A27-DF15-E57E-E2B7-8B7A0C57818C}"/>
              </a:ext>
            </a:extLst>
          </p:cNvPr>
          <p:cNvGrpSpPr/>
          <p:nvPr/>
        </p:nvGrpSpPr>
        <p:grpSpPr>
          <a:xfrm>
            <a:off x="-2073499" y="-2224958"/>
            <a:ext cx="14562012" cy="10657842"/>
            <a:chOff x="-2073499" y="-2224958"/>
            <a:chExt cx="14562012" cy="10657842"/>
          </a:xfrm>
        </p:grpSpPr>
        <p:grpSp>
          <p:nvGrpSpPr>
            <p:cNvPr id="1283" name="Gruppieren 1282">
              <a:extLst>
                <a:ext uri="{FF2B5EF4-FFF2-40B4-BE49-F238E27FC236}">
                  <a16:creationId xmlns:a16="http://schemas.microsoft.com/office/drawing/2014/main" id="{3485E1C7-E584-DFCC-8001-7573C136FAE0}"/>
                </a:ext>
              </a:extLst>
            </p:cNvPr>
            <p:cNvGrpSpPr/>
            <p:nvPr/>
          </p:nvGrpSpPr>
          <p:grpSpPr>
            <a:xfrm rot="7381579">
              <a:off x="7643231" y="238976"/>
              <a:ext cx="4629584" cy="2788981"/>
              <a:chOff x="-324210" y="4706992"/>
              <a:chExt cx="4629584" cy="2788981"/>
            </a:xfrm>
          </p:grpSpPr>
          <p:sp>
            <p:nvSpPr>
              <p:cNvPr id="1284" name="Ellipse 1283">
                <a:extLst>
                  <a:ext uri="{FF2B5EF4-FFF2-40B4-BE49-F238E27FC236}">
                    <a16:creationId xmlns:a16="http://schemas.microsoft.com/office/drawing/2014/main" id="{CBCC3DF0-FB6D-7E8B-1B58-798BF317EF4B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5" name="Ellipse 1284">
                <a:extLst>
                  <a:ext uri="{FF2B5EF4-FFF2-40B4-BE49-F238E27FC236}">
                    <a16:creationId xmlns:a16="http://schemas.microsoft.com/office/drawing/2014/main" id="{4907F066-AFF2-E553-6F60-E92D1AD75B58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6" name="Ellipse 1285">
                <a:extLst>
                  <a:ext uri="{FF2B5EF4-FFF2-40B4-BE49-F238E27FC236}">
                    <a16:creationId xmlns:a16="http://schemas.microsoft.com/office/drawing/2014/main" id="{42512162-FBEF-4DF3-480E-08945F547167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7" name="Ellipse 1286">
                <a:extLst>
                  <a:ext uri="{FF2B5EF4-FFF2-40B4-BE49-F238E27FC236}">
                    <a16:creationId xmlns:a16="http://schemas.microsoft.com/office/drawing/2014/main" id="{3402C45E-C5AB-3933-1420-FA74BA0A73F8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8" name="Ellipse 1287">
                <a:extLst>
                  <a:ext uri="{FF2B5EF4-FFF2-40B4-BE49-F238E27FC236}">
                    <a16:creationId xmlns:a16="http://schemas.microsoft.com/office/drawing/2014/main" id="{BEF4F10F-9275-0CC4-1457-27D83FBEE859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9" name="Ellipse 1288">
                <a:extLst>
                  <a:ext uri="{FF2B5EF4-FFF2-40B4-BE49-F238E27FC236}">
                    <a16:creationId xmlns:a16="http://schemas.microsoft.com/office/drawing/2014/main" id="{D1C776C4-1BF6-88EC-5378-E93AC604FFCC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0" name="Ellipse 1289">
                <a:extLst>
                  <a:ext uri="{FF2B5EF4-FFF2-40B4-BE49-F238E27FC236}">
                    <a16:creationId xmlns:a16="http://schemas.microsoft.com/office/drawing/2014/main" id="{6ED51F62-5399-BED6-5A8F-D86A8343E258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1" name="Ellipse 1290">
                <a:extLst>
                  <a:ext uri="{FF2B5EF4-FFF2-40B4-BE49-F238E27FC236}">
                    <a16:creationId xmlns:a16="http://schemas.microsoft.com/office/drawing/2014/main" id="{F2C82DF3-E19E-ECD2-3E33-F07844D913FE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2" name="Ellipse 1291">
                <a:extLst>
                  <a:ext uri="{FF2B5EF4-FFF2-40B4-BE49-F238E27FC236}">
                    <a16:creationId xmlns:a16="http://schemas.microsoft.com/office/drawing/2014/main" id="{9694039A-D67E-AD1D-0B87-929869F17B4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3" name="Ellipse 1292">
                <a:extLst>
                  <a:ext uri="{FF2B5EF4-FFF2-40B4-BE49-F238E27FC236}">
                    <a16:creationId xmlns:a16="http://schemas.microsoft.com/office/drawing/2014/main" id="{6EAA5C75-DB5D-17E9-F60C-6F8E12C4BD23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4" name="Ellipse 1293">
                <a:extLst>
                  <a:ext uri="{FF2B5EF4-FFF2-40B4-BE49-F238E27FC236}">
                    <a16:creationId xmlns:a16="http://schemas.microsoft.com/office/drawing/2014/main" id="{E609B980-94C6-1FC1-1DE9-DB7D7A46A79D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5" name="Ellipse 1294">
                <a:extLst>
                  <a:ext uri="{FF2B5EF4-FFF2-40B4-BE49-F238E27FC236}">
                    <a16:creationId xmlns:a16="http://schemas.microsoft.com/office/drawing/2014/main" id="{C8A0975F-3EC9-9B95-D922-9248700DD7D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6" name="Ellipse 1295">
                <a:extLst>
                  <a:ext uri="{FF2B5EF4-FFF2-40B4-BE49-F238E27FC236}">
                    <a16:creationId xmlns:a16="http://schemas.microsoft.com/office/drawing/2014/main" id="{9ECBBDB6-E443-8A43-4B33-1D161466CBCF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7" name="Ellipse 1296">
                <a:extLst>
                  <a:ext uri="{FF2B5EF4-FFF2-40B4-BE49-F238E27FC236}">
                    <a16:creationId xmlns:a16="http://schemas.microsoft.com/office/drawing/2014/main" id="{0B948D8E-2B0F-BD32-7604-6DEF1DEE6973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8" name="Ellipse 1297">
                <a:extLst>
                  <a:ext uri="{FF2B5EF4-FFF2-40B4-BE49-F238E27FC236}">
                    <a16:creationId xmlns:a16="http://schemas.microsoft.com/office/drawing/2014/main" id="{4DBEF6EF-D32D-F972-FDF8-DCBFE4CDFEC3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9" name="Ellipse 1298">
                <a:extLst>
                  <a:ext uri="{FF2B5EF4-FFF2-40B4-BE49-F238E27FC236}">
                    <a16:creationId xmlns:a16="http://schemas.microsoft.com/office/drawing/2014/main" id="{D4AB80D0-E1B3-D97C-E314-B1F442183549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0" name="Ellipse 1299">
                <a:extLst>
                  <a:ext uri="{FF2B5EF4-FFF2-40B4-BE49-F238E27FC236}">
                    <a16:creationId xmlns:a16="http://schemas.microsoft.com/office/drawing/2014/main" id="{7A827AD5-CDFD-8D40-51D6-6C4F26AFA0E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1" name="Ellipse 1300">
                <a:extLst>
                  <a:ext uri="{FF2B5EF4-FFF2-40B4-BE49-F238E27FC236}">
                    <a16:creationId xmlns:a16="http://schemas.microsoft.com/office/drawing/2014/main" id="{B853B989-85AE-FB1D-4817-97B39F741445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2" name="Ellipse 1301">
                <a:extLst>
                  <a:ext uri="{FF2B5EF4-FFF2-40B4-BE49-F238E27FC236}">
                    <a16:creationId xmlns:a16="http://schemas.microsoft.com/office/drawing/2014/main" id="{51E7E478-9DA6-CA74-46C9-01702A09FB8B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3" name="Ellipse 1302">
                <a:extLst>
                  <a:ext uri="{FF2B5EF4-FFF2-40B4-BE49-F238E27FC236}">
                    <a16:creationId xmlns:a16="http://schemas.microsoft.com/office/drawing/2014/main" id="{DED6A2FB-9CBA-E11C-101A-6DAE45D05A92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4" name="Ellipse 1303">
                <a:extLst>
                  <a:ext uri="{FF2B5EF4-FFF2-40B4-BE49-F238E27FC236}">
                    <a16:creationId xmlns:a16="http://schemas.microsoft.com/office/drawing/2014/main" id="{F00E6E24-2C85-8F1B-952B-5FC9C5063ED2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5" name="Ellipse 1304">
                <a:extLst>
                  <a:ext uri="{FF2B5EF4-FFF2-40B4-BE49-F238E27FC236}">
                    <a16:creationId xmlns:a16="http://schemas.microsoft.com/office/drawing/2014/main" id="{B8AAAAF0-DE9A-7B86-D787-2889967F0F7B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6" name="Ellipse 1305">
                <a:extLst>
                  <a:ext uri="{FF2B5EF4-FFF2-40B4-BE49-F238E27FC236}">
                    <a16:creationId xmlns:a16="http://schemas.microsoft.com/office/drawing/2014/main" id="{27270A19-D0B8-2301-C770-399733413FE0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7" name="Ellipse 1306">
                <a:extLst>
                  <a:ext uri="{FF2B5EF4-FFF2-40B4-BE49-F238E27FC236}">
                    <a16:creationId xmlns:a16="http://schemas.microsoft.com/office/drawing/2014/main" id="{E234C17B-D552-5556-825F-85F74570987D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8" name="Ellipse 1307">
                <a:extLst>
                  <a:ext uri="{FF2B5EF4-FFF2-40B4-BE49-F238E27FC236}">
                    <a16:creationId xmlns:a16="http://schemas.microsoft.com/office/drawing/2014/main" id="{1352685A-722D-FFCB-7D39-F57D2368071E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9" name="Ellipse 1308">
                <a:extLst>
                  <a:ext uri="{FF2B5EF4-FFF2-40B4-BE49-F238E27FC236}">
                    <a16:creationId xmlns:a16="http://schemas.microsoft.com/office/drawing/2014/main" id="{4E491912-3412-F3AD-14A9-2706FF394E33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0" name="Ellipse 1309">
                <a:extLst>
                  <a:ext uri="{FF2B5EF4-FFF2-40B4-BE49-F238E27FC236}">
                    <a16:creationId xmlns:a16="http://schemas.microsoft.com/office/drawing/2014/main" id="{125B72B1-D53F-3EAA-AAC1-A9651FB3AEF2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1" name="Ellipse 1310">
                <a:extLst>
                  <a:ext uri="{FF2B5EF4-FFF2-40B4-BE49-F238E27FC236}">
                    <a16:creationId xmlns:a16="http://schemas.microsoft.com/office/drawing/2014/main" id="{116296BA-5983-7238-5631-1A8087546A8A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535110" y="4663981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F0B22222-0AAE-9888-8472-8430CFEABB17}"/>
                </a:ext>
              </a:extLst>
            </p:cNvPr>
            <p:cNvSpPr/>
            <p:nvPr/>
          </p:nvSpPr>
          <p:spPr>
            <a:xfrm rot="9412871">
              <a:off x="7400321" y="629046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D915AA2-21C3-D0AC-7594-787BA01BEAB8}"/>
                </a:ext>
              </a:extLst>
            </p:cNvPr>
            <p:cNvSpPr/>
            <p:nvPr/>
          </p:nvSpPr>
          <p:spPr>
            <a:xfrm rot="9412871">
              <a:off x="7382959" y="66539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85F56718-10C2-02CA-5B71-BB4CF1AE7FAB}"/>
                </a:ext>
              </a:extLst>
            </p:cNvPr>
            <p:cNvSpPr/>
            <p:nvPr/>
          </p:nvSpPr>
          <p:spPr>
            <a:xfrm rot="9412871">
              <a:off x="7574288" y="697270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30B08C8-4C6A-F2C8-94ED-AA60B8050301}"/>
                </a:ext>
              </a:extLst>
            </p:cNvPr>
            <p:cNvSpPr/>
            <p:nvPr/>
          </p:nvSpPr>
          <p:spPr>
            <a:xfrm rot="9412871">
              <a:off x="7510871" y="598318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53283AB-8F8D-3121-4166-575A0804497D}"/>
                </a:ext>
              </a:extLst>
            </p:cNvPr>
            <p:cNvSpPr/>
            <p:nvPr/>
          </p:nvSpPr>
          <p:spPr>
            <a:xfrm rot="9412871">
              <a:off x="7682389" y="615852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354BD956-ECEE-E690-D629-95CECF1CD173}"/>
                </a:ext>
              </a:extLst>
            </p:cNvPr>
            <p:cNvSpPr/>
            <p:nvPr/>
          </p:nvSpPr>
          <p:spPr>
            <a:xfrm rot="9412871">
              <a:off x="7644712" y="64164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DAEFE60-B08E-F559-FB39-6E224C428213}"/>
                </a:ext>
              </a:extLst>
            </p:cNvPr>
            <p:cNvSpPr/>
            <p:nvPr/>
          </p:nvSpPr>
          <p:spPr>
            <a:xfrm rot="9412871">
              <a:off x="8005927" y="707395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7AE697A-FE0B-DF50-102F-2214A416682F}"/>
                </a:ext>
              </a:extLst>
            </p:cNvPr>
            <p:cNvSpPr/>
            <p:nvPr/>
          </p:nvSpPr>
          <p:spPr>
            <a:xfrm rot="9412871">
              <a:off x="8070440" y="59659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F55B6797-AF2C-1DBA-3EF0-D21845B2B932}"/>
                </a:ext>
              </a:extLst>
            </p:cNvPr>
            <p:cNvSpPr/>
            <p:nvPr/>
          </p:nvSpPr>
          <p:spPr>
            <a:xfrm rot="9412871">
              <a:off x="7970827" y="664556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3B4093E4-AD2B-DFFF-687E-69CC4528DC98}"/>
                </a:ext>
              </a:extLst>
            </p:cNvPr>
            <p:cNvSpPr/>
            <p:nvPr/>
          </p:nvSpPr>
          <p:spPr>
            <a:xfrm rot="9412871">
              <a:off x="8214594" y="63668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DB43284-DAD1-D7DE-EF8E-759841734E6E}"/>
                </a:ext>
              </a:extLst>
            </p:cNvPr>
            <p:cNvSpPr/>
            <p:nvPr/>
          </p:nvSpPr>
          <p:spPr>
            <a:xfrm rot="9412871">
              <a:off x="5513836" y="56539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70CBF29-1F31-2B6F-18AA-17E7F3735437}"/>
                </a:ext>
              </a:extLst>
            </p:cNvPr>
            <p:cNvSpPr/>
            <p:nvPr/>
          </p:nvSpPr>
          <p:spPr>
            <a:xfrm rot="9412871">
              <a:off x="8402175" y="709846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DB46C942-425C-1FDA-77D7-7C797752FBCD}"/>
                </a:ext>
              </a:extLst>
            </p:cNvPr>
            <p:cNvSpPr/>
            <p:nvPr/>
          </p:nvSpPr>
          <p:spPr>
            <a:xfrm rot="9412871">
              <a:off x="8454211" y="680795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1FB3F88F-F133-C727-EA13-100671F2589E}"/>
                </a:ext>
              </a:extLst>
            </p:cNvPr>
            <p:cNvSpPr/>
            <p:nvPr/>
          </p:nvSpPr>
          <p:spPr>
            <a:xfrm rot="9412871">
              <a:off x="8650974" y="64549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53E9A5B5-E7FB-2064-901D-1BC45D019497}"/>
                </a:ext>
              </a:extLst>
            </p:cNvPr>
            <p:cNvSpPr/>
            <p:nvPr/>
          </p:nvSpPr>
          <p:spPr>
            <a:xfrm rot="9412871">
              <a:off x="8645218" y="596522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29389C3D-205E-309A-6AA4-F716EAD9E605}"/>
                </a:ext>
              </a:extLst>
            </p:cNvPr>
            <p:cNvSpPr/>
            <p:nvPr/>
          </p:nvSpPr>
          <p:spPr>
            <a:xfrm rot="9412871">
              <a:off x="8890255" y="562627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6634CDF1-E48E-CFE7-496A-C8862A900C04}"/>
                </a:ext>
              </a:extLst>
            </p:cNvPr>
            <p:cNvSpPr/>
            <p:nvPr/>
          </p:nvSpPr>
          <p:spPr>
            <a:xfrm rot="9412871">
              <a:off x="9032314" y="602209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2144D62-7BD3-0A18-B7E6-D704047A3F9F}"/>
                </a:ext>
              </a:extLst>
            </p:cNvPr>
            <p:cNvSpPr/>
            <p:nvPr/>
          </p:nvSpPr>
          <p:spPr>
            <a:xfrm rot="9412871">
              <a:off x="9161188" y="63937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87708D8D-A19F-B7F1-6FA1-BDF633997AF7}"/>
                </a:ext>
              </a:extLst>
            </p:cNvPr>
            <p:cNvSpPr/>
            <p:nvPr/>
          </p:nvSpPr>
          <p:spPr>
            <a:xfrm rot="9412871">
              <a:off x="9661831" y="636701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B187B003-BC0F-EB37-91C6-0FC00818EE77}"/>
                </a:ext>
              </a:extLst>
            </p:cNvPr>
            <p:cNvSpPr/>
            <p:nvPr/>
          </p:nvSpPr>
          <p:spPr>
            <a:xfrm rot="9412871">
              <a:off x="9489888" y="609111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A3BB6FEF-F10D-A4E0-F815-AF3BCB5A6C25}"/>
                </a:ext>
              </a:extLst>
            </p:cNvPr>
            <p:cNvSpPr/>
            <p:nvPr/>
          </p:nvSpPr>
          <p:spPr>
            <a:xfrm rot="9412871">
              <a:off x="9407472" y="58980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CE078B4-7FC3-3CFC-482C-55173A13CD6C}"/>
                </a:ext>
              </a:extLst>
            </p:cNvPr>
            <p:cNvSpPr/>
            <p:nvPr/>
          </p:nvSpPr>
          <p:spPr>
            <a:xfrm rot="9412871">
              <a:off x="9359610" y="569026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1BBC266-D341-39A2-F128-AEE70399AE5C}"/>
                </a:ext>
              </a:extLst>
            </p:cNvPr>
            <p:cNvGrpSpPr/>
            <p:nvPr/>
          </p:nvGrpSpPr>
          <p:grpSpPr>
            <a:xfrm rot="19191760" flipV="1">
              <a:off x="6860998" y="4780734"/>
              <a:ext cx="2953403" cy="2665423"/>
              <a:chOff x="9535110" y="4663981"/>
              <a:chExt cx="2953403" cy="2665423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3A87B7C-DD1C-4CCC-3043-D112F613CAA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CBA64A0-81FF-7C1A-A9BE-CED7CA8590B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C31F732-52FE-94DC-6262-99CA3C0C369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C406F40-C0E7-F6AA-7C32-28BADEE373E2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4D544D04-BE9B-22D5-18DC-ECF0660732C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6D047B1D-232C-716E-40B5-24211133E0C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50E803FE-1F39-F269-C71E-B19C739A559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9D2E2B9-2062-04E8-D06E-DAABA9956BC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D5D5B255-65EC-2301-1C71-8AA232D44F1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4AA743B8-E7F5-C305-0674-74B786B6C5F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86E7DE3-17A8-810C-7A16-9C7C0D436F6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274B6950-BB96-91DF-DD2D-FEF80C32910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4B7FC131-6E36-C71D-0225-EC1572482FE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532CD24-3BE5-3C2B-2CAB-0D0550A117D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68799D3-1492-381C-1A7C-0E383EAA8BD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65C07DB-29CB-98A8-8B76-420561B4006E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FA248155-BE42-AA09-8982-79E17060D8E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7974652-4C32-0662-02D8-DBD93709CA1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7F7534AB-1446-F297-28DD-2A7C4188EC1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06810B89-F205-39E3-F820-FACD81F0D86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B3855C14-2FCA-6EA4-D1E1-CAC4967BA4A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2758FE1B-274F-F4F0-09B0-DC0FBD2EE78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CAAACE48-7C9D-2BF3-1587-FCD917322B0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CEC1516-4408-640D-8B5D-9DF9CC53C8E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BD87E6C-9884-6F03-C38E-B50D8DA25D82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F904D34B-FE9F-813A-DFAC-000491511909}"/>
                </a:ext>
              </a:extLst>
            </p:cNvPr>
            <p:cNvGrpSpPr/>
            <p:nvPr/>
          </p:nvGrpSpPr>
          <p:grpSpPr>
            <a:xfrm rot="12187129" flipH="1">
              <a:off x="5587494" y="3088345"/>
              <a:ext cx="2953403" cy="2665423"/>
              <a:chOff x="9535110" y="4663981"/>
              <a:chExt cx="2953403" cy="2665423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8C12844D-7D7F-F091-0933-51DAA20901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EE4AF275-4A2E-47DB-4A7B-FA65FE4B01E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CD7F8F94-21F4-6A35-7964-02869845063C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939926E-962E-C947-2FB7-AA786261B46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89DA6602-C4EB-CFB6-E8AF-F719C3DF770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611320C4-4DAB-13FA-841A-716535D869C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C3BFE47B-CD5B-CFD5-1F36-C3E1F467364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95A274A-188E-7E11-C18F-CDA7A69DB0FD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E79DEE3A-C277-8BEC-14AB-5998CE16C68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97DB6AB7-9418-6123-88D2-EFEB6BB1A5E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BC0A7B3-AA40-DC5D-2A87-4C675D5FF1D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CBD7B500-E846-33E4-7E8A-E27482CD514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6CA6FD97-97A7-1692-516B-60C76C494F3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0365B15-2713-0846-587F-2282084948D6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B3DB54CF-8A0C-4632-B863-62AB58FE5F2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0A440BDB-475F-00DF-6B86-1E2C381BD41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95553DD0-24BE-B47A-1F92-CBA135C4553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E636D544-C83D-3D8D-53FD-9C631C555B99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D832E891-E124-9CFB-6787-2F702F3DE70E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51B72512-A7DE-9E05-6C66-4395B0BC007F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" name="Ellipse 101">
                <a:extLst>
                  <a:ext uri="{FF2B5EF4-FFF2-40B4-BE49-F238E27FC236}">
                    <a16:creationId xmlns:a16="http://schemas.microsoft.com/office/drawing/2014/main" id="{0B241A68-63EA-C66B-557E-0FB119564E5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" name="Ellipse 102">
                <a:extLst>
                  <a:ext uri="{FF2B5EF4-FFF2-40B4-BE49-F238E27FC236}">
                    <a16:creationId xmlns:a16="http://schemas.microsoft.com/office/drawing/2014/main" id="{0BAC5B23-90A6-AD81-FBE9-DDDD71828B03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5ECB8434-1A8B-B11E-796E-6B06F292054A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" name="Ellipse 104">
                <a:extLst>
                  <a:ext uri="{FF2B5EF4-FFF2-40B4-BE49-F238E27FC236}">
                    <a16:creationId xmlns:a16="http://schemas.microsoft.com/office/drawing/2014/main" id="{3D72EBA4-6AB3-C64C-4BF5-C153704B703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96510AAC-2222-9701-D528-0325367AE2C3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FE9C48E3-D7EC-1552-CAA1-05685CA535B3}"/>
                </a:ext>
              </a:extLst>
            </p:cNvPr>
            <p:cNvGrpSpPr/>
            <p:nvPr/>
          </p:nvGrpSpPr>
          <p:grpSpPr>
            <a:xfrm>
              <a:off x="6694555" y="4331783"/>
              <a:ext cx="2953403" cy="2665423"/>
              <a:chOff x="9535110" y="4663981"/>
              <a:chExt cx="2953403" cy="2665423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5AFDA0DA-1905-AC49-E7D7-50EAA1CB74D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24AC9EBD-2334-41E8-1A71-7D21CC7BC6E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B96CED08-C254-F0D7-016A-7B3306D364E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D2C63E-2029-931D-217E-F99BD4FBE67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C95AE07F-1695-E354-07D8-ED12CA3A0067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81736510-B2DE-B46A-5A72-9B30320ED6B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" name="Ellipse 113">
                <a:extLst>
                  <a:ext uri="{FF2B5EF4-FFF2-40B4-BE49-F238E27FC236}">
                    <a16:creationId xmlns:a16="http://schemas.microsoft.com/office/drawing/2014/main" id="{EEA985AE-8EE2-74DC-0054-CF9703E2963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8B6CDADA-AC4C-329B-5DBA-E27E6487DB3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A8B4842D-59C5-73A1-543E-D442A0DEA4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31672C7F-0884-99F8-8FAD-B337FBE3266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6268EB5B-0E7D-781E-4EED-47A50D28EB3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10F00B31-0B77-DE1D-6ABE-10568C860765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448E7501-CEDE-D72B-717E-C282F5B1A9BD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3EC71D15-0067-2FC0-EC6E-F0DA3B16361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2825F0A3-7DE5-E078-A420-E1B6A35E4ACB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1123543E-CBB0-C4A0-04CB-EBB2E2E899D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5017D1D6-DC86-7CD8-BCFD-CAAA14A46B1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0033AE9D-7FA9-E2A3-6DDF-D5F67F98CAF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8400A037-40DC-E373-C8D8-AD5944D713A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961AD9CE-8520-89CF-64ED-3574201688E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A43415F9-484B-6CF1-1900-0E547328BA7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DACE5737-1117-BF34-ECFD-64B345D9F89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" name="Ellipse 129">
                <a:extLst>
                  <a:ext uri="{FF2B5EF4-FFF2-40B4-BE49-F238E27FC236}">
                    <a16:creationId xmlns:a16="http://schemas.microsoft.com/office/drawing/2014/main" id="{5598B4F6-B115-E2EE-5995-B5931DEF9F9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D76F051B-11C9-16C1-97FB-F340393437E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" name="Ellipse 131">
                <a:extLst>
                  <a:ext uri="{FF2B5EF4-FFF2-40B4-BE49-F238E27FC236}">
                    <a16:creationId xmlns:a16="http://schemas.microsoft.com/office/drawing/2014/main" id="{786110BC-C541-6FDC-6E69-E633BAC860B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6BEE164E-42CB-28F8-102E-BA8B2A6CA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4604856" y="7242800"/>
              <a:ext cx="1591374" cy="1190084"/>
            </a:xfrm>
            <a:prstGeom prst="rect">
              <a:avLst/>
            </a:prstGeom>
          </p:spPr>
        </p:pic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93C68318-0DA9-1BCF-3377-378AA56DBFAF}"/>
                </a:ext>
              </a:extLst>
            </p:cNvPr>
            <p:cNvGrpSpPr/>
            <p:nvPr/>
          </p:nvGrpSpPr>
          <p:grpSpPr>
            <a:xfrm rot="9412871">
              <a:off x="4672180" y="5579665"/>
              <a:ext cx="2953403" cy="2665423"/>
              <a:chOff x="9535110" y="4663981"/>
              <a:chExt cx="2953403" cy="2665423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CC19915E-876C-CDF9-39C5-6D224428F9D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BFCECDC2-7AA5-8387-B87F-A28207F66F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41BA206-0AC8-8651-1713-4EB0E7ABEBF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790AA228-D892-F563-0133-A7B1807F69FD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6E8F30EB-C5A2-F137-56D2-A9DC2D4A4F5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907824BB-126C-B396-7A16-6FD0E3E0147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7A0FF3AE-29A9-E3A0-3BD8-30503EB99B2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2" name="Ellipse 141">
                <a:extLst>
                  <a:ext uri="{FF2B5EF4-FFF2-40B4-BE49-F238E27FC236}">
                    <a16:creationId xmlns:a16="http://schemas.microsoft.com/office/drawing/2014/main" id="{51503583-2FFE-10D4-1B90-15F9AD0FA99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D597D0A-ED60-3BF1-8657-92D88F69915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8C7B853D-9735-850A-372C-CB6E2A66FE9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5" name="Ellipse 144">
                <a:extLst>
                  <a:ext uri="{FF2B5EF4-FFF2-40B4-BE49-F238E27FC236}">
                    <a16:creationId xmlns:a16="http://schemas.microsoft.com/office/drawing/2014/main" id="{6E91EBDC-902D-BE5E-BFC7-446CFE2E3436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43E601C8-3A28-26D6-A8B8-C423EFEA794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7" name="Ellipse 146">
                <a:extLst>
                  <a:ext uri="{FF2B5EF4-FFF2-40B4-BE49-F238E27FC236}">
                    <a16:creationId xmlns:a16="http://schemas.microsoft.com/office/drawing/2014/main" id="{5E861B2A-6C5D-8D1B-B9D3-B00904E6B948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8" name="Ellipse 147">
                <a:extLst>
                  <a:ext uri="{FF2B5EF4-FFF2-40B4-BE49-F238E27FC236}">
                    <a16:creationId xmlns:a16="http://schemas.microsoft.com/office/drawing/2014/main" id="{94F9D362-D2DA-33C9-ABBB-E02859458840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6884446-9D80-8BAC-B9F2-EBA3BEE6A2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0" name="Ellipse 149">
                <a:extLst>
                  <a:ext uri="{FF2B5EF4-FFF2-40B4-BE49-F238E27FC236}">
                    <a16:creationId xmlns:a16="http://schemas.microsoft.com/office/drawing/2014/main" id="{911461E7-6FE0-9BED-C5F5-8B6AEA566A51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1" name="Ellipse 150">
                <a:extLst>
                  <a:ext uri="{FF2B5EF4-FFF2-40B4-BE49-F238E27FC236}">
                    <a16:creationId xmlns:a16="http://schemas.microsoft.com/office/drawing/2014/main" id="{B009AB69-F6AD-D72B-9CC9-615C36E7D4F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8247737B-F8A7-E5FB-FACE-C2DB1D5F15E8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3" name="Ellipse 152">
                <a:extLst>
                  <a:ext uri="{FF2B5EF4-FFF2-40B4-BE49-F238E27FC236}">
                    <a16:creationId xmlns:a16="http://schemas.microsoft.com/office/drawing/2014/main" id="{747CDD99-F104-6120-8F56-B574BC9083E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0E7D2B5-0F35-5FBE-F3CF-C7C355F1DAB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BA46D33B-D158-6B66-C029-FAA26E11551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116B78D2-05A1-0487-6135-77A1DA70308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72CD923E-AF29-03BB-591D-735D097567A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91A2DAED-9039-A6E5-9025-5710FCE0F1A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9" name="Ellipse 158">
                <a:extLst>
                  <a:ext uri="{FF2B5EF4-FFF2-40B4-BE49-F238E27FC236}">
                    <a16:creationId xmlns:a16="http://schemas.microsoft.com/office/drawing/2014/main" id="{9F22B741-84E1-7534-EE22-49F209681A8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AF26BD02-FF28-9BB1-D711-BE846F44CC13}"/>
                </a:ext>
              </a:extLst>
            </p:cNvPr>
            <p:cNvGrpSpPr/>
            <p:nvPr/>
          </p:nvGrpSpPr>
          <p:grpSpPr>
            <a:xfrm rot="19191760" flipV="1">
              <a:off x="4521749" y="4350398"/>
              <a:ext cx="2953403" cy="2665423"/>
              <a:chOff x="9535110" y="4663981"/>
              <a:chExt cx="2953403" cy="2665423"/>
            </a:xfrm>
          </p:grpSpPr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0F2336CA-F2F9-0A04-78FE-DA9D8348965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A37A526E-487C-7ED2-08B3-1EAD98D8D44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04275869-DD7B-2907-A561-FED740C8C293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006256B9-526B-61F6-22AB-4BA29A4E0FC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5" name="Ellipse 164">
                <a:extLst>
                  <a:ext uri="{FF2B5EF4-FFF2-40B4-BE49-F238E27FC236}">
                    <a16:creationId xmlns:a16="http://schemas.microsoft.com/office/drawing/2014/main" id="{DE2D52E3-CBA5-D712-A58B-06A34CF68E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6" name="Ellipse 165">
                <a:extLst>
                  <a:ext uri="{FF2B5EF4-FFF2-40B4-BE49-F238E27FC236}">
                    <a16:creationId xmlns:a16="http://schemas.microsoft.com/office/drawing/2014/main" id="{E44A2DAF-BE09-3ABB-FBAD-8E76FF39F44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49C9C55D-9A40-52D4-CDBD-EB797CB604A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2CBD06F-5523-120E-BAE1-BBD90C7DD91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EDCB781B-2149-6E67-3C23-3C0ECF30370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4028AF3D-ABE1-9BDD-0C39-05F128A1AC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1" name="Ellipse 170">
                <a:extLst>
                  <a:ext uri="{FF2B5EF4-FFF2-40B4-BE49-F238E27FC236}">
                    <a16:creationId xmlns:a16="http://schemas.microsoft.com/office/drawing/2014/main" id="{898BA7AF-E3D4-85B1-95D4-3D8D95E3280A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2" name="Ellipse 171">
                <a:extLst>
                  <a:ext uri="{FF2B5EF4-FFF2-40B4-BE49-F238E27FC236}">
                    <a16:creationId xmlns:a16="http://schemas.microsoft.com/office/drawing/2014/main" id="{E6AE16BA-8603-D814-E68E-42504F2A9B9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CF4AC4AE-B5B8-2AD8-E57D-8E0BD6C9089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2F7F071-D4EC-A6CF-B16C-B6453D1C92B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5FB71F44-C53B-7A72-2797-44F0BEEA589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55102CB9-50EA-281A-58DD-3058D001624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013AA3EC-29D0-454D-D598-39DFE3125C6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F2114684-5C32-8528-7320-390F16F09FE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C75C4D69-667C-C008-28DF-8215ED457B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EAE9212D-FE19-0F4F-967E-0B9DA82A20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1" name="Ellipse 180">
                <a:extLst>
                  <a:ext uri="{FF2B5EF4-FFF2-40B4-BE49-F238E27FC236}">
                    <a16:creationId xmlns:a16="http://schemas.microsoft.com/office/drawing/2014/main" id="{431F3A43-D122-67E8-F773-FDAECC0EB1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F8D9B119-F046-712F-96A5-DCBDCC222A0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3" name="Ellipse 182">
                <a:extLst>
                  <a:ext uri="{FF2B5EF4-FFF2-40B4-BE49-F238E27FC236}">
                    <a16:creationId xmlns:a16="http://schemas.microsoft.com/office/drawing/2014/main" id="{1425A6D2-ECE4-81A8-3BB9-A42F4CA601B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6306649B-7AA1-ADE4-AE2A-D38A3283440D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5DA3BCA7-8D15-A017-3C8F-FDDF0EC8F96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9CE11D0C-3C9E-69BD-BF2A-7B1B9AC92DBD}"/>
                </a:ext>
              </a:extLst>
            </p:cNvPr>
            <p:cNvGrpSpPr/>
            <p:nvPr/>
          </p:nvGrpSpPr>
          <p:grpSpPr>
            <a:xfrm>
              <a:off x="2194162" y="4621016"/>
              <a:ext cx="2953403" cy="2665423"/>
              <a:chOff x="9535110" y="4663981"/>
              <a:chExt cx="2953403" cy="2665423"/>
            </a:xfrm>
          </p:grpSpPr>
          <p:sp>
            <p:nvSpPr>
              <p:cNvPr id="187" name="Ellipse 186">
                <a:extLst>
                  <a:ext uri="{FF2B5EF4-FFF2-40B4-BE49-F238E27FC236}">
                    <a16:creationId xmlns:a16="http://schemas.microsoft.com/office/drawing/2014/main" id="{50BA4B9E-6409-C141-ACE2-166068D6153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E5330FCA-77F6-EB3A-3A1E-F2B01F5DBFE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9" name="Ellipse 188">
                <a:extLst>
                  <a:ext uri="{FF2B5EF4-FFF2-40B4-BE49-F238E27FC236}">
                    <a16:creationId xmlns:a16="http://schemas.microsoft.com/office/drawing/2014/main" id="{FB5FBAE6-E345-8BCD-5D46-7A76D49E461F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0" name="Ellipse 189">
                <a:extLst>
                  <a:ext uri="{FF2B5EF4-FFF2-40B4-BE49-F238E27FC236}">
                    <a16:creationId xmlns:a16="http://schemas.microsoft.com/office/drawing/2014/main" id="{CE9C437F-F043-94DA-EE4C-CC5B58C80DC8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20266608-FF8E-58B6-1BC5-B00A23163FC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2" name="Ellipse 191">
                <a:extLst>
                  <a:ext uri="{FF2B5EF4-FFF2-40B4-BE49-F238E27FC236}">
                    <a16:creationId xmlns:a16="http://schemas.microsoft.com/office/drawing/2014/main" id="{E47627D7-07CD-CAF3-F4A2-C6262FAA8D3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0C05E565-4BC9-50E9-2EA9-7C0D4F43412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D31CBC1F-4124-DACD-BC44-4FA1E993720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5" name="Ellipse 194">
                <a:extLst>
                  <a:ext uri="{FF2B5EF4-FFF2-40B4-BE49-F238E27FC236}">
                    <a16:creationId xmlns:a16="http://schemas.microsoft.com/office/drawing/2014/main" id="{A1B60E96-5E65-AC66-8F9B-8C62C7BBCF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256F7897-452E-CD9E-B60D-27B5BA1A7D95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BA18432E-06A9-24C5-5695-CF97B617C27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B9AA6552-1F1D-D3BF-7455-9F7E09AD039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AFD7DD45-6FB7-5C83-4271-32855836AE2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6928541-5FEC-9E7C-4072-14034497FB5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58463564-47F1-1083-7842-7156BFE5F6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16D1B8CC-83B1-427B-5C37-567ECBD1235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AD9688DC-C581-29DD-F001-50EA63D1E77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4" name="Ellipse 203">
                <a:extLst>
                  <a:ext uri="{FF2B5EF4-FFF2-40B4-BE49-F238E27FC236}">
                    <a16:creationId xmlns:a16="http://schemas.microsoft.com/office/drawing/2014/main" id="{7642C375-F131-D500-E3C1-6A69BC83E95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86F4DEED-1BBA-DEAF-7471-569270E07C2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9868A7CB-ED26-DE3C-10C9-F49D3EE674A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7" name="Ellipse 206">
                <a:extLst>
                  <a:ext uri="{FF2B5EF4-FFF2-40B4-BE49-F238E27FC236}">
                    <a16:creationId xmlns:a16="http://schemas.microsoft.com/office/drawing/2014/main" id="{881B755B-47CD-2714-2A6F-3E213962281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88EFC239-3244-1860-6AB2-AFE4E1BF0A0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71733C1D-9CDD-C666-0DFE-44253367751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0" name="Ellipse 209">
                <a:extLst>
                  <a:ext uri="{FF2B5EF4-FFF2-40B4-BE49-F238E27FC236}">
                    <a16:creationId xmlns:a16="http://schemas.microsoft.com/office/drawing/2014/main" id="{52A8F6EE-C343-3225-C20B-AB1870D60C3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3B80FF34-C1FB-D01D-9A39-8E8ECBDBC388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38" name="Gruppieren 237">
              <a:extLst>
                <a:ext uri="{FF2B5EF4-FFF2-40B4-BE49-F238E27FC236}">
                  <a16:creationId xmlns:a16="http://schemas.microsoft.com/office/drawing/2014/main" id="{9E1D096F-BA37-5707-5914-38D2B0231B5E}"/>
                </a:ext>
              </a:extLst>
            </p:cNvPr>
            <p:cNvGrpSpPr/>
            <p:nvPr/>
          </p:nvGrpSpPr>
          <p:grpSpPr>
            <a:xfrm rot="9412871">
              <a:off x="3772440" y="3309704"/>
              <a:ext cx="2953403" cy="2665423"/>
              <a:chOff x="9535110" y="4663981"/>
              <a:chExt cx="2953403" cy="2665423"/>
            </a:xfrm>
          </p:grpSpPr>
          <p:sp>
            <p:nvSpPr>
              <p:cNvPr id="239" name="Ellipse 238">
                <a:extLst>
                  <a:ext uri="{FF2B5EF4-FFF2-40B4-BE49-F238E27FC236}">
                    <a16:creationId xmlns:a16="http://schemas.microsoft.com/office/drawing/2014/main" id="{1B997747-5629-ADB0-A525-0B5E9504879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0" name="Ellipse 239">
                <a:extLst>
                  <a:ext uri="{FF2B5EF4-FFF2-40B4-BE49-F238E27FC236}">
                    <a16:creationId xmlns:a16="http://schemas.microsoft.com/office/drawing/2014/main" id="{68793F9E-8901-6CC8-D2E0-9B9239952AC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1" name="Ellipse 240">
                <a:extLst>
                  <a:ext uri="{FF2B5EF4-FFF2-40B4-BE49-F238E27FC236}">
                    <a16:creationId xmlns:a16="http://schemas.microsoft.com/office/drawing/2014/main" id="{BE86E8E3-C876-6AB8-A38B-C24499C04F9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2" name="Ellipse 241">
                <a:extLst>
                  <a:ext uri="{FF2B5EF4-FFF2-40B4-BE49-F238E27FC236}">
                    <a16:creationId xmlns:a16="http://schemas.microsoft.com/office/drawing/2014/main" id="{4A6A61DF-2FF3-BF7C-3E99-C848B210BEE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3" name="Ellipse 242">
                <a:extLst>
                  <a:ext uri="{FF2B5EF4-FFF2-40B4-BE49-F238E27FC236}">
                    <a16:creationId xmlns:a16="http://schemas.microsoft.com/office/drawing/2014/main" id="{B78D1FB0-BD77-3236-C93A-A050EE97545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4" name="Ellipse 243">
                <a:extLst>
                  <a:ext uri="{FF2B5EF4-FFF2-40B4-BE49-F238E27FC236}">
                    <a16:creationId xmlns:a16="http://schemas.microsoft.com/office/drawing/2014/main" id="{DBDE90DD-F773-F469-588E-7CC7B4430AA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5" name="Ellipse 244">
                <a:extLst>
                  <a:ext uri="{FF2B5EF4-FFF2-40B4-BE49-F238E27FC236}">
                    <a16:creationId xmlns:a16="http://schemas.microsoft.com/office/drawing/2014/main" id="{9FA4238A-BC60-E873-22B0-71BE09D8CD86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6" name="Ellipse 245">
                <a:extLst>
                  <a:ext uri="{FF2B5EF4-FFF2-40B4-BE49-F238E27FC236}">
                    <a16:creationId xmlns:a16="http://schemas.microsoft.com/office/drawing/2014/main" id="{5B028018-A9B6-7997-1C6D-110C817A883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7" name="Ellipse 246">
                <a:extLst>
                  <a:ext uri="{FF2B5EF4-FFF2-40B4-BE49-F238E27FC236}">
                    <a16:creationId xmlns:a16="http://schemas.microsoft.com/office/drawing/2014/main" id="{41DA0B15-20E2-6032-F154-19520EC07526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8" name="Ellipse 247">
                <a:extLst>
                  <a:ext uri="{FF2B5EF4-FFF2-40B4-BE49-F238E27FC236}">
                    <a16:creationId xmlns:a16="http://schemas.microsoft.com/office/drawing/2014/main" id="{B1AC9A44-103A-6B01-63AD-F9BAAA022014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9" name="Ellipse 248">
                <a:extLst>
                  <a:ext uri="{FF2B5EF4-FFF2-40B4-BE49-F238E27FC236}">
                    <a16:creationId xmlns:a16="http://schemas.microsoft.com/office/drawing/2014/main" id="{9459E113-CF63-5CAC-6F64-97ACCF872DC7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0" name="Ellipse 249">
                <a:extLst>
                  <a:ext uri="{FF2B5EF4-FFF2-40B4-BE49-F238E27FC236}">
                    <a16:creationId xmlns:a16="http://schemas.microsoft.com/office/drawing/2014/main" id="{99026EBA-172C-538E-03F1-B03F8E359D7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1" name="Ellipse 250">
                <a:extLst>
                  <a:ext uri="{FF2B5EF4-FFF2-40B4-BE49-F238E27FC236}">
                    <a16:creationId xmlns:a16="http://schemas.microsoft.com/office/drawing/2014/main" id="{A63A1514-9AB8-1812-F97F-CE3E6B72CD3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2" name="Ellipse 251">
                <a:extLst>
                  <a:ext uri="{FF2B5EF4-FFF2-40B4-BE49-F238E27FC236}">
                    <a16:creationId xmlns:a16="http://schemas.microsoft.com/office/drawing/2014/main" id="{110C1B26-0CE5-A50F-EB62-7418CAAA1E5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3" name="Ellipse 252">
                <a:extLst>
                  <a:ext uri="{FF2B5EF4-FFF2-40B4-BE49-F238E27FC236}">
                    <a16:creationId xmlns:a16="http://schemas.microsoft.com/office/drawing/2014/main" id="{9B78B74D-5AA6-5242-559E-E06AF72FE23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4" name="Ellipse 253">
                <a:extLst>
                  <a:ext uri="{FF2B5EF4-FFF2-40B4-BE49-F238E27FC236}">
                    <a16:creationId xmlns:a16="http://schemas.microsoft.com/office/drawing/2014/main" id="{71D05838-BA88-4370-E675-647121D1314B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5" name="Ellipse 254">
                <a:extLst>
                  <a:ext uri="{FF2B5EF4-FFF2-40B4-BE49-F238E27FC236}">
                    <a16:creationId xmlns:a16="http://schemas.microsoft.com/office/drawing/2014/main" id="{EBEC5E9A-F31A-5CAA-9629-D831A714E437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6" name="Ellipse 255">
                <a:extLst>
                  <a:ext uri="{FF2B5EF4-FFF2-40B4-BE49-F238E27FC236}">
                    <a16:creationId xmlns:a16="http://schemas.microsoft.com/office/drawing/2014/main" id="{36C1CF4A-B8C4-257E-43C9-6FB4317A1A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7" name="Ellipse 256">
                <a:extLst>
                  <a:ext uri="{FF2B5EF4-FFF2-40B4-BE49-F238E27FC236}">
                    <a16:creationId xmlns:a16="http://schemas.microsoft.com/office/drawing/2014/main" id="{04B08AC5-0996-D0A1-9830-C015865C8C5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8" name="Ellipse 257">
                <a:extLst>
                  <a:ext uri="{FF2B5EF4-FFF2-40B4-BE49-F238E27FC236}">
                    <a16:creationId xmlns:a16="http://schemas.microsoft.com/office/drawing/2014/main" id="{722FE81D-F509-9318-C196-BE263E86BEA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9" name="Ellipse 258">
                <a:extLst>
                  <a:ext uri="{FF2B5EF4-FFF2-40B4-BE49-F238E27FC236}">
                    <a16:creationId xmlns:a16="http://schemas.microsoft.com/office/drawing/2014/main" id="{5A6CBE6B-3A2A-F071-5CDD-32D490D561B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0" name="Ellipse 259">
                <a:extLst>
                  <a:ext uri="{FF2B5EF4-FFF2-40B4-BE49-F238E27FC236}">
                    <a16:creationId xmlns:a16="http://schemas.microsoft.com/office/drawing/2014/main" id="{0945B6E0-AD37-7573-5612-8FC7140BBF7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1" name="Ellipse 260">
                <a:extLst>
                  <a:ext uri="{FF2B5EF4-FFF2-40B4-BE49-F238E27FC236}">
                    <a16:creationId xmlns:a16="http://schemas.microsoft.com/office/drawing/2014/main" id="{F70B2A63-FDB3-2EAE-202A-F4159631AA0C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2" name="Ellipse 261">
                <a:extLst>
                  <a:ext uri="{FF2B5EF4-FFF2-40B4-BE49-F238E27FC236}">
                    <a16:creationId xmlns:a16="http://schemas.microsoft.com/office/drawing/2014/main" id="{CF8F3A8B-9B84-DCC3-48E8-95F096649C7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3" name="Ellipse 262">
                <a:extLst>
                  <a:ext uri="{FF2B5EF4-FFF2-40B4-BE49-F238E27FC236}">
                    <a16:creationId xmlns:a16="http://schemas.microsoft.com/office/drawing/2014/main" id="{F688C900-DFE3-5717-E9E6-540DF777C2B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65FFDDA-BFB4-B1C4-6FF6-853A31F4B767}"/>
                </a:ext>
              </a:extLst>
            </p:cNvPr>
            <p:cNvGrpSpPr/>
            <p:nvPr/>
          </p:nvGrpSpPr>
          <p:grpSpPr>
            <a:xfrm>
              <a:off x="-324210" y="4706992"/>
              <a:ext cx="4629584" cy="2788981"/>
              <a:chOff x="-324210" y="4706992"/>
              <a:chExt cx="4629584" cy="2788981"/>
            </a:xfrm>
          </p:grpSpPr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2CF5AE3-6F62-582C-E471-30A7286DB1F0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733E19C-8476-7A79-7BEB-F16B6029BBF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C5C0AD9-0EC0-D83E-EC01-07B7B1BB937E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3" name="Ellipse 212">
                <a:extLst>
                  <a:ext uri="{FF2B5EF4-FFF2-40B4-BE49-F238E27FC236}">
                    <a16:creationId xmlns:a16="http://schemas.microsoft.com/office/drawing/2014/main" id="{6E212A14-96C5-9CCA-DE73-248A1C7ACF68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C5E1CA5E-F4F4-719E-2509-89B68526A7ED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5" name="Ellipse 214">
                <a:extLst>
                  <a:ext uri="{FF2B5EF4-FFF2-40B4-BE49-F238E27FC236}">
                    <a16:creationId xmlns:a16="http://schemas.microsoft.com/office/drawing/2014/main" id="{4172E599-3EB4-0D0C-B9A2-FAF4107F9C2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6" name="Ellipse 215">
                <a:extLst>
                  <a:ext uri="{FF2B5EF4-FFF2-40B4-BE49-F238E27FC236}">
                    <a16:creationId xmlns:a16="http://schemas.microsoft.com/office/drawing/2014/main" id="{2F3CCED4-DE03-C016-4394-5B38587F3A5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F0B37DAA-92CE-BEBE-7C47-46A38B5B51E3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01A05B29-26F0-E6FD-51A7-27B06998070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9" name="Ellipse 218">
                <a:extLst>
                  <a:ext uri="{FF2B5EF4-FFF2-40B4-BE49-F238E27FC236}">
                    <a16:creationId xmlns:a16="http://schemas.microsoft.com/office/drawing/2014/main" id="{B7171E76-75C2-B15E-A2A2-EFFB51AB4C0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0" name="Ellipse 219">
                <a:extLst>
                  <a:ext uri="{FF2B5EF4-FFF2-40B4-BE49-F238E27FC236}">
                    <a16:creationId xmlns:a16="http://schemas.microsoft.com/office/drawing/2014/main" id="{4C75D649-05FE-0CC1-2882-8E5C311708DA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2" name="Ellipse 221">
                <a:extLst>
                  <a:ext uri="{FF2B5EF4-FFF2-40B4-BE49-F238E27FC236}">
                    <a16:creationId xmlns:a16="http://schemas.microsoft.com/office/drawing/2014/main" id="{6A9F19EF-E968-F98A-BCA1-D5009A848D30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3" name="Ellipse 222">
                <a:extLst>
                  <a:ext uri="{FF2B5EF4-FFF2-40B4-BE49-F238E27FC236}">
                    <a16:creationId xmlns:a16="http://schemas.microsoft.com/office/drawing/2014/main" id="{2A3E0ED6-E045-FF43-6B08-02B3170DFE3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7" name="Ellipse 226">
                <a:extLst>
                  <a:ext uri="{FF2B5EF4-FFF2-40B4-BE49-F238E27FC236}">
                    <a16:creationId xmlns:a16="http://schemas.microsoft.com/office/drawing/2014/main" id="{1E3F331E-CC81-81A4-F135-3211D4A029E7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8" name="Ellipse 227">
                <a:extLst>
                  <a:ext uri="{FF2B5EF4-FFF2-40B4-BE49-F238E27FC236}">
                    <a16:creationId xmlns:a16="http://schemas.microsoft.com/office/drawing/2014/main" id="{FD4B6B2E-3775-2825-DAF9-1B50C9678FA7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9" name="Ellipse 228">
                <a:extLst>
                  <a:ext uri="{FF2B5EF4-FFF2-40B4-BE49-F238E27FC236}">
                    <a16:creationId xmlns:a16="http://schemas.microsoft.com/office/drawing/2014/main" id="{D320D5EE-BAD6-C89E-7217-F87900D0F9B6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0" name="Ellipse 229">
                <a:extLst>
                  <a:ext uri="{FF2B5EF4-FFF2-40B4-BE49-F238E27FC236}">
                    <a16:creationId xmlns:a16="http://schemas.microsoft.com/office/drawing/2014/main" id="{7AA6B1E6-4824-F4A2-D09D-58DD60AAB87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1" name="Ellipse 230">
                <a:extLst>
                  <a:ext uri="{FF2B5EF4-FFF2-40B4-BE49-F238E27FC236}">
                    <a16:creationId xmlns:a16="http://schemas.microsoft.com/office/drawing/2014/main" id="{827C5408-D922-2D59-3572-D285E20533B0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2" name="Ellipse 231">
                <a:extLst>
                  <a:ext uri="{FF2B5EF4-FFF2-40B4-BE49-F238E27FC236}">
                    <a16:creationId xmlns:a16="http://schemas.microsoft.com/office/drawing/2014/main" id="{A9F76DDD-CD9F-E517-299A-C9ECAAF5ABB0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3" name="Ellipse 232">
                <a:extLst>
                  <a:ext uri="{FF2B5EF4-FFF2-40B4-BE49-F238E27FC236}">
                    <a16:creationId xmlns:a16="http://schemas.microsoft.com/office/drawing/2014/main" id="{E041D804-B3D2-5C9A-03E3-25ABB2F6C9EC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4" name="Ellipse 233">
                <a:extLst>
                  <a:ext uri="{FF2B5EF4-FFF2-40B4-BE49-F238E27FC236}">
                    <a16:creationId xmlns:a16="http://schemas.microsoft.com/office/drawing/2014/main" id="{71C5A3C7-7B32-F5C6-B648-AABD7A493724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5" name="Ellipse 234">
                <a:extLst>
                  <a:ext uri="{FF2B5EF4-FFF2-40B4-BE49-F238E27FC236}">
                    <a16:creationId xmlns:a16="http://schemas.microsoft.com/office/drawing/2014/main" id="{C5ECC047-FCEF-9ACF-10F9-03932D647303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6" name="Ellipse 235">
                <a:extLst>
                  <a:ext uri="{FF2B5EF4-FFF2-40B4-BE49-F238E27FC236}">
                    <a16:creationId xmlns:a16="http://schemas.microsoft.com/office/drawing/2014/main" id="{560545AF-34D6-697B-4EE4-5BD05E05431C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7" name="Ellipse 236">
                <a:extLst>
                  <a:ext uri="{FF2B5EF4-FFF2-40B4-BE49-F238E27FC236}">
                    <a16:creationId xmlns:a16="http://schemas.microsoft.com/office/drawing/2014/main" id="{BCFB9394-669C-4E08-9B56-8A253A1F9978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4" name="Ellipse 263">
                <a:extLst>
                  <a:ext uri="{FF2B5EF4-FFF2-40B4-BE49-F238E27FC236}">
                    <a16:creationId xmlns:a16="http://schemas.microsoft.com/office/drawing/2014/main" id="{38BB9797-8344-62D9-435B-4310FDE349A7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5" name="Ellipse 264">
                <a:extLst>
                  <a:ext uri="{FF2B5EF4-FFF2-40B4-BE49-F238E27FC236}">
                    <a16:creationId xmlns:a16="http://schemas.microsoft.com/office/drawing/2014/main" id="{FA5D18B7-3736-C50F-C0AF-D76DE2BD1A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6" name="Ellipse 265">
                <a:extLst>
                  <a:ext uri="{FF2B5EF4-FFF2-40B4-BE49-F238E27FC236}">
                    <a16:creationId xmlns:a16="http://schemas.microsoft.com/office/drawing/2014/main" id="{E12874B2-3CD0-8E49-26B9-DA0D70ECF49A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7" name="Ellipse 266">
                <a:extLst>
                  <a:ext uri="{FF2B5EF4-FFF2-40B4-BE49-F238E27FC236}">
                    <a16:creationId xmlns:a16="http://schemas.microsoft.com/office/drawing/2014/main" id="{D6DF41DE-ECF3-8DB8-3003-C3AE2D84D3F5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4785E4A5-42E6-5232-1BAA-5C52498E54FC}"/>
                </a:ext>
              </a:extLst>
            </p:cNvPr>
            <p:cNvGrpSpPr/>
            <p:nvPr/>
          </p:nvGrpSpPr>
          <p:grpSpPr>
            <a:xfrm rot="10800000">
              <a:off x="464530" y="4166517"/>
              <a:ext cx="4629584" cy="2788981"/>
              <a:chOff x="-324210" y="4706992"/>
              <a:chExt cx="4629584" cy="2788981"/>
            </a:xfrm>
          </p:grpSpPr>
          <p:sp>
            <p:nvSpPr>
              <p:cNvPr id="221" name="Ellipse 220">
                <a:extLst>
                  <a:ext uri="{FF2B5EF4-FFF2-40B4-BE49-F238E27FC236}">
                    <a16:creationId xmlns:a16="http://schemas.microsoft.com/office/drawing/2014/main" id="{39583E6D-B5B8-BEA1-3621-28A44888FD44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4" name="Ellipse 223">
                <a:extLst>
                  <a:ext uri="{FF2B5EF4-FFF2-40B4-BE49-F238E27FC236}">
                    <a16:creationId xmlns:a16="http://schemas.microsoft.com/office/drawing/2014/main" id="{ADBF7BEB-F710-4478-E441-74D26A294207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5" name="Ellipse 224">
                <a:extLst>
                  <a:ext uri="{FF2B5EF4-FFF2-40B4-BE49-F238E27FC236}">
                    <a16:creationId xmlns:a16="http://schemas.microsoft.com/office/drawing/2014/main" id="{EA41BA9B-D7FA-AE98-96F5-0749FFE10B03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6" name="Ellipse 225">
                <a:extLst>
                  <a:ext uri="{FF2B5EF4-FFF2-40B4-BE49-F238E27FC236}">
                    <a16:creationId xmlns:a16="http://schemas.microsoft.com/office/drawing/2014/main" id="{F0BCFCBD-D7B1-0143-077D-759E8CC7958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8" name="Ellipse 267">
                <a:extLst>
                  <a:ext uri="{FF2B5EF4-FFF2-40B4-BE49-F238E27FC236}">
                    <a16:creationId xmlns:a16="http://schemas.microsoft.com/office/drawing/2014/main" id="{A112F99E-BCF1-7E92-793C-674E65795153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9" name="Ellipse 268">
                <a:extLst>
                  <a:ext uri="{FF2B5EF4-FFF2-40B4-BE49-F238E27FC236}">
                    <a16:creationId xmlns:a16="http://schemas.microsoft.com/office/drawing/2014/main" id="{A6BC01C2-6018-CF31-397A-D92180770F7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0" name="Ellipse 269">
                <a:extLst>
                  <a:ext uri="{FF2B5EF4-FFF2-40B4-BE49-F238E27FC236}">
                    <a16:creationId xmlns:a16="http://schemas.microsoft.com/office/drawing/2014/main" id="{572F8818-A479-6F01-18A1-8FFA13B0D69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1" name="Ellipse 270">
                <a:extLst>
                  <a:ext uri="{FF2B5EF4-FFF2-40B4-BE49-F238E27FC236}">
                    <a16:creationId xmlns:a16="http://schemas.microsoft.com/office/drawing/2014/main" id="{F925AF72-21CF-D0DC-71A4-C65EBDB2CA44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2" name="Ellipse 271">
                <a:extLst>
                  <a:ext uri="{FF2B5EF4-FFF2-40B4-BE49-F238E27FC236}">
                    <a16:creationId xmlns:a16="http://schemas.microsoft.com/office/drawing/2014/main" id="{AE9768FC-571E-27B7-8153-F65F4BC9F36A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3" name="Ellipse 272">
                <a:extLst>
                  <a:ext uri="{FF2B5EF4-FFF2-40B4-BE49-F238E27FC236}">
                    <a16:creationId xmlns:a16="http://schemas.microsoft.com/office/drawing/2014/main" id="{DF49D3C6-28CC-AC96-43A2-CC5A843840D0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4" name="Ellipse 273">
                <a:extLst>
                  <a:ext uri="{FF2B5EF4-FFF2-40B4-BE49-F238E27FC236}">
                    <a16:creationId xmlns:a16="http://schemas.microsoft.com/office/drawing/2014/main" id="{B393AA75-2B43-0B09-0025-EBD5D697C98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5" name="Ellipse 274">
                <a:extLst>
                  <a:ext uri="{FF2B5EF4-FFF2-40B4-BE49-F238E27FC236}">
                    <a16:creationId xmlns:a16="http://schemas.microsoft.com/office/drawing/2014/main" id="{AE955DA8-F8FB-57EC-968B-B5BA5D5BD60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6" name="Ellipse 275">
                <a:extLst>
                  <a:ext uri="{FF2B5EF4-FFF2-40B4-BE49-F238E27FC236}">
                    <a16:creationId xmlns:a16="http://schemas.microsoft.com/office/drawing/2014/main" id="{CDC3CFAE-68E4-CE7A-6382-01D2EC6FD909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7" name="Ellipse 276">
                <a:extLst>
                  <a:ext uri="{FF2B5EF4-FFF2-40B4-BE49-F238E27FC236}">
                    <a16:creationId xmlns:a16="http://schemas.microsoft.com/office/drawing/2014/main" id="{0DF1242F-C5F4-D23E-06B7-7D2356A4B0BC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8" name="Ellipse 277">
                <a:extLst>
                  <a:ext uri="{FF2B5EF4-FFF2-40B4-BE49-F238E27FC236}">
                    <a16:creationId xmlns:a16="http://schemas.microsoft.com/office/drawing/2014/main" id="{2B8F6BC3-BC14-5C2B-0B6B-8F0AEC5E005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9" name="Ellipse 278">
                <a:extLst>
                  <a:ext uri="{FF2B5EF4-FFF2-40B4-BE49-F238E27FC236}">
                    <a16:creationId xmlns:a16="http://schemas.microsoft.com/office/drawing/2014/main" id="{63F4666E-65C8-A4CB-893C-8A83F6F5160E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0" name="Ellipse 279">
                <a:extLst>
                  <a:ext uri="{FF2B5EF4-FFF2-40B4-BE49-F238E27FC236}">
                    <a16:creationId xmlns:a16="http://schemas.microsoft.com/office/drawing/2014/main" id="{97F62468-448D-8BD0-9954-342E8A0033F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1" name="Ellipse 280">
                <a:extLst>
                  <a:ext uri="{FF2B5EF4-FFF2-40B4-BE49-F238E27FC236}">
                    <a16:creationId xmlns:a16="http://schemas.microsoft.com/office/drawing/2014/main" id="{22D8E5E0-932C-A738-9AAC-2A184CE5580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2" name="Ellipse 281">
                <a:extLst>
                  <a:ext uri="{FF2B5EF4-FFF2-40B4-BE49-F238E27FC236}">
                    <a16:creationId xmlns:a16="http://schemas.microsoft.com/office/drawing/2014/main" id="{13429B3E-FF68-D8BC-3BE0-8511E5C7FE9A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3" name="Ellipse 282">
                <a:extLst>
                  <a:ext uri="{FF2B5EF4-FFF2-40B4-BE49-F238E27FC236}">
                    <a16:creationId xmlns:a16="http://schemas.microsoft.com/office/drawing/2014/main" id="{CACB2279-9125-11A0-A825-334BDD777F64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4" name="Ellipse 283">
                <a:extLst>
                  <a:ext uri="{FF2B5EF4-FFF2-40B4-BE49-F238E27FC236}">
                    <a16:creationId xmlns:a16="http://schemas.microsoft.com/office/drawing/2014/main" id="{28FAE4F3-99CA-AEF8-BA30-9FB8CC8F7EA6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5" name="Ellipse 284">
                <a:extLst>
                  <a:ext uri="{FF2B5EF4-FFF2-40B4-BE49-F238E27FC236}">
                    <a16:creationId xmlns:a16="http://schemas.microsoft.com/office/drawing/2014/main" id="{C2CDF820-DEE0-BE3B-67C1-73DF82E39985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6" name="Ellipse 285">
                <a:extLst>
                  <a:ext uri="{FF2B5EF4-FFF2-40B4-BE49-F238E27FC236}">
                    <a16:creationId xmlns:a16="http://schemas.microsoft.com/office/drawing/2014/main" id="{5EF8E7A0-70A0-7D69-D01A-2216FEB2D404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7" name="Ellipse 286">
                <a:extLst>
                  <a:ext uri="{FF2B5EF4-FFF2-40B4-BE49-F238E27FC236}">
                    <a16:creationId xmlns:a16="http://schemas.microsoft.com/office/drawing/2014/main" id="{AE60AFF9-C29D-E910-3793-A4B5C450E1A6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8" name="Ellipse 287">
                <a:extLst>
                  <a:ext uri="{FF2B5EF4-FFF2-40B4-BE49-F238E27FC236}">
                    <a16:creationId xmlns:a16="http://schemas.microsoft.com/office/drawing/2014/main" id="{635651D7-EC4C-8E80-8B33-A8F03464C218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9" name="Ellipse 288">
                <a:extLst>
                  <a:ext uri="{FF2B5EF4-FFF2-40B4-BE49-F238E27FC236}">
                    <a16:creationId xmlns:a16="http://schemas.microsoft.com/office/drawing/2014/main" id="{3DEBAB8B-E892-0659-CB23-313C19388C3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0" name="Ellipse 289">
                <a:extLst>
                  <a:ext uri="{FF2B5EF4-FFF2-40B4-BE49-F238E27FC236}">
                    <a16:creationId xmlns:a16="http://schemas.microsoft.com/office/drawing/2014/main" id="{57815560-5DF4-8836-3203-C356BF7D6775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1" name="Ellipse 290">
                <a:extLst>
                  <a:ext uri="{FF2B5EF4-FFF2-40B4-BE49-F238E27FC236}">
                    <a16:creationId xmlns:a16="http://schemas.microsoft.com/office/drawing/2014/main" id="{649C5B97-8175-9328-3493-DE124F8FF67F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92" name="Gruppieren 291">
              <a:extLst>
                <a:ext uri="{FF2B5EF4-FFF2-40B4-BE49-F238E27FC236}">
                  <a16:creationId xmlns:a16="http://schemas.microsoft.com/office/drawing/2014/main" id="{5AD36017-9DFF-602B-3708-C3A028022B1E}"/>
                </a:ext>
              </a:extLst>
            </p:cNvPr>
            <p:cNvGrpSpPr/>
            <p:nvPr/>
          </p:nvGrpSpPr>
          <p:grpSpPr>
            <a:xfrm rot="10800000">
              <a:off x="-1787351" y="5039974"/>
              <a:ext cx="4629584" cy="2788981"/>
              <a:chOff x="-324210" y="4706992"/>
              <a:chExt cx="4629584" cy="2788981"/>
            </a:xfrm>
          </p:grpSpPr>
          <p:sp>
            <p:nvSpPr>
              <p:cNvPr id="293" name="Ellipse 292">
                <a:extLst>
                  <a:ext uri="{FF2B5EF4-FFF2-40B4-BE49-F238E27FC236}">
                    <a16:creationId xmlns:a16="http://schemas.microsoft.com/office/drawing/2014/main" id="{6A691841-95E7-D399-8FDC-B344B950C813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4" name="Ellipse 293">
                <a:extLst>
                  <a:ext uri="{FF2B5EF4-FFF2-40B4-BE49-F238E27FC236}">
                    <a16:creationId xmlns:a16="http://schemas.microsoft.com/office/drawing/2014/main" id="{3DF1EF7A-F19E-B98B-7FD7-053C0951D194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5" name="Ellipse 294">
                <a:extLst>
                  <a:ext uri="{FF2B5EF4-FFF2-40B4-BE49-F238E27FC236}">
                    <a16:creationId xmlns:a16="http://schemas.microsoft.com/office/drawing/2014/main" id="{B39A233B-C7D0-2D48-0E99-198B6481FD68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6" name="Ellipse 295">
                <a:extLst>
                  <a:ext uri="{FF2B5EF4-FFF2-40B4-BE49-F238E27FC236}">
                    <a16:creationId xmlns:a16="http://schemas.microsoft.com/office/drawing/2014/main" id="{9520E17C-7B04-D1ED-1711-365454B1BD8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7" name="Ellipse 296">
                <a:extLst>
                  <a:ext uri="{FF2B5EF4-FFF2-40B4-BE49-F238E27FC236}">
                    <a16:creationId xmlns:a16="http://schemas.microsoft.com/office/drawing/2014/main" id="{9030FCB1-3930-08CF-9153-8A9F9BB79BD4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8" name="Ellipse 297">
                <a:extLst>
                  <a:ext uri="{FF2B5EF4-FFF2-40B4-BE49-F238E27FC236}">
                    <a16:creationId xmlns:a16="http://schemas.microsoft.com/office/drawing/2014/main" id="{D33CEAF7-8E68-51F3-FA35-1D11743791ED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9" name="Ellipse 298">
                <a:extLst>
                  <a:ext uri="{FF2B5EF4-FFF2-40B4-BE49-F238E27FC236}">
                    <a16:creationId xmlns:a16="http://schemas.microsoft.com/office/drawing/2014/main" id="{40CB7E9D-BA46-9E23-DE45-B7927641BE0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0" name="Ellipse 299">
                <a:extLst>
                  <a:ext uri="{FF2B5EF4-FFF2-40B4-BE49-F238E27FC236}">
                    <a16:creationId xmlns:a16="http://schemas.microsoft.com/office/drawing/2014/main" id="{FD6F0B3F-2CBE-E163-3E65-7D50A9659A0A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1" name="Ellipse 300">
                <a:extLst>
                  <a:ext uri="{FF2B5EF4-FFF2-40B4-BE49-F238E27FC236}">
                    <a16:creationId xmlns:a16="http://schemas.microsoft.com/office/drawing/2014/main" id="{97ED4B6C-6D8E-7F1F-41FB-46D0C094F1E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2" name="Ellipse 301">
                <a:extLst>
                  <a:ext uri="{FF2B5EF4-FFF2-40B4-BE49-F238E27FC236}">
                    <a16:creationId xmlns:a16="http://schemas.microsoft.com/office/drawing/2014/main" id="{E3D32D63-D3F6-189C-B890-048292EA859C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3" name="Ellipse 302">
                <a:extLst>
                  <a:ext uri="{FF2B5EF4-FFF2-40B4-BE49-F238E27FC236}">
                    <a16:creationId xmlns:a16="http://schemas.microsoft.com/office/drawing/2014/main" id="{028FF8CE-6009-77A6-7D6A-B7E399B3F736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4" name="Ellipse 303">
                <a:extLst>
                  <a:ext uri="{FF2B5EF4-FFF2-40B4-BE49-F238E27FC236}">
                    <a16:creationId xmlns:a16="http://schemas.microsoft.com/office/drawing/2014/main" id="{41410EA5-A2AB-4B5B-3B9C-0A5B3D1D3F6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5" name="Ellipse 304">
                <a:extLst>
                  <a:ext uri="{FF2B5EF4-FFF2-40B4-BE49-F238E27FC236}">
                    <a16:creationId xmlns:a16="http://schemas.microsoft.com/office/drawing/2014/main" id="{68946DDF-A85E-6A6F-C0A5-7A1565DBCA12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6" name="Ellipse 305">
                <a:extLst>
                  <a:ext uri="{FF2B5EF4-FFF2-40B4-BE49-F238E27FC236}">
                    <a16:creationId xmlns:a16="http://schemas.microsoft.com/office/drawing/2014/main" id="{9AA26EC9-83DD-EE81-1518-AD83FA7B64F7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7" name="Ellipse 306">
                <a:extLst>
                  <a:ext uri="{FF2B5EF4-FFF2-40B4-BE49-F238E27FC236}">
                    <a16:creationId xmlns:a16="http://schemas.microsoft.com/office/drawing/2014/main" id="{3355C62B-5FD1-2BF1-C8A9-7EEC8828C412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8" name="Ellipse 307">
                <a:extLst>
                  <a:ext uri="{FF2B5EF4-FFF2-40B4-BE49-F238E27FC236}">
                    <a16:creationId xmlns:a16="http://schemas.microsoft.com/office/drawing/2014/main" id="{2E1F5182-530A-D3E1-D20F-4DD88E6E7F6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9" name="Ellipse 308">
                <a:extLst>
                  <a:ext uri="{FF2B5EF4-FFF2-40B4-BE49-F238E27FC236}">
                    <a16:creationId xmlns:a16="http://schemas.microsoft.com/office/drawing/2014/main" id="{8381269D-8E0D-78D0-5943-E8BF864AD2EE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0" name="Ellipse 309">
                <a:extLst>
                  <a:ext uri="{FF2B5EF4-FFF2-40B4-BE49-F238E27FC236}">
                    <a16:creationId xmlns:a16="http://schemas.microsoft.com/office/drawing/2014/main" id="{9D3ED30E-4210-CAA4-DE56-DC78A3B8BEFA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1" name="Ellipse 310">
                <a:extLst>
                  <a:ext uri="{FF2B5EF4-FFF2-40B4-BE49-F238E27FC236}">
                    <a16:creationId xmlns:a16="http://schemas.microsoft.com/office/drawing/2014/main" id="{BEC665D7-E531-D4CD-3DC4-ED95A9126E65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2" name="Ellipse 311">
                <a:extLst>
                  <a:ext uri="{FF2B5EF4-FFF2-40B4-BE49-F238E27FC236}">
                    <a16:creationId xmlns:a16="http://schemas.microsoft.com/office/drawing/2014/main" id="{3769AA85-64A2-28AB-65DD-B82CE9416628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3" name="Ellipse 312">
                <a:extLst>
                  <a:ext uri="{FF2B5EF4-FFF2-40B4-BE49-F238E27FC236}">
                    <a16:creationId xmlns:a16="http://schemas.microsoft.com/office/drawing/2014/main" id="{D928BA3F-41A3-9F92-344E-4FA871551327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4" name="Ellipse 313">
                <a:extLst>
                  <a:ext uri="{FF2B5EF4-FFF2-40B4-BE49-F238E27FC236}">
                    <a16:creationId xmlns:a16="http://schemas.microsoft.com/office/drawing/2014/main" id="{E5BDDA88-38B5-31BE-FC9B-1A8E38162A50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5" name="Ellipse 314">
                <a:extLst>
                  <a:ext uri="{FF2B5EF4-FFF2-40B4-BE49-F238E27FC236}">
                    <a16:creationId xmlns:a16="http://schemas.microsoft.com/office/drawing/2014/main" id="{ADD5E451-E460-63DB-FF1B-004C5ACF7B3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6" name="Ellipse 315">
                <a:extLst>
                  <a:ext uri="{FF2B5EF4-FFF2-40B4-BE49-F238E27FC236}">
                    <a16:creationId xmlns:a16="http://schemas.microsoft.com/office/drawing/2014/main" id="{B4DB49DC-893A-A03A-3E40-64444B47406D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7" name="Ellipse 316">
                <a:extLst>
                  <a:ext uri="{FF2B5EF4-FFF2-40B4-BE49-F238E27FC236}">
                    <a16:creationId xmlns:a16="http://schemas.microsoft.com/office/drawing/2014/main" id="{2EC05E96-8A37-02CC-7D92-EB0D444C043A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8" name="Ellipse 317">
                <a:extLst>
                  <a:ext uri="{FF2B5EF4-FFF2-40B4-BE49-F238E27FC236}">
                    <a16:creationId xmlns:a16="http://schemas.microsoft.com/office/drawing/2014/main" id="{04880C67-0678-F3D6-4944-BC948CE16EC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9" name="Ellipse 318">
                <a:extLst>
                  <a:ext uri="{FF2B5EF4-FFF2-40B4-BE49-F238E27FC236}">
                    <a16:creationId xmlns:a16="http://schemas.microsoft.com/office/drawing/2014/main" id="{A1187A33-9950-BBC8-3311-5CBA5EECB9DD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0" name="Ellipse 319">
                <a:extLst>
                  <a:ext uri="{FF2B5EF4-FFF2-40B4-BE49-F238E27FC236}">
                    <a16:creationId xmlns:a16="http://schemas.microsoft.com/office/drawing/2014/main" id="{4C6EC1D3-41DD-F0D8-28E9-72CA57DE2C73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21" name="Gruppieren 320">
              <a:extLst>
                <a:ext uri="{FF2B5EF4-FFF2-40B4-BE49-F238E27FC236}">
                  <a16:creationId xmlns:a16="http://schemas.microsoft.com/office/drawing/2014/main" id="{246ED9B0-5B5E-719B-ADFB-2947E7B2A9C5}"/>
                </a:ext>
              </a:extLst>
            </p:cNvPr>
            <p:cNvGrpSpPr/>
            <p:nvPr/>
          </p:nvGrpSpPr>
          <p:grpSpPr>
            <a:xfrm rot="10800000">
              <a:off x="-613189" y="3647214"/>
              <a:ext cx="4629584" cy="2788981"/>
              <a:chOff x="-324210" y="4706992"/>
              <a:chExt cx="4629584" cy="2788981"/>
            </a:xfrm>
          </p:grpSpPr>
          <p:sp>
            <p:nvSpPr>
              <p:cNvPr id="322" name="Ellipse 321">
                <a:extLst>
                  <a:ext uri="{FF2B5EF4-FFF2-40B4-BE49-F238E27FC236}">
                    <a16:creationId xmlns:a16="http://schemas.microsoft.com/office/drawing/2014/main" id="{AC7994E6-895D-DC18-BB1E-36D3F83375E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3" name="Ellipse 322">
                <a:extLst>
                  <a:ext uri="{FF2B5EF4-FFF2-40B4-BE49-F238E27FC236}">
                    <a16:creationId xmlns:a16="http://schemas.microsoft.com/office/drawing/2014/main" id="{E9A64DF2-85B8-DEA7-4B56-B0E845658CA7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4" name="Ellipse 323">
                <a:extLst>
                  <a:ext uri="{FF2B5EF4-FFF2-40B4-BE49-F238E27FC236}">
                    <a16:creationId xmlns:a16="http://schemas.microsoft.com/office/drawing/2014/main" id="{8AD60B23-E0A7-7354-E6BF-124EED3A9D3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5" name="Ellipse 324">
                <a:extLst>
                  <a:ext uri="{FF2B5EF4-FFF2-40B4-BE49-F238E27FC236}">
                    <a16:creationId xmlns:a16="http://schemas.microsoft.com/office/drawing/2014/main" id="{7C37D063-EEA0-E4E2-A69D-D4BEAA9F844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6" name="Ellipse 325">
                <a:extLst>
                  <a:ext uri="{FF2B5EF4-FFF2-40B4-BE49-F238E27FC236}">
                    <a16:creationId xmlns:a16="http://schemas.microsoft.com/office/drawing/2014/main" id="{026E8DCA-E88B-A0B9-A8E9-55E3226FB3D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7" name="Ellipse 326">
                <a:extLst>
                  <a:ext uri="{FF2B5EF4-FFF2-40B4-BE49-F238E27FC236}">
                    <a16:creationId xmlns:a16="http://schemas.microsoft.com/office/drawing/2014/main" id="{4E8865CE-2D4A-77EE-7FB4-380596CAACFB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8" name="Ellipse 327">
                <a:extLst>
                  <a:ext uri="{FF2B5EF4-FFF2-40B4-BE49-F238E27FC236}">
                    <a16:creationId xmlns:a16="http://schemas.microsoft.com/office/drawing/2014/main" id="{D4B98B52-2A3F-A3D5-3710-FF35D5A94721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9" name="Ellipse 328">
                <a:extLst>
                  <a:ext uri="{FF2B5EF4-FFF2-40B4-BE49-F238E27FC236}">
                    <a16:creationId xmlns:a16="http://schemas.microsoft.com/office/drawing/2014/main" id="{640D08E2-900F-9422-AB6D-8CCE63963626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0" name="Ellipse 329">
                <a:extLst>
                  <a:ext uri="{FF2B5EF4-FFF2-40B4-BE49-F238E27FC236}">
                    <a16:creationId xmlns:a16="http://schemas.microsoft.com/office/drawing/2014/main" id="{3CAF9A20-229A-6E81-A385-83A4914EB7A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1" name="Ellipse 330">
                <a:extLst>
                  <a:ext uri="{FF2B5EF4-FFF2-40B4-BE49-F238E27FC236}">
                    <a16:creationId xmlns:a16="http://schemas.microsoft.com/office/drawing/2014/main" id="{A0546622-4075-EC74-E198-36D84D328886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2" name="Ellipse 331">
                <a:extLst>
                  <a:ext uri="{FF2B5EF4-FFF2-40B4-BE49-F238E27FC236}">
                    <a16:creationId xmlns:a16="http://schemas.microsoft.com/office/drawing/2014/main" id="{570B19B2-1519-629D-CF61-637B6E68368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3" name="Ellipse 332">
                <a:extLst>
                  <a:ext uri="{FF2B5EF4-FFF2-40B4-BE49-F238E27FC236}">
                    <a16:creationId xmlns:a16="http://schemas.microsoft.com/office/drawing/2014/main" id="{8DAC8E9C-8BCB-5D94-6629-5B1668EB6C36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4" name="Ellipse 333">
                <a:extLst>
                  <a:ext uri="{FF2B5EF4-FFF2-40B4-BE49-F238E27FC236}">
                    <a16:creationId xmlns:a16="http://schemas.microsoft.com/office/drawing/2014/main" id="{064490D1-0FDA-DA2F-F7D2-9F1DA445A89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5" name="Ellipse 334">
                <a:extLst>
                  <a:ext uri="{FF2B5EF4-FFF2-40B4-BE49-F238E27FC236}">
                    <a16:creationId xmlns:a16="http://schemas.microsoft.com/office/drawing/2014/main" id="{1016CA08-ACDF-AF66-433E-F5647B95E5E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6" name="Ellipse 335">
                <a:extLst>
                  <a:ext uri="{FF2B5EF4-FFF2-40B4-BE49-F238E27FC236}">
                    <a16:creationId xmlns:a16="http://schemas.microsoft.com/office/drawing/2014/main" id="{835E0C87-3A23-CAB0-D2F6-461861449878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7" name="Ellipse 336">
                <a:extLst>
                  <a:ext uri="{FF2B5EF4-FFF2-40B4-BE49-F238E27FC236}">
                    <a16:creationId xmlns:a16="http://schemas.microsoft.com/office/drawing/2014/main" id="{870FCDA2-E166-D1D0-5DAE-7D3E3B0334B3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8" name="Ellipse 337">
                <a:extLst>
                  <a:ext uri="{FF2B5EF4-FFF2-40B4-BE49-F238E27FC236}">
                    <a16:creationId xmlns:a16="http://schemas.microsoft.com/office/drawing/2014/main" id="{8EA6FC0B-0270-34D5-CDFA-0890B69F5399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9" name="Ellipse 338">
                <a:extLst>
                  <a:ext uri="{FF2B5EF4-FFF2-40B4-BE49-F238E27FC236}">
                    <a16:creationId xmlns:a16="http://schemas.microsoft.com/office/drawing/2014/main" id="{16C3B7F3-FDF5-855E-961B-72FA910D1ECB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0" name="Ellipse 339">
                <a:extLst>
                  <a:ext uri="{FF2B5EF4-FFF2-40B4-BE49-F238E27FC236}">
                    <a16:creationId xmlns:a16="http://schemas.microsoft.com/office/drawing/2014/main" id="{4A8B15E5-0054-3E23-F498-2F85D7EF77BA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1" name="Ellipse 340">
                <a:extLst>
                  <a:ext uri="{FF2B5EF4-FFF2-40B4-BE49-F238E27FC236}">
                    <a16:creationId xmlns:a16="http://schemas.microsoft.com/office/drawing/2014/main" id="{B36B6F7E-9B6C-59CD-6F1B-B33CBD245FCE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2" name="Ellipse 341">
                <a:extLst>
                  <a:ext uri="{FF2B5EF4-FFF2-40B4-BE49-F238E27FC236}">
                    <a16:creationId xmlns:a16="http://schemas.microsoft.com/office/drawing/2014/main" id="{8054A7AC-E363-207F-E884-84C5767E865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3" name="Ellipse 342">
                <a:extLst>
                  <a:ext uri="{FF2B5EF4-FFF2-40B4-BE49-F238E27FC236}">
                    <a16:creationId xmlns:a16="http://schemas.microsoft.com/office/drawing/2014/main" id="{C6F019D3-E9C1-49CE-0307-FF77120361AE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4" name="Ellipse 343">
                <a:extLst>
                  <a:ext uri="{FF2B5EF4-FFF2-40B4-BE49-F238E27FC236}">
                    <a16:creationId xmlns:a16="http://schemas.microsoft.com/office/drawing/2014/main" id="{7E29B9DF-2F80-E427-436F-230034EC266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5" name="Ellipse 344">
                <a:extLst>
                  <a:ext uri="{FF2B5EF4-FFF2-40B4-BE49-F238E27FC236}">
                    <a16:creationId xmlns:a16="http://schemas.microsoft.com/office/drawing/2014/main" id="{761AAEAD-ED05-F854-188F-BBC990A4185F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6" name="Ellipse 345">
                <a:extLst>
                  <a:ext uri="{FF2B5EF4-FFF2-40B4-BE49-F238E27FC236}">
                    <a16:creationId xmlns:a16="http://schemas.microsoft.com/office/drawing/2014/main" id="{29676541-512D-2B15-58CB-180A9255350C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7" name="Ellipse 346">
                <a:extLst>
                  <a:ext uri="{FF2B5EF4-FFF2-40B4-BE49-F238E27FC236}">
                    <a16:creationId xmlns:a16="http://schemas.microsoft.com/office/drawing/2014/main" id="{5D1E2602-797B-07CC-9A21-9B8A83CC8ABE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8" name="Ellipse 347">
                <a:extLst>
                  <a:ext uri="{FF2B5EF4-FFF2-40B4-BE49-F238E27FC236}">
                    <a16:creationId xmlns:a16="http://schemas.microsoft.com/office/drawing/2014/main" id="{4FE6193F-70A1-7F48-E8CC-497A16279A3A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9" name="Ellipse 348">
                <a:extLst>
                  <a:ext uri="{FF2B5EF4-FFF2-40B4-BE49-F238E27FC236}">
                    <a16:creationId xmlns:a16="http://schemas.microsoft.com/office/drawing/2014/main" id="{34233697-BAED-0302-7C9B-95FA75C24D6B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50" name="Gruppieren 349">
              <a:extLst>
                <a:ext uri="{FF2B5EF4-FFF2-40B4-BE49-F238E27FC236}">
                  <a16:creationId xmlns:a16="http://schemas.microsoft.com/office/drawing/2014/main" id="{CD27D02D-BC14-0D78-10AF-5A65B97817D4}"/>
                </a:ext>
              </a:extLst>
            </p:cNvPr>
            <p:cNvGrpSpPr/>
            <p:nvPr/>
          </p:nvGrpSpPr>
          <p:grpSpPr>
            <a:xfrm rot="17100000">
              <a:off x="-1518143" y="1485983"/>
              <a:ext cx="2953403" cy="2665423"/>
              <a:chOff x="9535110" y="4663981"/>
              <a:chExt cx="2953403" cy="2665423"/>
            </a:xfrm>
          </p:grpSpPr>
          <p:sp>
            <p:nvSpPr>
              <p:cNvPr id="351" name="Ellipse 350">
                <a:extLst>
                  <a:ext uri="{FF2B5EF4-FFF2-40B4-BE49-F238E27FC236}">
                    <a16:creationId xmlns:a16="http://schemas.microsoft.com/office/drawing/2014/main" id="{53984710-A21E-D1DA-FBB1-003A8D1451A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2" name="Ellipse 351">
                <a:extLst>
                  <a:ext uri="{FF2B5EF4-FFF2-40B4-BE49-F238E27FC236}">
                    <a16:creationId xmlns:a16="http://schemas.microsoft.com/office/drawing/2014/main" id="{288C8D39-E01B-C4B6-8F36-747A0C29C95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3" name="Ellipse 352">
                <a:extLst>
                  <a:ext uri="{FF2B5EF4-FFF2-40B4-BE49-F238E27FC236}">
                    <a16:creationId xmlns:a16="http://schemas.microsoft.com/office/drawing/2014/main" id="{35BC45BF-3D11-0498-E0C1-14AD3925C529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4" name="Ellipse 353">
                <a:extLst>
                  <a:ext uri="{FF2B5EF4-FFF2-40B4-BE49-F238E27FC236}">
                    <a16:creationId xmlns:a16="http://schemas.microsoft.com/office/drawing/2014/main" id="{5E1A0CD6-8DBD-F588-FB7E-17739CDCAA15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5" name="Ellipse 354">
                <a:extLst>
                  <a:ext uri="{FF2B5EF4-FFF2-40B4-BE49-F238E27FC236}">
                    <a16:creationId xmlns:a16="http://schemas.microsoft.com/office/drawing/2014/main" id="{FA1F0E5C-AF07-1401-EB38-A26535B6799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6" name="Ellipse 355">
                <a:extLst>
                  <a:ext uri="{FF2B5EF4-FFF2-40B4-BE49-F238E27FC236}">
                    <a16:creationId xmlns:a16="http://schemas.microsoft.com/office/drawing/2014/main" id="{4CCD689D-9C4F-441E-852A-91B84C4017E8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7" name="Ellipse 356">
                <a:extLst>
                  <a:ext uri="{FF2B5EF4-FFF2-40B4-BE49-F238E27FC236}">
                    <a16:creationId xmlns:a16="http://schemas.microsoft.com/office/drawing/2014/main" id="{42A1152F-5B3C-94F4-F048-06404E47490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8" name="Ellipse 357">
                <a:extLst>
                  <a:ext uri="{FF2B5EF4-FFF2-40B4-BE49-F238E27FC236}">
                    <a16:creationId xmlns:a16="http://schemas.microsoft.com/office/drawing/2014/main" id="{D5E6425F-345E-0657-C01E-B658EE904B9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9" name="Ellipse 358">
                <a:extLst>
                  <a:ext uri="{FF2B5EF4-FFF2-40B4-BE49-F238E27FC236}">
                    <a16:creationId xmlns:a16="http://schemas.microsoft.com/office/drawing/2014/main" id="{069D70BF-CFE1-A14C-6F54-6CD8773A8830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0" name="Ellipse 359">
                <a:extLst>
                  <a:ext uri="{FF2B5EF4-FFF2-40B4-BE49-F238E27FC236}">
                    <a16:creationId xmlns:a16="http://schemas.microsoft.com/office/drawing/2014/main" id="{326D6F07-73B2-B201-FC31-C4FB85C43B20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1" name="Ellipse 360">
                <a:extLst>
                  <a:ext uri="{FF2B5EF4-FFF2-40B4-BE49-F238E27FC236}">
                    <a16:creationId xmlns:a16="http://schemas.microsoft.com/office/drawing/2014/main" id="{4C37E498-04AA-2A1A-F955-D0B6D67ED0C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2" name="Ellipse 361">
                <a:extLst>
                  <a:ext uri="{FF2B5EF4-FFF2-40B4-BE49-F238E27FC236}">
                    <a16:creationId xmlns:a16="http://schemas.microsoft.com/office/drawing/2014/main" id="{427D0F55-641D-46EE-8980-990309739C3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3" name="Ellipse 362">
                <a:extLst>
                  <a:ext uri="{FF2B5EF4-FFF2-40B4-BE49-F238E27FC236}">
                    <a16:creationId xmlns:a16="http://schemas.microsoft.com/office/drawing/2014/main" id="{2D773D6D-8E0D-BDBA-A9CF-950C8E8C158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4" name="Ellipse 363">
                <a:extLst>
                  <a:ext uri="{FF2B5EF4-FFF2-40B4-BE49-F238E27FC236}">
                    <a16:creationId xmlns:a16="http://schemas.microsoft.com/office/drawing/2014/main" id="{00FC9E7C-522C-DA03-8E87-2A8BE66C59AB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5" name="Ellipse 364">
                <a:extLst>
                  <a:ext uri="{FF2B5EF4-FFF2-40B4-BE49-F238E27FC236}">
                    <a16:creationId xmlns:a16="http://schemas.microsoft.com/office/drawing/2014/main" id="{DC2F8014-3C7A-1A0D-77A2-84E7FAEBEE64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6" name="Ellipse 365">
                <a:extLst>
                  <a:ext uri="{FF2B5EF4-FFF2-40B4-BE49-F238E27FC236}">
                    <a16:creationId xmlns:a16="http://schemas.microsoft.com/office/drawing/2014/main" id="{DF540E23-77B1-1131-90C8-AC493E4ABC3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7" name="Ellipse 366">
                <a:extLst>
                  <a:ext uri="{FF2B5EF4-FFF2-40B4-BE49-F238E27FC236}">
                    <a16:creationId xmlns:a16="http://schemas.microsoft.com/office/drawing/2014/main" id="{015B1647-5BDA-175A-B7FC-3A5F29AE8DC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8" name="Ellipse 367">
                <a:extLst>
                  <a:ext uri="{FF2B5EF4-FFF2-40B4-BE49-F238E27FC236}">
                    <a16:creationId xmlns:a16="http://schemas.microsoft.com/office/drawing/2014/main" id="{8039B0AD-F627-55E9-35EF-3CC580A26115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9" name="Ellipse 368">
                <a:extLst>
                  <a:ext uri="{FF2B5EF4-FFF2-40B4-BE49-F238E27FC236}">
                    <a16:creationId xmlns:a16="http://schemas.microsoft.com/office/drawing/2014/main" id="{494570F3-8020-69A2-D0CD-2B78DC9A94AA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0" name="Ellipse 369">
                <a:extLst>
                  <a:ext uri="{FF2B5EF4-FFF2-40B4-BE49-F238E27FC236}">
                    <a16:creationId xmlns:a16="http://schemas.microsoft.com/office/drawing/2014/main" id="{E205B23A-80F5-DA4A-0AEA-94578A3634BE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1" name="Ellipse 370">
                <a:extLst>
                  <a:ext uri="{FF2B5EF4-FFF2-40B4-BE49-F238E27FC236}">
                    <a16:creationId xmlns:a16="http://schemas.microsoft.com/office/drawing/2014/main" id="{AA0E84F0-0C24-05E7-0B3A-C5093AB8C6FB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2" name="Ellipse 371">
                <a:extLst>
                  <a:ext uri="{FF2B5EF4-FFF2-40B4-BE49-F238E27FC236}">
                    <a16:creationId xmlns:a16="http://schemas.microsoft.com/office/drawing/2014/main" id="{C195F2D7-671C-8488-7043-D4FD5D099C5C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3" name="Ellipse 372">
                <a:extLst>
                  <a:ext uri="{FF2B5EF4-FFF2-40B4-BE49-F238E27FC236}">
                    <a16:creationId xmlns:a16="http://schemas.microsoft.com/office/drawing/2014/main" id="{31E44528-38E9-BD28-8259-13A94D5A58B2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4" name="Ellipse 373">
                <a:extLst>
                  <a:ext uri="{FF2B5EF4-FFF2-40B4-BE49-F238E27FC236}">
                    <a16:creationId xmlns:a16="http://schemas.microsoft.com/office/drawing/2014/main" id="{2FD295AD-C3D1-559D-4522-92E2BDF59C0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5" name="Ellipse 374">
                <a:extLst>
                  <a:ext uri="{FF2B5EF4-FFF2-40B4-BE49-F238E27FC236}">
                    <a16:creationId xmlns:a16="http://schemas.microsoft.com/office/drawing/2014/main" id="{9F7D0E09-0EDA-BC80-6AA2-18B38F9651AC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376" name="Ellipse 375">
              <a:extLst>
                <a:ext uri="{FF2B5EF4-FFF2-40B4-BE49-F238E27FC236}">
                  <a16:creationId xmlns:a16="http://schemas.microsoft.com/office/drawing/2014/main" id="{13464985-27E2-6E54-7218-53C49EEB4E1C}"/>
                </a:ext>
              </a:extLst>
            </p:cNvPr>
            <p:cNvSpPr/>
            <p:nvPr/>
          </p:nvSpPr>
          <p:spPr>
            <a:xfrm rot="4912871">
              <a:off x="6898118" y="476418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7" name="Ellipse 376">
              <a:extLst>
                <a:ext uri="{FF2B5EF4-FFF2-40B4-BE49-F238E27FC236}">
                  <a16:creationId xmlns:a16="http://schemas.microsoft.com/office/drawing/2014/main" id="{E6327220-8381-DADA-C4C2-E1DC9E82C96E}"/>
                </a:ext>
              </a:extLst>
            </p:cNvPr>
            <p:cNvSpPr/>
            <p:nvPr/>
          </p:nvSpPr>
          <p:spPr>
            <a:xfrm rot="4912871">
              <a:off x="6880756" y="512764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8" name="Ellipse 377">
              <a:extLst>
                <a:ext uri="{FF2B5EF4-FFF2-40B4-BE49-F238E27FC236}">
                  <a16:creationId xmlns:a16="http://schemas.microsoft.com/office/drawing/2014/main" id="{DD84090E-1C00-1E86-C94D-F4A59411A452}"/>
                </a:ext>
              </a:extLst>
            </p:cNvPr>
            <p:cNvSpPr/>
            <p:nvPr/>
          </p:nvSpPr>
          <p:spPr>
            <a:xfrm rot="4912871">
              <a:off x="7072085" y="544642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9" name="Ellipse 378">
              <a:extLst>
                <a:ext uri="{FF2B5EF4-FFF2-40B4-BE49-F238E27FC236}">
                  <a16:creationId xmlns:a16="http://schemas.microsoft.com/office/drawing/2014/main" id="{67045E93-A97C-D1D9-161A-896196F3B9B0}"/>
                </a:ext>
              </a:extLst>
            </p:cNvPr>
            <p:cNvSpPr/>
            <p:nvPr/>
          </p:nvSpPr>
          <p:spPr>
            <a:xfrm rot="4912871">
              <a:off x="7008668" y="44569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0" name="Ellipse 379">
              <a:extLst>
                <a:ext uri="{FF2B5EF4-FFF2-40B4-BE49-F238E27FC236}">
                  <a16:creationId xmlns:a16="http://schemas.microsoft.com/office/drawing/2014/main" id="{F136802F-DB56-B9D2-2130-D93773C7C5AA}"/>
                </a:ext>
              </a:extLst>
            </p:cNvPr>
            <p:cNvSpPr/>
            <p:nvPr/>
          </p:nvSpPr>
          <p:spPr>
            <a:xfrm rot="4912871">
              <a:off x="7180186" y="463223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1" name="Ellipse 380">
              <a:extLst>
                <a:ext uri="{FF2B5EF4-FFF2-40B4-BE49-F238E27FC236}">
                  <a16:creationId xmlns:a16="http://schemas.microsoft.com/office/drawing/2014/main" id="{30A0ADF6-ED9B-4033-03B5-7674898C83BD}"/>
                </a:ext>
              </a:extLst>
            </p:cNvPr>
            <p:cNvSpPr/>
            <p:nvPr/>
          </p:nvSpPr>
          <p:spPr>
            <a:xfrm rot="4912871">
              <a:off x="7142509" y="48901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2" name="Ellipse 381">
              <a:extLst>
                <a:ext uri="{FF2B5EF4-FFF2-40B4-BE49-F238E27FC236}">
                  <a16:creationId xmlns:a16="http://schemas.microsoft.com/office/drawing/2014/main" id="{CFE34E30-6B53-1001-FC09-6D9AF5EABE52}"/>
                </a:ext>
              </a:extLst>
            </p:cNvPr>
            <p:cNvSpPr/>
            <p:nvPr/>
          </p:nvSpPr>
          <p:spPr>
            <a:xfrm rot="4912871">
              <a:off x="7503724" y="55476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3" name="Ellipse 382">
              <a:extLst>
                <a:ext uri="{FF2B5EF4-FFF2-40B4-BE49-F238E27FC236}">
                  <a16:creationId xmlns:a16="http://schemas.microsoft.com/office/drawing/2014/main" id="{40ED8570-5137-A44C-4D50-99AFDF12B16E}"/>
                </a:ext>
              </a:extLst>
            </p:cNvPr>
            <p:cNvSpPr/>
            <p:nvPr/>
          </p:nvSpPr>
          <p:spPr>
            <a:xfrm rot="4912871">
              <a:off x="7568237" y="44396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04E99E9C-51F8-3AED-FD78-D24E0A4611D9}"/>
                </a:ext>
              </a:extLst>
            </p:cNvPr>
            <p:cNvSpPr/>
            <p:nvPr/>
          </p:nvSpPr>
          <p:spPr>
            <a:xfrm rot="4912871">
              <a:off x="7468624" y="51192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5" name="Ellipse 384">
              <a:extLst>
                <a:ext uri="{FF2B5EF4-FFF2-40B4-BE49-F238E27FC236}">
                  <a16:creationId xmlns:a16="http://schemas.microsoft.com/office/drawing/2014/main" id="{68D8F4D7-AA85-AD89-C8D8-55EE897355A8}"/>
                </a:ext>
              </a:extLst>
            </p:cNvPr>
            <p:cNvSpPr/>
            <p:nvPr/>
          </p:nvSpPr>
          <p:spPr>
            <a:xfrm rot="4912871">
              <a:off x="7712391" y="484054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6" name="Ellipse 385">
              <a:extLst>
                <a:ext uri="{FF2B5EF4-FFF2-40B4-BE49-F238E27FC236}">
                  <a16:creationId xmlns:a16="http://schemas.microsoft.com/office/drawing/2014/main" id="{5BBFFF11-8842-A149-35B7-C54BE554A8F4}"/>
                </a:ext>
              </a:extLst>
            </p:cNvPr>
            <p:cNvSpPr/>
            <p:nvPr/>
          </p:nvSpPr>
          <p:spPr>
            <a:xfrm rot="4912871">
              <a:off x="5011633" y="412764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7" name="Ellipse 386">
              <a:extLst>
                <a:ext uri="{FF2B5EF4-FFF2-40B4-BE49-F238E27FC236}">
                  <a16:creationId xmlns:a16="http://schemas.microsoft.com/office/drawing/2014/main" id="{A781A794-B936-E721-A810-C4B8C6B395BC}"/>
                </a:ext>
              </a:extLst>
            </p:cNvPr>
            <p:cNvSpPr/>
            <p:nvPr/>
          </p:nvSpPr>
          <p:spPr>
            <a:xfrm rot="4912871">
              <a:off x="7899972" y="557218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8" name="Ellipse 387">
              <a:extLst>
                <a:ext uri="{FF2B5EF4-FFF2-40B4-BE49-F238E27FC236}">
                  <a16:creationId xmlns:a16="http://schemas.microsoft.com/office/drawing/2014/main" id="{77F0201E-90CE-6997-7B91-F3912B3717BE}"/>
                </a:ext>
              </a:extLst>
            </p:cNvPr>
            <p:cNvSpPr/>
            <p:nvPr/>
          </p:nvSpPr>
          <p:spPr>
            <a:xfrm rot="4912871">
              <a:off x="7952008" y="52816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9" name="Ellipse 388">
              <a:extLst>
                <a:ext uri="{FF2B5EF4-FFF2-40B4-BE49-F238E27FC236}">
                  <a16:creationId xmlns:a16="http://schemas.microsoft.com/office/drawing/2014/main" id="{5FB476F8-926D-2164-D2BF-2012683ED749}"/>
                </a:ext>
              </a:extLst>
            </p:cNvPr>
            <p:cNvSpPr/>
            <p:nvPr/>
          </p:nvSpPr>
          <p:spPr>
            <a:xfrm rot="4912871">
              <a:off x="8148771" y="49286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0" name="Ellipse 389">
              <a:extLst>
                <a:ext uri="{FF2B5EF4-FFF2-40B4-BE49-F238E27FC236}">
                  <a16:creationId xmlns:a16="http://schemas.microsoft.com/office/drawing/2014/main" id="{6E3E3D4F-7A7A-2D04-4A43-94A1ADA223E8}"/>
                </a:ext>
              </a:extLst>
            </p:cNvPr>
            <p:cNvSpPr/>
            <p:nvPr/>
          </p:nvSpPr>
          <p:spPr>
            <a:xfrm rot="4912871">
              <a:off x="8143015" y="44389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1" name="Ellipse 390">
              <a:extLst>
                <a:ext uri="{FF2B5EF4-FFF2-40B4-BE49-F238E27FC236}">
                  <a16:creationId xmlns:a16="http://schemas.microsoft.com/office/drawing/2014/main" id="{8D650725-6DC0-B83A-64DA-DAEB7620598E}"/>
                </a:ext>
              </a:extLst>
            </p:cNvPr>
            <p:cNvSpPr/>
            <p:nvPr/>
          </p:nvSpPr>
          <p:spPr>
            <a:xfrm rot="4912871">
              <a:off x="8388052" y="409999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2" name="Ellipse 391">
              <a:extLst>
                <a:ext uri="{FF2B5EF4-FFF2-40B4-BE49-F238E27FC236}">
                  <a16:creationId xmlns:a16="http://schemas.microsoft.com/office/drawing/2014/main" id="{1DD084FD-B8E7-892F-8B98-8F672F0CD7B6}"/>
                </a:ext>
              </a:extLst>
            </p:cNvPr>
            <p:cNvSpPr/>
            <p:nvPr/>
          </p:nvSpPr>
          <p:spPr>
            <a:xfrm rot="4912871">
              <a:off x="8530111" y="449580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3" name="Ellipse 392">
              <a:extLst>
                <a:ext uri="{FF2B5EF4-FFF2-40B4-BE49-F238E27FC236}">
                  <a16:creationId xmlns:a16="http://schemas.microsoft.com/office/drawing/2014/main" id="{34EA7519-5369-5289-50FA-20C21C5DA5E7}"/>
                </a:ext>
              </a:extLst>
            </p:cNvPr>
            <p:cNvSpPr/>
            <p:nvPr/>
          </p:nvSpPr>
          <p:spPr>
            <a:xfrm rot="4912871">
              <a:off x="8658985" y="486745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4" name="Ellipse 393">
              <a:extLst>
                <a:ext uri="{FF2B5EF4-FFF2-40B4-BE49-F238E27FC236}">
                  <a16:creationId xmlns:a16="http://schemas.microsoft.com/office/drawing/2014/main" id="{4BFD4D8C-65A9-0819-B102-A8226414924C}"/>
                </a:ext>
              </a:extLst>
            </p:cNvPr>
            <p:cNvSpPr/>
            <p:nvPr/>
          </p:nvSpPr>
          <p:spPr>
            <a:xfrm rot="4912871">
              <a:off x="9159628" y="48407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5" name="Ellipse 394">
              <a:extLst>
                <a:ext uri="{FF2B5EF4-FFF2-40B4-BE49-F238E27FC236}">
                  <a16:creationId xmlns:a16="http://schemas.microsoft.com/office/drawing/2014/main" id="{70E36FEE-37AE-458B-0EB3-3316B216C1B2}"/>
                </a:ext>
              </a:extLst>
            </p:cNvPr>
            <p:cNvSpPr/>
            <p:nvPr/>
          </p:nvSpPr>
          <p:spPr>
            <a:xfrm rot="4912871">
              <a:off x="8987685" y="456483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6" name="Ellipse 395">
              <a:extLst>
                <a:ext uri="{FF2B5EF4-FFF2-40B4-BE49-F238E27FC236}">
                  <a16:creationId xmlns:a16="http://schemas.microsoft.com/office/drawing/2014/main" id="{64832FFB-BF2E-7ED1-3176-D385D5236F97}"/>
                </a:ext>
              </a:extLst>
            </p:cNvPr>
            <p:cNvSpPr/>
            <p:nvPr/>
          </p:nvSpPr>
          <p:spPr>
            <a:xfrm rot="4912871">
              <a:off x="8905269" y="43717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7" name="Ellipse 396">
              <a:extLst>
                <a:ext uri="{FF2B5EF4-FFF2-40B4-BE49-F238E27FC236}">
                  <a16:creationId xmlns:a16="http://schemas.microsoft.com/office/drawing/2014/main" id="{C7ECE080-3CBB-D3B5-AAD8-C47D8151B07B}"/>
                </a:ext>
              </a:extLst>
            </p:cNvPr>
            <p:cNvSpPr/>
            <p:nvPr/>
          </p:nvSpPr>
          <p:spPr>
            <a:xfrm rot="4912871">
              <a:off x="8857407" y="416398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398" name="Gruppieren 397">
              <a:extLst>
                <a:ext uri="{FF2B5EF4-FFF2-40B4-BE49-F238E27FC236}">
                  <a16:creationId xmlns:a16="http://schemas.microsoft.com/office/drawing/2014/main" id="{A6F0D717-B644-2AF4-27BE-B2403A856FB5}"/>
                </a:ext>
              </a:extLst>
            </p:cNvPr>
            <p:cNvGrpSpPr/>
            <p:nvPr/>
          </p:nvGrpSpPr>
          <p:grpSpPr>
            <a:xfrm rot="14691760" flipV="1">
              <a:off x="6358795" y="3254451"/>
              <a:ext cx="2953403" cy="2665423"/>
              <a:chOff x="9535110" y="4663981"/>
              <a:chExt cx="2953403" cy="2665423"/>
            </a:xfrm>
          </p:grpSpPr>
          <p:sp>
            <p:nvSpPr>
              <p:cNvPr id="399" name="Ellipse 398">
                <a:extLst>
                  <a:ext uri="{FF2B5EF4-FFF2-40B4-BE49-F238E27FC236}">
                    <a16:creationId xmlns:a16="http://schemas.microsoft.com/office/drawing/2014/main" id="{9DCEDA1A-E809-083E-61D0-691FA134A68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0" name="Ellipse 399">
                <a:extLst>
                  <a:ext uri="{FF2B5EF4-FFF2-40B4-BE49-F238E27FC236}">
                    <a16:creationId xmlns:a16="http://schemas.microsoft.com/office/drawing/2014/main" id="{DE16B3E1-E570-93CF-4ECB-4B718DDDF0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1" name="Ellipse 400">
                <a:extLst>
                  <a:ext uri="{FF2B5EF4-FFF2-40B4-BE49-F238E27FC236}">
                    <a16:creationId xmlns:a16="http://schemas.microsoft.com/office/drawing/2014/main" id="{1B3EB45C-5244-713E-99D8-497A5E8E4632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2" name="Ellipse 401">
                <a:extLst>
                  <a:ext uri="{FF2B5EF4-FFF2-40B4-BE49-F238E27FC236}">
                    <a16:creationId xmlns:a16="http://schemas.microsoft.com/office/drawing/2014/main" id="{3D33BBCB-1299-DCFF-D95E-9457AD191315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3" name="Ellipse 402">
                <a:extLst>
                  <a:ext uri="{FF2B5EF4-FFF2-40B4-BE49-F238E27FC236}">
                    <a16:creationId xmlns:a16="http://schemas.microsoft.com/office/drawing/2014/main" id="{76F466F1-1DA9-51D0-C8AA-DD98021F8F5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4" name="Ellipse 403">
                <a:extLst>
                  <a:ext uri="{FF2B5EF4-FFF2-40B4-BE49-F238E27FC236}">
                    <a16:creationId xmlns:a16="http://schemas.microsoft.com/office/drawing/2014/main" id="{020DB2D8-9C95-A28A-CECE-DC8CBD496B1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5" name="Ellipse 404">
                <a:extLst>
                  <a:ext uri="{FF2B5EF4-FFF2-40B4-BE49-F238E27FC236}">
                    <a16:creationId xmlns:a16="http://schemas.microsoft.com/office/drawing/2014/main" id="{9B4A6640-FF84-7534-70BB-09667FBFE50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6" name="Ellipse 405">
                <a:extLst>
                  <a:ext uri="{FF2B5EF4-FFF2-40B4-BE49-F238E27FC236}">
                    <a16:creationId xmlns:a16="http://schemas.microsoft.com/office/drawing/2014/main" id="{940B6F33-CBAF-0B55-B24D-C2EA1C1B003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7" name="Ellipse 406">
                <a:extLst>
                  <a:ext uri="{FF2B5EF4-FFF2-40B4-BE49-F238E27FC236}">
                    <a16:creationId xmlns:a16="http://schemas.microsoft.com/office/drawing/2014/main" id="{B6272724-9A36-9B98-89A6-064AF0C94B5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8" name="Ellipse 407">
                <a:extLst>
                  <a:ext uri="{FF2B5EF4-FFF2-40B4-BE49-F238E27FC236}">
                    <a16:creationId xmlns:a16="http://schemas.microsoft.com/office/drawing/2014/main" id="{29254601-1F87-44C3-44BD-BE6861E4824E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9" name="Ellipse 408">
                <a:extLst>
                  <a:ext uri="{FF2B5EF4-FFF2-40B4-BE49-F238E27FC236}">
                    <a16:creationId xmlns:a16="http://schemas.microsoft.com/office/drawing/2014/main" id="{6010E8BF-E175-4CE1-0BD5-9989DF4D58A1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0" name="Ellipse 409">
                <a:extLst>
                  <a:ext uri="{FF2B5EF4-FFF2-40B4-BE49-F238E27FC236}">
                    <a16:creationId xmlns:a16="http://schemas.microsoft.com/office/drawing/2014/main" id="{6CC28E16-8556-D147-716C-AEBD900B6ED0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1" name="Ellipse 410">
                <a:extLst>
                  <a:ext uri="{FF2B5EF4-FFF2-40B4-BE49-F238E27FC236}">
                    <a16:creationId xmlns:a16="http://schemas.microsoft.com/office/drawing/2014/main" id="{2F099A61-4961-BD99-01DB-02E2CFC6AD46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2" name="Ellipse 411">
                <a:extLst>
                  <a:ext uri="{FF2B5EF4-FFF2-40B4-BE49-F238E27FC236}">
                    <a16:creationId xmlns:a16="http://schemas.microsoft.com/office/drawing/2014/main" id="{7885C1FA-320E-5DEF-9334-690C6C8EB1BB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3" name="Ellipse 412">
                <a:extLst>
                  <a:ext uri="{FF2B5EF4-FFF2-40B4-BE49-F238E27FC236}">
                    <a16:creationId xmlns:a16="http://schemas.microsoft.com/office/drawing/2014/main" id="{432B8866-F239-B155-8A9B-8E1EABE67456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4" name="Ellipse 413">
                <a:extLst>
                  <a:ext uri="{FF2B5EF4-FFF2-40B4-BE49-F238E27FC236}">
                    <a16:creationId xmlns:a16="http://schemas.microsoft.com/office/drawing/2014/main" id="{155942D5-6B68-EC8D-C453-A4ABCBA0643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5" name="Ellipse 414">
                <a:extLst>
                  <a:ext uri="{FF2B5EF4-FFF2-40B4-BE49-F238E27FC236}">
                    <a16:creationId xmlns:a16="http://schemas.microsoft.com/office/drawing/2014/main" id="{6228ABF8-1351-4675-B72D-35CB2F6AE96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6" name="Ellipse 415">
                <a:extLst>
                  <a:ext uri="{FF2B5EF4-FFF2-40B4-BE49-F238E27FC236}">
                    <a16:creationId xmlns:a16="http://schemas.microsoft.com/office/drawing/2014/main" id="{4165EA42-83A2-0A9B-2CD0-E929A180C79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7" name="Ellipse 416">
                <a:extLst>
                  <a:ext uri="{FF2B5EF4-FFF2-40B4-BE49-F238E27FC236}">
                    <a16:creationId xmlns:a16="http://schemas.microsoft.com/office/drawing/2014/main" id="{407B5821-7F19-AEE7-F5E4-DE945060A3F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8" name="Ellipse 417">
                <a:extLst>
                  <a:ext uri="{FF2B5EF4-FFF2-40B4-BE49-F238E27FC236}">
                    <a16:creationId xmlns:a16="http://schemas.microsoft.com/office/drawing/2014/main" id="{ED819A66-B336-94D1-38E3-28F9ECAF75CB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9" name="Ellipse 418">
                <a:extLst>
                  <a:ext uri="{FF2B5EF4-FFF2-40B4-BE49-F238E27FC236}">
                    <a16:creationId xmlns:a16="http://schemas.microsoft.com/office/drawing/2014/main" id="{DDE5E7F5-ABFB-5526-910E-6C1240A3422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0" name="Ellipse 419">
                <a:extLst>
                  <a:ext uri="{FF2B5EF4-FFF2-40B4-BE49-F238E27FC236}">
                    <a16:creationId xmlns:a16="http://schemas.microsoft.com/office/drawing/2014/main" id="{2C5F7B87-6C3A-0FF6-DAFC-E9E67275169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1" name="Ellipse 420">
                <a:extLst>
                  <a:ext uri="{FF2B5EF4-FFF2-40B4-BE49-F238E27FC236}">
                    <a16:creationId xmlns:a16="http://schemas.microsoft.com/office/drawing/2014/main" id="{B192429C-B06B-EF19-9EFA-4236ECBDF663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2" name="Ellipse 421">
                <a:extLst>
                  <a:ext uri="{FF2B5EF4-FFF2-40B4-BE49-F238E27FC236}">
                    <a16:creationId xmlns:a16="http://schemas.microsoft.com/office/drawing/2014/main" id="{844BDE2A-9779-5E73-1CDF-BB92D302B58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3" name="Ellipse 422">
                <a:extLst>
                  <a:ext uri="{FF2B5EF4-FFF2-40B4-BE49-F238E27FC236}">
                    <a16:creationId xmlns:a16="http://schemas.microsoft.com/office/drawing/2014/main" id="{AC5E1E16-48E8-33C8-1D83-1F819983DE0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424" name="Gruppieren 423">
              <a:extLst>
                <a:ext uri="{FF2B5EF4-FFF2-40B4-BE49-F238E27FC236}">
                  <a16:creationId xmlns:a16="http://schemas.microsoft.com/office/drawing/2014/main" id="{F1838AF4-15F2-DFEA-5F0C-FCCCF562A84B}"/>
                </a:ext>
              </a:extLst>
            </p:cNvPr>
            <p:cNvGrpSpPr/>
            <p:nvPr/>
          </p:nvGrpSpPr>
          <p:grpSpPr>
            <a:xfrm rot="7687129" flipH="1">
              <a:off x="5085291" y="1562062"/>
              <a:ext cx="2953403" cy="2665423"/>
              <a:chOff x="9535110" y="4663981"/>
              <a:chExt cx="2953403" cy="2665423"/>
            </a:xfrm>
          </p:grpSpPr>
          <p:sp>
            <p:nvSpPr>
              <p:cNvPr id="425" name="Ellipse 424">
                <a:extLst>
                  <a:ext uri="{FF2B5EF4-FFF2-40B4-BE49-F238E27FC236}">
                    <a16:creationId xmlns:a16="http://schemas.microsoft.com/office/drawing/2014/main" id="{D8CFB67C-3131-7551-B49B-C409DC3D18B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6" name="Ellipse 425">
                <a:extLst>
                  <a:ext uri="{FF2B5EF4-FFF2-40B4-BE49-F238E27FC236}">
                    <a16:creationId xmlns:a16="http://schemas.microsoft.com/office/drawing/2014/main" id="{0FB5A9E8-4ADF-64EF-0E99-09417DC0B17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7" name="Ellipse 426">
                <a:extLst>
                  <a:ext uri="{FF2B5EF4-FFF2-40B4-BE49-F238E27FC236}">
                    <a16:creationId xmlns:a16="http://schemas.microsoft.com/office/drawing/2014/main" id="{A7F3D205-04A5-0D5B-CCC6-4641BA0C460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8" name="Ellipse 427">
                <a:extLst>
                  <a:ext uri="{FF2B5EF4-FFF2-40B4-BE49-F238E27FC236}">
                    <a16:creationId xmlns:a16="http://schemas.microsoft.com/office/drawing/2014/main" id="{A22BFFEE-45AB-C83F-F3F0-ED8F31C398B5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9" name="Ellipse 428">
                <a:extLst>
                  <a:ext uri="{FF2B5EF4-FFF2-40B4-BE49-F238E27FC236}">
                    <a16:creationId xmlns:a16="http://schemas.microsoft.com/office/drawing/2014/main" id="{A374F1D9-E193-46CB-FB5B-334964819B69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0" name="Ellipse 429">
                <a:extLst>
                  <a:ext uri="{FF2B5EF4-FFF2-40B4-BE49-F238E27FC236}">
                    <a16:creationId xmlns:a16="http://schemas.microsoft.com/office/drawing/2014/main" id="{650D4273-96B9-5B0B-4953-B1EAA7DDBE7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1" name="Ellipse 430">
                <a:extLst>
                  <a:ext uri="{FF2B5EF4-FFF2-40B4-BE49-F238E27FC236}">
                    <a16:creationId xmlns:a16="http://schemas.microsoft.com/office/drawing/2014/main" id="{CAF6DF63-BA8D-A5C7-7E1C-B3DACA4BFEC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2" name="Ellipse 431">
                <a:extLst>
                  <a:ext uri="{FF2B5EF4-FFF2-40B4-BE49-F238E27FC236}">
                    <a16:creationId xmlns:a16="http://schemas.microsoft.com/office/drawing/2014/main" id="{29DCCE8E-A8D0-37F8-6C93-D86BCF1AF75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3" name="Ellipse 432">
                <a:extLst>
                  <a:ext uri="{FF2B5EF4-FFF2-40B4-BE49-F238E27FC236}">
                    <a16:creationId xmlns:a16="http://schemas.microsoft.com/office/drawing/2014/main" id="{D1371B2E-4092-B7A0-E039-318E37272A25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4" name="Ellipse 433">
                <a:extLst>
                  <a:ext uri="{FF2B5EF4-FFF2-40B4-BE49-F238E27FC236}">
                    <a16:creationId xmlns:a16="http://schemas.microsoft.com/office/drawing/2014/main" id="{C8BFA5E0-C610-D5AE-66E8-545303BDB3B7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5" name="Ellipse 434">
                <a:extLst>
                  <a:ext uri="{FF2B5EF4-FFF2-40B4-BE49-F238E27FC236}">
                    <a16:creationId xmlns:a16="http://schemas.microsoft.com/office/drawing/2014/main" id="{1A4FA3B4-F4A4-EB3E-893C-BD46055DBEAF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6" name="Ellipse 435">
                <a:extLst>
                  <a:ext uri="{FF2B5EF4-FFF2-40B4-BE49-F238E27FC236}">
                    <a16:creationId xmlns:a16="http://schemas.microsoft.com/office/drawing/2014/main" id="{B56EFCBE-72E0-00BF-E953-113DC1F25E80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7" name="Ellipse 436">
                <a:extLst>
                  <a:ext uri="{FF2B5EF4-FFF2-40B4-BE49-F238E27FC236}">
                    <a16:creationId xmlns:a16="http://schemas.microsoft.com/office/drawing/2014/main" id="{D6A577F8-FF31-3E5A-A401-0BCB4895B06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8" name="Ellipse 437">
                <a:extLst>
                  <a:ext uri="{FF2B5EF4-FFF2-40B4-BE49-F238E27FC236}">
                    <a16:creationId xmlns:a16="http://schemas.microsoft.com/office/drawing/2014/main" id="{96B2FCF8-6705-41D0-E66C-134E60FFE2E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9" name="Ellipse 438">
                <a:extLst>
                  <a:ext uri="{FF2B5EF4-FFF2-40B4-BE49-F238E27FC236}">
                    <a16:creationId xmlns:a16="http://schemas.microsoft.com/office/drawing/2014/main" id="{78FA6F72-0086-2A98-151F-93523C087ABA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0" name="Ellipse 439">
                <a:extLst>
                  <a:ext uri="{FF2B5EF4-FFF2-40B4-BE49-F238E27FC236}">
                    <a16:creationId xmlns:a16="http://schemas.microsoft.com/office/drawing/2014/main" id="{2D01724A-5B43-1FDF-DF2A-861841CE7F80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1" name="Ellipse 440">
                <a:extLst>
                  <a:ext uri="{FF2B5EF4-FFF2-40B4-BE49-F238E27FC236}">
                    <a16:creationId xmlns:a16="http://schemas.microsoft.com/office/drawing/2014/main" id="{5614C15B-5B7E-CCDA-3C0A-5638F0D7B016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2" name="Ellipse 441">
                <a:extLst>
                  <a:ext uri="{FF2B5EF4-FFF2-40B4-BE49-F238E27FC236}">
                    <a16:creationId xmlns:a16="http://schemas.microsoft.com/office/drawing/2014/main" id="{8FA2AD52-9FA4-E9E5-E4CC-562FD6A4C19B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3" name="Ellipse 442">
                <a:extLst>
                  <a:ext uri="{FF2B5EF4-FFF2-40B4-BE49-F238E27FC236}">
                    <a16:creationId xmlns:a16="http://schemas.microsoft.com/office/drawing/2014/main" id="{EC3CBD62-EDA0-D4CD-B691-8FAF34EA8A3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4" name="Ellipse 443">
                <a:extLst>
                  <a:ext uri="{FF2B5EF4-FFF2-40B4-BE49-F238E27FC236}">
                    <a16:creationId xmlns:a16="http://schemas.microsoft.com/office/drawing/2014/main" id="{C30AF48D-8D9A-D95B-5BD3-5F7D8AD5056D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5" name="Ellipse 444">
                <a:extLst>
                  <a:ext uri="{FF2B5EF4-FFF2-40B4-BE49-F238E27FC236}">
                    <a16:creationId xmlns:a16="http://schemas.microsoft.com/office/drawing/2014/main" id="{447C6E48-9B74-5707-394D-ED17AF6A8DF4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6" name="Ellipse 445">
                <a:extLst>
                  <a:ext uri="{FF2B5EF4-FFF2-40B4-BE49-F238E27FC236}">
                    <a16:creationId xmlns:a16="http://schemas.microsoft.com/office/drawing/2014/main" id="{67BC37C2-A8A1-1FAD-B0B1-022B642D2BF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7" name="Ellipse 446">
                <a:extLst>
                  <a:ext uri="{FF2B5EF4-FFF2-40B4-BE49-F238E27FC236}">
                    <a16:creationId xmlns:a16="http://schemas.microsoft.com/office/drawing/2014/main" id="{E2CAF9A2-CCF6-1B2F-C0EC-163E576750D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8" name="Ellipse 447">
                <a:extLst>
                  <a:ext uri="{FF2B5EF4-FFF2-40B4-BE49-F238E27FC236}">
                    <a16:creationId xmlns:a16="http://schemas.microsoft.com/office/drawing/2014/main" id="{12140612-6321-0DA0-1CA9-5CF462240C0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9" name="Ellipse 448">
                <a:extLst>
                  <a:ext uri="{FF2B5EF4-FFF2-40B4-BE49-F238E27FC236}">
                    <a16:creationId xmlns:a16="http://schemas.microsoft.com/office/drawing/2014/main" id="{1A07FC34-69AA-8382-0BA9-010A1F84B245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450" name="Gruppieren 449">
              <a:extLst>
                <a:ext uri="{FF2B5EF4-FFF2-40B4-BE49-F238E27FC236}">
                  <a16:creationId xmlns:a16="http://schemas.microsoft.com/office/drawing/2014/main" id="{C7539EF5-29F4-1E07-69EA-D549D523CD07}"/>
                </a:ext>
              </a:extLst>
            </p:cNvPr>
            <p:cNvGrpSpPr/>
            <p:nvPr/>
          </p:nvGrpSpPr>
          <p:grpSpPr>
            <a:xfrm rot="17100000">
              <a:off x="6192352" y="2805500"/>
              <a:ext cx="2953403" cy="2665423"/>
              <a:chOff x="9535110" y="4663981"/>
              <a:chExt cx="2953403" cy="2665423"/>
            </a:xfrm>
          </p:grpSpPr>
          <p:sp>
            <p:nvSpPr>
              <p:cNvPr id="451" name="Ellipse 450">
                <a:extLst>
                  <a:ext uri="{FF2B5EF4-FFF2-40B4-BE49-F238E27FC236}">
                    <a16:creationId xmlns:a16="http://schemas.microsoft.com/office/drawing/2014/main" id="{03F0D915-FE47-EC8C-071F-308F766EA98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2" name="Ellipse 451">
                <a:extLst>
                  <a:ext uri="{FF2B5EF4-FFF2-40B4-BE49-F238E27FC236}">
                    <a16:creationId xmlns:a16="http://schemas.microsoft.com/office/drawing/2014/main" id="{86C863F5-F7DC-1660-34D6-7E907D0B12D8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3" name="Ellipse 452">
                <a:extLst>
                  <a:ext uri="{FF2B5EF4-FFF2-40B4-BE49-F238E27FC236}">
                    <a16:creationId xmlns:a16="http://schemas.microsoft.com/office/drawing/2014/main" id="{A2997A8C-81F9-AD20-CACB-C8C054BEF8F9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4" name="Ellipse 453">
                <a:extLst>
                  <a:ext uri="{FF2B5EF4-FFF2-40B4-BE49-F238E27FC236}">
                    <a16:creationId xmlns:a16="http://schemas.microsoft.com/office/drawing/2014/main" id="{EEF56719-AD0A-7BB2-F9D2-E6E3C067913F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5" name="Ellipse 454">
                <a:extLst>
                  <a:ext uri="{FF2B5EF4-FFF2-40B4-BE49-F238E27FC236}">
                    <a16:creationId xmlns:a16="http://schemas.microsoft.com/office/drawing/2014/main" id="{C6879D34-B915-77DD-E47E-1A1967067AC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6" name="Ellipse 455">
                <a:extLst>
                  <a:ext uri="{FF2B5EF4-FFF2-40B4-BE49-F238E27FC236}">
                    <a16:creationId xmlns:a16="http://schemas.microsoft.com/office/drawing/2014/main" id="{BE3C8956-7102-14A3-BEB1-89AA4705122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7" name="Ellipse 456">
                <a:extLst>
                  <a:ext uri="{FF2B5EF4-FFF2-40B4-BE49-F238E27FC236}">
                    <a16:creationId xmlns:a16="http://schemas.microsoft.com/office/drawing/2014/main" id="{D0389325-B1CD-C481-12A9-7325F25D11E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8" name="Ellipse 457">
                <a:extLst>
                  <a:ext uri="{FF2B5EF4-FFF2-40B4-BE49-F238E27FC236}">
                    <a16:creationId xmlns:a16="http://schemas.microsoft.com/office/drawing/2014/main" id="{29329576-F20A-B2BD-9810-9634CF369B3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9" name="Ellipse 458">
                <a:extLst>
                  <a:ext uri="{FF2B5EF4-FFF2-40B4-BE49-F238E27FC236}">
                    <a16:creationId xmlns:a16="http://schemas.microsoft.com/office/drawing/2014/main" id="{30770DC7-DC18-A237-5BA2-7452F6623ABD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0" name="Ellipse 459">
                <a:extLst>
                  <a:ext uri="{FF2B5EF4-FFF2-40B4-BE49-F238E27FC236}">
                    <a16:creationId xmlns:a16="http://schemas.microsoft.com/office/drawing/2014/main" id="{D447DA4F-6B39-A044-07D2-A6BF2249C7FD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1" name="Ellipse 460">
                <a:extLst>
                  <a:ext uri="{FF2B5EF4-FFF2-40B4-BE49-F238E27FC236}">
                    <a16:creationId xmlns:a16="http://schemas.microsoft.com/office/drawing/2014/main" id="{84820CC0-EC20-4B1D-7374-039A94DBC81B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2" name="Ellipse 461">
                <a:extLst>
                  <a:ext uri="{FF2B5EF4-FFF2-40B4-BE49-F238E27FC236}">
                    <a16:creationId xmlns:a16="http://schemas.microsoft.com/office/drawing/2014/main" id="{23EB36FE-97C7-F247-9723-72C41B4FA18A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3" name="Ellipse 462">
                <a:extLst>
                  <a:ext uri="{FF2B5EF4-FFF2-40B4-BE49-F238E27FC236}">
                    <a16:creationId xmlns:a16="http://schemas.microsoft.com/office/drawing/2014/main" id="{568666CE-A834-F7C5-F63D-1E53BFB99373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4" name="Ellipse 463">
                <a:extLst>
                  <a:ext uri="{FF2B5EF4-FFF2-40B4-BE49-F238E27FC236}">
                    <a16:creationId xmlns:a16="http://schemas.microsoft.com/office/drawing/2014/main" id="{BE1E5781-4802-4594-1013-849A224BE27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5" name="Ellipse 464">
                <a:extLst>
                  <a:ext uri="{FF2B5EF4-FFF2-40B4-BE49-F238E27FC236}">
                    <a16:creationId xmlns:a16="http://schemas.microsoft.com/office/drawing/2014/main" id="{509616C4-E4DA-F68E-9FA1-E11EFEE58C0E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6" name="Ellipse 465">
                <a:extLst>
                  <a:ext uri="{FF2B5EF4-FFF2-40B4-BE49-F238E27FC236}">
                    <a16:creationId xmlns:a16="http://schemas.microsoft.com/office/drawing/2014/main" id="{C13C7F2E-029A-4A0C-1CE1-EADBBCB51C6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7" name="Ellipse 466">
                <a:extLst>
                  <a:ext uri="{FF2B5EF4-FFF2-40B4-BE49-F238E27FC236}">
                    <a16:creationId xmlns:a16="http://schemas.microsoft.com/office/drawing/2014/main" id="{4EFB6897-4667-31D8-F07C-6A1B4556273E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8" name="Ellipse 467">
                <a:extLst>
                  <a:ext uri="{FF2B5EF4-FFF2-40B4-BE49-F238E27FC236}">
                    <a16:creationId xmlns:a16="http://schemas.microsoft.com/office/drawing/2014/main" id="{9DF5C5BF-9E48-6FFB-7A17-D2BFA46470C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9" name="Ellipse 468">
                <a:extLst>
                  <a:ext uri="{FF2B5EF4-FFF2-40B4-BE49-F238E27FC236}">
                    <a16:creationId xmlns:a16="http://schemas.microsoft.com/office/drawing/2014/main" id="{24420A1A-2564-2518-B66D-38FD98C7E35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0" name="Ellipse 469">
                <a:extLst>
                  <a:ext uri="{FF2B5EF4-FFF2-40B4-BE49-F238E27FC236}">
                    <a16:creationId xmlns:a16="http://schemas.microsoft.com/office/drawing/2014/main" id="{71417D12-99CF-CF89-70DE-DC690BCE6437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1" name="Ellipse 470">
                <a:extLst>
                  <a:ext uri="{FF2B5EF4-FFF2-40B4-BE49-F238E27FC236}">
                    <a16:creationId xmlns:a16="http://schemas.microsoft.com/office/drawing/2014/main" id="{96E71D7F-EF2D-398C-1904-C45EE5BFE115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2" name="Ellipse 471">
                <a:extLst>
                  <a:ext uri="{FF2B5EF4-FFF2-40B4-BE49-F238E27FC236}">
                    <a16:creationId xmlns:a16="http://schemas.microsoft.com/office/drawing/2014/main" id="{ABAF9736-9BB0-0664-8EA5-44B66E09B9B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3" name="Ellipse 472">
                <a:extLst>
                  <a:ext uri="{FF2B5EF4-FFF2-40B4-BE49-F238E27FC236}">
                    <a16:creationId xmlns:a16="http://schemas.microsoft.com/office/drawing/2014/main" id="{275299B3-7EDE-54F5-A7B3-BFE3D53DA60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4" name="Ellipse 473">
                <a:extLst>
                  <a:ext uri="{FF2B5EF4-FFF2-40B4-BE49-F238E27FC236}">
                    <a16:creationId xmlns:a16="http://schemas.microsoft.com/office/drawing/2014/main" id="{FA22F1E4-6EF5-8E47-3216-A0F26F47148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5" name="Ellipse 474">
                <a:extLst>
                  <a:ext uri="{FF2B5EF4-FFF2-40B4-BE49-F238E27FC236}">
                    <a16:creationId xmlns:a16="http://schemas.microsoft.com/office/drawing/2014/main" id="{E2839E46-058A-481A-2FDB-7876B2D20FB4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476" name="Gruppieren 475">
              <a:extLst>
                <a:ext uri="{FF2B5EF4-FFF2-40B4-BE49-F238E27FC236}">
                  <a16:creationId xmlns:a16="http://schemas.microsoft.com/office/drawing/2014/main" id="{45424187-0924-631A-3635-7EECBF4E60F8}"/>
                </a:ext>
              </a:extLst>
            </p:cNvPr>
            <p:cNvGrpSpPr/>
            <p:nvPr/>
          </p:nvGrpSpPr>
          <p:grpSpPr>
            <a:xfrm rot="14691760" flipV="1">
              <a:off x="4019546" y="2824115"/>
              <a:ext cx="2953403" cy="2665423"/>
              <a:chOff x="9535110" y="4663981"/>
              <a:chExt cx="2953403" cy="2665423"/>
            </a:xfrm>
          </p:grpSpPr>
          <p:sp>
            <p:nvSpPr>
              <p:cNvPr id="477" name="Ellipse 476">
                <a:extLst>
                  <a:ext uri="{FF2B5EF4-FFF2-40B4-BE49-F238E27FC236}">
                    <a16:creationId xmlns:a16="http://schemas.microsoft.com/office/drawing/2014/main" id="{7D5EB0CE-0D43-5469-860F-9E7419A937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8" name="Ellipse 477">
                <a:extLst>
                  <a:ext uri="{FF2B5EF4-FFF2-40B4-BE49-F238E27FC236}">
                    <a16:creationId xmlns:a16="http://schemas.microsoft.com/office/drawing/2014/main" id="{43123FFA-B7CD-D464-5AFB-427290DA0A4E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9" name="Ellipse 478">
                <a:extLst>
                  <a:ext uri="{FF2B5EF4-FFF2-40B4-BE49-F238E27FC236}">
                    <a16:creationId xmlns:a16="http://schemas.microsoft.com/office/drawing/2014/main" id="{323ACAE8-B308-6B0E-EAA0-9B593C424278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0" name="Ellipse 479">
                <a:extLst>
                  <a:ext uri="{FF2B5EF4-FFF2-40B4-BE49-F238E27FC236}">
                    <a16:creationId xmlns:a16="http://schemas.microsoft.com/office/drawing/2014/main" id="{B189ACC8-5796-71D7-B915-0088BA988A8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1" name="Ellipse 480">
                <a:extLst>
                  <a:ext uri="{FF2B5EF4-FFF2-40B4-BE49-F238E27FC236}">
                    <a16:creationId xmlns:a16="http://schemas.microsoft.com/office/drawing/2014/main" id="{E1D0796B-06AD-24C6-38E1-557B68CBF412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2" name="Ellipse 481">
                <a:extLst>
                  <a:ext uri="{FF2B5EF4-FFF2-40B4-BE49-F238E27FC236}">
                    <a16:creationId xmlns:a16="http://schemas.microsoft.com/office/drawing/2014/main" id="{F8AB787C-3E7C-37B9-0853-6348864F7B2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3" name="Ellipse 482">
                <a:extLst>
                  <a:ext uri="{FF2B5EF4-FFF2-40B4-BE49-F238E27FC236}">
                    <a16:creationId xmlns:a16="http://schemas.microsoft.com/office/drawing/2014/main" id="{A8BB477D-B1E6-4586-69FC-C5883569A8E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4" name="Ellipse 483">
                <a:extLst>
                  <a:ext uri="{FF2B5EF4-FFF2-40B4-BE49-F238E27FC236}">
                    <a16:creationId xmlns:a16="http://schemas.microsoft.com/office/drawing/2014/main" id="{A1D032AB-2A8D-2364-B082-64AD8F90B4F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5" name="Ellipse 484">
                <a:extLst>
                  <a:ext uri="{FF2B5EF4-FFF2-40B4-BE49-F238E27FC236}">
                    <a16:creationId xmlns:a16="http://schemas.microsoft.com/office/drawing/2014/main" id="{F0FF055F-1E0C-0C2B-4D00-DE0A576DB92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6" name="Ellipse 485">
                <a:extLst>
                  <a:ext uri="{FF2B5EF4-FFF2-40B4-BE49-F238E27FC236}">
                    <a16:creationId xmlns:a16="http://schemas.microsoft.com/office/drawing/2014/main" id="{FC3EB584-6FC1-29EC-C43D-EE6D2DC6301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7" name="Ellipse 486">
                <a:extLst>
                  <a:ext uri="{FF2B5EF4-FFF2-40B4-BE49-F238E27FC236}">
                    <a16:creationId xmlns:a16="http://schemas.microsoft.com/office/drawing/2014/main" id="{704752E5-0A82-19EE-93FF-C266C90142E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8" name="Ellipse 487">
                <a:extLst>
                  <a:ext uri="{FF2B5EF4-FFF2-40B4-BE49-F238E27FC236}">
                    <a16:creationId xmlns:a16="http://schemas.microsoft.com/office/drawing/2014/main" id="{F5F4F243-1473-D6AF-51B6-49C6479C36B4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9" name="Ellipse 488">
                <a:extLst>
                  <a:ext uri="{FF2B5EF4-FFF2-40B4-BE49-F238E27FC236}">
                    <a16:creationId xmlns:a16="http://schemas.microsoft.com/office/drawing/2014/main" id="{DB23C8F8-6332-7BE5-29D7-FF4C53962779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0" name="Ellipse 489">
                <a:extLst>
                  <a:ext uri="{FF2B5EF4-FFF2-40B4-BE49-F238E27FC236}">
                    <a16:creationId xmlns:a16="http://schemas.microsoft.com/office/drawing/2014/main" id="{2DB7E7EB-E8E6-DCE0-5BBB-CD0B62783C89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1" name="Ellipse 490">
                <a:extLst>
                  <a:ext uri="{FF2B5EF4-FFF2-40B4-BE49-F238E27FC236}">
                    <a16:creationId xmlns:a16="http://schemas.microsoft.com/office/drawing/2014/main" id="{D59909CF-D56C-8F2A-4993-6EBA5F5DD424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2" name="Ellipse 491">
                <a:extLst>
                  <a:ext uri="{FF2B5EF4-FFF2-40B4-BE49-F238E27FC236}">
                    <a16:creationId xmlns:a16="http://schemas.microsoft.com/office/drawing/2014/main" id="{79B1DF08-68FD-4D80-F0A8-6FB5CC29A6B5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3" name="Ellipse 492">
                <a:extLst>
                  <a:ext uri="{FF2B5EF4-FFF2-40B4-BE49-F238E27FC236}">
                    <a16:creationId xmlns:a16="http://schemas.microsoft.com/office/drawing/2014/main" id="{F8834DA8-74D2-655D-B5C2-0A948B6299D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4" name="Ellipse 493">
                <a:extLst>
                  <a:ext uri="{FF2B5EF4-FFF2-40B4-BE49-F238E27FC236}">
                    <a16:creationId xmlns:a16="http://schemas.microsoft.com/office/drawing/2014/main" id="{F493DFDB-0194-BEA5-A7A9-EBF8E189CB3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5" name="Ellipse 494">
                <a:extLst>
                  <a:ext uri="{FF2B5EF4-FFF2-40B4-BE49-F238E27FC236}">
                    <a16:creationId xmlns:a16="http://schemas.microsoft.com/office/drawing/2014/main" id="{319A77B9-BF3C-0F6E-67B0-2D4BD8F94856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6" name="Ellipse 495">
                <a:extLst>
                  <a:ext uri="{FF2B5EF4-FFF2-40B4-BE49-F238E27FC236}">
                    <a16:creationId xmlns:a16="http://schemas.microsoft.com/office/drawing/2014/main" id="{C47FAB1F-A945-9FDE-82F5-D3B439805E7B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7" name="Ellipse 496">
                <a:extLst>
                  <a:ext uri="{FF2B5EF4-FFF2-40B4-BE49-F238E27FC236}">
                    <a16:creationId xmlns:a16="http://schemas.microsoft.com/office/drawing/2014/main" id="{EC984131-C2A4-1654-929D-3AC93F699B2F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8" name="Ellipse 497">
                <a:extLst>
                  <a:ext uri="{FF2B5EF4-FFF2-40B4-BE49-F238E27FC236}">
                    <a16:creationId xmlns:a16="http://schemas.microsoft.com/office/drawing/2014/main" id="{4056FFA1-58CC-E948-1560-619B68B5688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9" name="Ellipse 498">
                <a:extLst>
                  <a:ext uri="{FF2B5EF4-FFF2-40B4-BE49-F238E27FC236}">
                    <a16:creationId xmlns:a16="http://schemas.microsoft.com/office/drawing/2014/main" id="{055F5931-3FA0-476B-1A57-C6F2C51D5647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0" name="Ellipse 499">
                <a:extLst>
                  <a:ext uri="{FF2B5EF4-FFF2-40B4-BE49-F238E27FC236}">
                    <a16:creationId xmlns:a16="http://schemas.microsoft.com/office/drawing/2014/main" id="{380EE655-50CD-188B-68F2-102BC609DBAB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1" name="Ellipse 500">
                <a:extLst>
                  <a:ext uri="{FF2B5EF4-FFF2-40B4-BE49-F238E27FC236}">
                    <a16:creationId xmlns:a16="http://schemas.microsoft.com/office/drawing/2014/main" id="{D0DB6312-BCDF-31FC-7E7E-E8848CAA65B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02" name="Gruppieren 501">
              <a:extLst>
                <a:ext uri="{FF2B5EF4-FFF2-40B4-BE49-F238E27FC236}">
                  <a16:creationId xmlns:a16="http://schemas.microsoft.com/office/drawing/2014/main" id="{484AD92C-789F-1AC4-5162-3046966B56FD}"/>
                </a:ext>
              </a:extLst>
            </p:cNvPr>
            <p:cNvGrpSpPr/>
            <p:nvPr/>
          </p:nvGrpSpPr>
          <p:grpSpPr>
            <a:xfrm rot="17100000">
              <a:off x="1691959" y="3094733"/>
              <a:ext cx="2953403" cy="2665423"/>
              <a:chOff x="9535110" y="4663981"/>
              <a:chExt cx="2953403" cy="2665423"/>
            </a:xfrm>
          </p:grpSpPr>
          <p:sp>
            <p:nvSpPr>
              <p:cNvPr id="503" name="Ellipse 502">
                <a:extLst>
                  <a:ext uri="{FF2B5EF4-FFF2-40B4-BE49-F238E27FC236}">
                    <a16:creationId xmlns:a16="http://schemas.microsoft.com/office/drawing/2014/main" id="{30948BBD-C33A-C708-464E-724271FC858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4" name="Ellipse 503">
                <a:extLst>
                  <a:ext uri="{FF2B5EF4-FFF2-40B4-BE49-F238E27FC236}">
                    <a16:creationId xmlns:a16="http://schemas.microsoft.com/office/drawing/2014/main" id="{26ACD503-573A-204E-868E-90AFBAA6C655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5" name="Ellipse 504">
                <a:extLst>
                  <a:ext uri="{FF2B5EF4-FFF2-40B4-BE49-F238E27FC236}">
                    <a16:creationId xmlns:a16="http://schemas.microsoft.com/office/drawing/2014/main" id="{91F2DD2D-FCFF-BE00-C3B8-EB37FF64A33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6" name="Ellipse 505">
                <a:extLst>
                  <a:ext uri="{FF2B5EF4-FFF2-40B4-BE49-F238E27FC236}">
                    <a16:creationId xmlns:a16="http://schemas.microsoft.com/office/drawing/2014/main" id="{3BE1666E-8C23-A324-D82B-32DEFFB93B4F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7" name="Ellipse 506">
                <a:extLst>
                  <a:ext uri="{FF2B5EF4-FFF2-40B4-BE49-F238E27FC236}">
                    <a16:creationId xmlns:a16="http://schemas.microsoft.com/office/drawing/2014/main" id="{9A7B1C66-BC16-70F0-CCAD-6A84E822BC9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8" name="Ellipse 507">
                <a:extLst>
                  <a:ext uri="{FF2B5EF4-FFF2-40B4-BE49-F238E27FC236}">
                    <a16:creationId xmlns:a16="http://schemas.microsoft.com/office/drawing/2014/main" id="{DB07F388-6B28-20F9-87B2-9CB9E6292AE5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9" name="Ellipse 508">
                <a:extLst>
                  <a:ext uri="{FF2B5EF4-FFF2-40B4-BE49-F238E27FC236}">
                    <a16:creationId xmlns:a16="http://schemas.microsoft.com/office/drawing/2014/main" id="{80B4F7E1-B7E4-052A-8BE2-5BDFAB14EEB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0" name="Ellipse 509">
                <a:extLst>
                  <a:ext uri="{FF2B5EF4-FFF2-40B4-BE49-F238E27FC236}">
                    <a16:creationId xmlns:a16="http://schemas.microsoft.com/office/drawing/2014/main" id="{E0A8E1AE-018B-F22D-9A1F-605525B45253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1" name="Ellipse 510">
                <a:extLst>
                  <a:ext uri="{FF2B5EF4-FFF2-40B4-BE49-F238E27FC236}">
                    <a16:creationId xmlns:a16="http://schemas.microsoft.com/office/drawing/2014/main" id="{FED720A9-BDF3-1FF9-6930-5ECB0712C94A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2" name="Ellipse 511">
                <a:extLst>
                  <a:ext uri="{FF2B5EF4-FFF2-40B4-BE49-F238E27FC236}">
                    <a16:creationId xmlns:a16="http://schemas.microsoft.com/office/drawing/2014/main" id="{F0A9A804-E208-D64D-9837-D0A2204129D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3" name="Ellipse 512">
                <a:extLst>
                  <a:ext uri="{FF2B5EF4-FFF2-40B4-BE49-F238E27FC236}">
                    <a16:creationId xmlns:a16="http://schemas.microsoft.com/office/drawing/2014/main" id="{2252CC34-6D42-BCED-6ECA-F07A3F3A2C1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4" name="Ellipse 513">
                <a:extLst>
                  <a:ext uri="{FF2B5EF4-FFF2-40B4-BE49-F238E27FC236}">
                    <a16:creationId xmlns:a16="http://schemas.microsoft.com/office/drawing/2014/main" id="{9CE27DA1-19E7-BD42-1BD3-C918E2AB6F99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5" name="Ellipse 514">
                <a:extLst>
                  <a:ext uri="{FF2B5EF4-FFF2-40B4-BE49-F238E27FC236}">
                    <a16:creationId xmlns:a16="http://schemas.microsoft.com/office/drawing/2014/main" id="{1D817A3B-49FD-42AE-FA07-866774A4144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6" name="Ellipse 515">
                <a:extLst>
                  <a:ext uri="{FF2B5EF4-FFF2-40B4-BE49-F238E27FC236}">
                    <a16:creationId xmlns:a16="http://schemas.microsoft.com/office/drawing/2014/main" id="{05F3866D-DE29-29DA-8895-4364DD5926D7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7" name="Ellipse 516">
                <a:extLst>
                  <a:ext uri="{FF2B5EF4-FFF2-40B4-BE49-F238E27FC236}">
                    <a16:creationId xmlns:a16="http://schemas.microsoft.com/office/drawing/2014/main" id="{62E70C53-86A5-C173-0E3D-F70DA6A19AC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8" name="Ellipse 517">
                <a:extLst>
                  <a:ext uri="{FF2B5EF4-FFF2-40B4-BE49-F238E27FC236}">
                    <a16:creationId xmlns:a16="http://schemas.microsoft.com/office/drawing/2014/main" id="{DD6AB09D-2639-800A-96E1-53489D3C9EB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9" name="Ellipse 518">
                <a:extLst>
                  <a:ext uri="{FF2B5EF4-FFF2-40B4-BE49-F238E27FC236}">
                    <a16:creationId xmlns:a16="http://schemas.microsoft.com/office/drawing/2014/main" id="{F3BE31AC-E09E-7A91-37AF-EDEB179EBCB8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0" name="Ellipse 519">
                <a:extLst>
                  <a:ext uri="{FF2B5EF4-FFF2-40B4-BE49-F238E27FC236}">
                    <a16:creationId xmlns:a16="http://schemas.microsoft.com/office/drawing/2014/main" id="{F9B921FB-067D-EA44-6F71-4CAC3DF21036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1" name="Ellipse 520">
                <a:extLst>
                  <a:ext uri="{FF2B5EF4-FFF2-40B4-BE49-F238E27FC236}">
                    <a16:creationId xmlns:a16="http://schemas.microsoft.com/office/drawing/2014/main" id="{9CC0F0E5-8075-3A05-7F60-BA588E668588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2" name="Ellipse 521">
                <a:extLst>
                  <a:ext uri="{FF2B5EF4-FFF2-40B4-BE49-F238E27FC236}">
                    <a16:creationId xmlns:a16="http://schemas.microsoft.com/office/drawing/2014/main" id="{FFD213EE-EFD5-53B6-D858-26B8E75DADB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3" name="Ellipse 522">
                <a:extLst>
                  <a:ext uri="{FF2B5EF4-FFF2-40B4-BE49-F238E27FC236}">
                    <a16:creationId xmlns:a16="http://schemas.microsoft.com/office/drawing/2014/main" id="{768820DC-71B1-2DB0-E90C-EB8C1667E84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4" name="Ellipse 523">
                <a:extLst>
                  <a:ext uri="{FF2B5EF4-FFF2-40B4-BE49-F238E27FC236}">
                    <a16:creationId xmlns:a16="http://schemas.microsoft.com/office/drawing/2014/main" id="{07207308-30DA-DB23-C3B6-D2BCCA4E427D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5" name="Ellipse 524">
                <a:extLst>
                  <a:ext uri="{FF2B5EF4-FFF2-40B4-BE49-F238E27FC236}">
                    <a16:creationId xmlns:a16="http://schemas.microsoft.com/office/drawing/2014/main" id="{7C7D9BBA-5959-EBB0-6DFE-8D66946DF0A3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6" name="Ellipse 525">
                <a:extLst>
                  <a:ext uri="{FF2B5EF4-FFF2-40B4-BE49-F238E27FC236}">
                    <a16:creationId xmlns:a16="http://schemas.microsoft.com/office/drawing/2014/main" id="{750BDAE9-99FA-C281-3DEB-A4FED9AC3E5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7" name="Ellipse 526">
                <a:extLst>
                  <a:ext uri="{FF2B5EF4-FFF2-40B4-BE49-F238E27FC236}">
                    <a16:creationId xmlns:a16="http://schemas.microsoft.com/office/drawing/2014/main" id="{2408039F-F442-9E98-34DA-5722BE5330D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28" name="Gruppieren 527">
              <a:extLst>
                <a:ext uri="{FF2B5EF4-FFF2-40B4-BE49-F238E27FC236}">
                  <a16:creationId xmlns:a16="http://schemas.microsoft.com/office/drawing/2014/main" id="{C67097AA-0AC1-AAF1-DC67-3BCECB3A0D0C}"/>
                </a:ext>
              </a:extLst>
            </p:cNvPr>
            <p:cNvGrpSpPr/>
            <p:nvPr/>
          </p:nvGrpSpPr>
          <p:grpSpPr>
            <a:xfrm rot="4912871">
              <a:off x="3270237" y="1783421"/>
              <a:ext cx="2953403" cy="2665423"/>
              <a:chOff x="9535110" y="4663981"/>
              <a:chExt cx="2953403" cy="2665423"/>
            </a:xfrm>
          </p:grpSpPr>
          <p:sp>
            <p:nvSpPr>
              <p:cNvPr id="529" name="Ellipse 528">
                <a:extLst>
                  <a:ext uri="{FF2B5EF4-FFF2-40B4-BE49-F238E27FC236}">
                    <a16:creationId xmlns:a16="http://schemas.microsoft.com/office/drawing/2014/main" id="{2E2A6B18-024C-4D82-C5AC-BACC37CCE1DA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0" name="Ellipse 529">
                <a:extLst>
                  <a:ext uri="{FF2B5EF4-FFF2-40B4-BE49-F238E27FC236}">
                    <a16:creationId xmlns:a16="http://schemas.microsoft.com/office/drawing/2014/main" id="{74F723A3-9ADE-2DF7-32EB-F6EF247EE47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1" name="Ellipse 530">
                <a:extLst>
                  <a:ext uri="{FF2B5EF4-FFF2-40B4-BE49-F238E27FC236}">
                    <a16:creationId xmlns:a16="http://schemas.microsoft.com/office/drawing/2014/main" id="{0C11754A-7A29-19FB-84B1-5E72B4147695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2" name="Ellipse 531">
                <a:extLst>
                  <a:ext uri="{FF2B5EF4-FFF2-40B4-BE49-F238E27FC236}">
                    <a16:creationId xmlns:a16="http://schemas.microsoft.com/office/drawing/2014/main" id="{CFEDBD90-A966-80DB-536F-F4448EB2B6E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3" name="Ellipse 532">
                <a:extLst>
                  <a:ext uri="{FF2B5EF4-FFF2-40B4-BE49-F238E27FC236}">
                    <a16:creationId xmlns:a16="http://schemas.microsoft.com/office/drawing/2014/main" id="{6BD0708E-9839-5225-F8B8-DC58EEA23E4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4" name="Ellipse 533">
                <a:extLst>
                  <a:ext uri="{FF2B5EF4-FFF2-40B4-BE49-F238E27FC236}">
                    <a16:creationId xmlns:a16="http://schemas.microsoft.com/office/drawing/2014/main" id="{8B76242D-3C98-F810-FB4F-BEF678D8081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5" name="Ellipse 534">
                <a:extLst>
                  <a:ext uri="{FF2B5EF4-FFF2-40B4-BE49-F238E27FC236}">
                    <a16:creationId xmlns:a16="http://schemas.microsoft.com/office/drawing/2014/main" id="{893F35BA-3743-AB32-1584-88A9DD9BA7E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6" name="Ellipse 535">
                <a:extLst>
                  <a:ext uri="{FF2B5EF4-FFF2-40B4-BE49-F238E27FC236}">
                    <a16:creationId xmlns:a16="http://schemas.microsoft.com/office/drawing/2014/main" id="{DD2F60B4-DCDA-05C7-A3A3-ECCE406AE45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7" name="Ellipse 536">
                <a:extLst>
                  <a:ext uri="{FF2B5EF4-FFF2-40B4-BE49-F238E27FC236}">
                    <a16:creationId xmlns:a16="http://schemas.microsoft.com/office/drawing/2014/main" id="{E859EFEC-4D2D-82DF-303B-6AF4A6633335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8" name="Ellipse 537">
                <a:extLst>
                  <a:ext uri="{FF2B5EF4-FFF2-40B4-BE49-F238E27FC236}">
                    <a16:creationId xmlns:a16="http://schemas.microsoft.com/office/drawing/2014/main" id="{50434FA3-A3E0-AD30-B67C-DF76B8BBCD54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9" name="Ellipse 538">
                <a:extLst>
                  <a:ext uri="{FF2B5EF4-FFF2-40B4-BE49-F238E27FC236}">
                    <a16:creationId xmlns:a16="http://schemas.microsoft.com/office/drawing/2014/main" id="{561B479A-9C9C-DA25-949A-1696B6D8A250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0" name="Ellipse 539">
                <a:extLst>
                  <a:ext uri="{FF2B5EF4-FFF2-40B4-BE49-F238E27FC236}">
                    <a16:creationId xmlns:a16="http://schemas.microsoft.com/office/drawing/2014/main" id="{6F034023-8BF9-3293-DF37-D5E37CD92F0E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1" name="Ellipse 540">
                <a:extLst>
                  <a:ext uri="{FF2B5EF4-FFF2-40B4-BE49-F238E27FC236}">
                    <a16:creationId xmlns:a16="http://schemas.microsoft.com/office/drawing/2014/main" id="{4F77067E-6B11-503F-5BF0-E11C2B7B845A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2" name="Ellipse 541">
                <a:extLst>
                  <a:ext uri="{FF2B5EF4-FFF2-40B4-BE49-F238E27FC236}">
                    <a16:creationId xmlns:a16="http://schemas.microsoft.com/office/drawing/2014/main" id="{F62C6713-651A-0DB7-3B25-4A94D4068E7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3" name="Ellipse 542">
                <a:extLst>
                  <a:ext uri="{FF2B5EF4-FFF2-40B4-BE49-F238E27FC236}">
                    <a16:creationId xmlns:a16="http://schemas.microsoft.com/office/drawing/2014/main" id="{D6271D3B-C530-3409-4882-BF8B6AE4516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4" name="Ellipse 543">
                <a:extLst>
                  <a:ext uri="{FF2B5EF4-FFF2-40B4-BE49-F238E27FC236}">
                    <a16:creationId xmlns:a16="http://schemas.microsoft.com/office/drawing/2014/main" id="{A1096107-7C43-F009-FA68-10B44B48ECB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5" name="Ellipse 544">
                <a:extLst>
                  <a:ext uri="{FF2B5EF4-FFF2-40B4-BE49-F238E27FC236}">
                    <a16:creationId xmlns:a16="http://schemas.microsoft.com/office/drawing/2014/main" id="{4B84EE46-C350-8F3D-E4AE-3D851E3B14D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6" name="Ellipse 545">
                <a:extLst>
                  <a:ext uri="{FF2B5EF4-FFF2-40B4-BE49-F238E27FC236}">
                    <a16:creationId xmlns:a16="http://schemas.microsoft.com/office/drawing/2014/main" id="{C8E752D1-F238-B4E7-8AF4-E15A1067D51C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7" name="Ellipse 546">
                <a:extLst>
                  <a:ext uri="{FF2B5EF4-FFF2-40B4-BE49-F238E27FC236}">
                    <a16:creationId xmlns:a16="http://schemas.microsoft.com/office/drawing/2014/main" id="{86500A67-7123-62F3-2AF7-C81B7B1D38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8" name="Ellipse 547">
                <a:extLst>
                  <a:ext uri="{FF2B5EF4-FFF2-40B4-BE49-F238E27FC236}">
                    <a16:creationId xmlns:a16="http://schemas.microsoft.com/office/drawing/2014/main" id="{53B62513-38E7-2537-0FCB-0FB356AB2AE1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9" name="Ellipse 548">
                <a:extLst>
                  <a:ext uri="{FF2B5EF4-FFF2-40B4-BE49-F238E27FC236}">
                    <a16:creationId xmlns:a16="http://schemas.microsoft.com/office/drawing/2014/main" id="{94C835AC-3FF8-82F1-163F-4D1918A7991A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0" name="Ellipse 549">
                <a:extLst>
                  <a:ext uri="{FF2B5EF4-FFF2-40B4-BE49-F238E27FC236}">
                    <a16:creationId xmlns:a16="http://schemas.microsoft.com/office/drawing/2014/main" id="{2CCD811D-3073-DFFA-BE2E-ACA2E8A47C9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1" name="Ellipse 550">
                <a:extLst>
                  <a:ext uri="{FF2B5EF4-FFF2-40B4-BE49-F238E27FC236}">
                    <a16:creationId xmlns:a16="http://schemas.microsoft.com/office/drawing/2014/main" id="{2FCD8766-D053-EB5C-9801-50C90F76807C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2" name="Ellipse 551">
                <a:extLst>
                  <a:ext uri="{FF2B5EF4-FFF2-40B4-BE49-F238E27FC236}">
                    <a16:creationId xmlns:a16="http://schemas.microsoft.com/office/drawing/2014/main" id="{1DC1DCDC-5BC9-F49F-AC0F-B8F00AAAE760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3" name="Ellipse 552">
                <a:extLst>
                  <a:ext uri="{FF2B5EF4-FFF2-40B4-BE49-F238E27FC236}">
                    <a16:creationId xmlns:a16="http://schemas.microsoft.com/office/drawing/2014/main" id="{15F396B6-6EE9-EC6D-FABC-83C744BFAA8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54" name="Gruppieren 553">
              <a:extLst>
                <a:ext uri="{FF2B5EF4-FFF2-40B4-BE49-F238E27FC236}">
                  <a16:creationId xmlns:a16="http://schemas.microsoft.com/office/drawing/2014/main" id="{77776008-9DD7-69EF-A652-68246B8F9B70}"/>
                </a:ext>
              </a:extLst>
            </p:cNvPr>
            <p:cNvGrpSpPr/>
            <p:nvPr/>
          </p:nvGrpSpPr>
          <p:grpSpPr>
            <a:xfrm rot="17100000">
              <a:off x="-826413" y="3180709"/>
              <a:ext cx="4629584" cy="2788981"/>
              <a:chOff x="-324210" y="4706992"/>
              <a:chExt cx="4629584" cy="2788981"/>
            </a:xfrm>
          </p:grpSpPr>
          <p:sp>
            <p:nvSpPr>
              <p:cNvPr id="555" name="Ellipse 554">
                <a:extLst>
                  <a:ext uri="{FF2B5EF4-FFF2-40B4-BE49-F238E27FC236}">
                    <a16:creationId xmlns:a16="http://schemas.microsoft.com/office/drawing/2014/main" id="{B36014FF-82AD-5C72-B6F1-71440CB72A3A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6" name="Ellipse 555">
                <a:extLst>
                  <a:ext uri="{FF2B5EF4-FFF2-40B4-BE49-F238E27FC236}">
                    <a16:creationId xmlns:a16="http://schemas.microsoft.com/office/drawing/2014/main" id="{B5A15CDB-2A06-3601-C291-81680257D47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7" name="Ellipse 556">
                <a:extLst>
                  <a:ext uri="{FF2B5EF4-FFF2-40B4-BE49-F238E27FC236}">
                    <a16:creationId xmlns:a16="http://schemas.microsoft.com/office/drawing/2014/main" id="{704A6F9D-B3B3-5DA1-BEF0-E6F96E4418CA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8" name="Ellipse 557">
                <a:extLst>
                  <a:ext uri="{FF2B5EF4-FFF2-40B4-BE49-F238E27FC236}">
                    <a16:creationId xmlns:a16="http://schemas.microsoft.com/office/drawing/2014/main" id="{0E6FDE0D-417C-BFE0-6EC2-8A6E8FCEE10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9" name="Ellipse 558">
                <a:extLst>
                  <a:ext uri="{FF2B5EF4-FFF2-40B4-BE49-F238E27FC236}">
                    <a16:creationId xmlns:a16="http://schemas.microsoft.com/office/drawing/2014/main" id="{290EB1E1-6AB0-0B68-DF98-E59587865AEB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0" name="Ellipse 559">
                <a:extLst>
                  <a:ext uri="{FF2B5EF4-FFF2-40B4-BE49-F238E27FC236}">
                    <a16:creationId xmlns:a16="http://schemas.microsoft.com/office/drawing/2014/main" id="{47B1D3F0-7F50-182C-7EC3-6412CB64DEDE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1" name="Ellipse 560">
                <a:extLst>
                  <a:ext uri="{FF2B5EF4-FFF2-40B4-BE49-F238E27FC236}">
                    <a16:creationId xmlns:a16="http://schemas.microsoft.com/office/drawing/2014/main" id="{CC51720A-5814-0A9B-9028-DDB05A286A1F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2" name="Ellipse 561">
                <a:extLst>
                  <a:ext uri="{FF2B5EF4-FFF2-40B4-BE49-F238E27FC236}">
                    <a16:creationId xmlns:a16="http://schemas.microsoft.com/office/drawing/2014/main" id="{40D8CFAD-9EA2-BC59-188D-7976DEE1799E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3" name="Ellipse 562">
                <a:extLst>
                  <a:ext uri="{FF2B5EF4-FFF2-40B4-BE49-F238E27FC236}">
                    <a16:creationId xmlns:a16="http://schemas.microsoft.com/office/drawing/2014/main" id="{DFA76DF5-188C-673B-6425-C0A4052204C6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4" name="Ellipse 563">
                <a:extLst>
                  <a:ext uri="{FF2B5EF4-FFF2-40B4-BE49-F238E27FC236}">
                    <a16:creationId xmlns:a16="http://schemas.microsoft.com/office/drawing/2014/main" id="{6E190211-03DE-018D-46E7-0BFB480D92BD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5" name="Ellipse 564">
                <a:extLst>
                  <a:ext uri="{FF2B5EF4-FFF2-40B4-BE49-F238E27FC236}">
                    <a16:creationId xmlns:a16="http://schemas.microsoft.com/office/drawing/2014/main" id="{31FBB2F7-96F3-2D25-732C-31A60CE0F962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6" name="Ellipse 565">
                <a:extLst>
                  <a:ext uri="{FF2B5EF4-FFF2-40B4-BE49-F238E27FC236}">
                    <a16:creationId xmlns:a16="http://schemas.microsoft.com/office/drawing/2014/main" id="{9C6EEDBE-A402-E1B8-EF8F-844A6E1ADE4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7" name="Ellipse 566">
                <a:extLst>
                  <a:ext uri="{FF2B5EF4-FFF2-40B4-BE49-F238E27FC236}">
                    <a16:creationId xmlns:a16="http://schemas.microsoft.com/office/drawing/2014/main" id="{9BB5ACE4-1690-7CB1-D02D-33BEC15504D3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8" name="Ellipse 567">
                <a:extLst>
                  <a:ext uri="{FF2B5EF4-FFF2-40B4-BE49-F238E27FC236}">
                    <a16:creationId xmlns:a16="http://schemas.microsoft.com/office/drawing/2014/main" id="{6A582F78-B7B5-AFD8-2832-59A4E97E7ECD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9" name="Ellipse 568">
                <a:extLst>
                  <a:ext uri="{FF2B5EF4-FFF2-40B4-BE49-F238E27FC236}">
                    <a16:creationId xmlns:a16="http://schemas.microsoft.com/office/drawing/2014/main" id="{F9DEBCA5-E052-28CE-79CF-0DB2282D48A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0" name="Ellipse 569">
                <a:extLst>
                  <a:ext uri="{FF2B5EF4-FFF2-40B4-BE49-F238E27FC236}">
                    <a16:creationId xmlns:a16="http://schemas.microsoft.com/office/drawing/2014/main" id="{726462F3-2C85-3326-5B57-5F38CBC58E50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1" name="Ellipse 570">
                <a:extLst>
                  <a:ext uri="{FF2B5EF4-FFF2-40B4-BE49-F238E27FC236}">
                    <a16:creationId xmlns:a16="http://schemas.microsoft.com/office/drawing/2014/main" id="{24BECA73-0677-3C12-7F52-3716F67BDCE6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2" name="Ellipse 571">
                <a:extLst>
                  <a:ext uri="{FF2B5EF4-FFF2-40B4-BE49-F238E27FC236}">
                    <a16:creationId xmlns:a16="http://schemas.microsoft.com/office/drawing/2014/main" id="{0BB776BF-D597-A657-4CA6-432A651B34BC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3" name="Ellipse 572">
                <a:extLst>
                  <a:ext uri="{FF2B5EF4-FFF2-40B4-BE49-F238E27FC236}">
                    <a16:creationId xmlns:a16="http://schemas.microsoft.com/office/drawing/2014/main" id="{8D62D57B-D61D-990E-C2E8-E0E9DC22B5DE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4" name="Ellipse 573">
                <a:extLst>
                  <a:ext uri="{FF2B5EF4-FFF2-40B4-BE49-F238E27FC236}">
                    <a16:creationId xmlns:a16="http://schemas.microsoft.com/office/drawing/2014/main" id="{9DCFFD22-54EB-D087-AD4D-52CE8E99673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5" name="Ellipse 574">
                <a:extLst>
                  <a:ext uri="{FF2B5EF4-FFF2-40B4-BE49-F238E27FC236}">
                    <a16:creationId xmlns:a16="http://schemas.microsoft.com/office/drawing/2014/main" id="{AF1E7B8E-59CA-AE8B-8410-12AFD31B6BE7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6" name="Ellipse 575">
                <a:extLst>
                  <a:ext uri="{FF2B5EF4-FFF2-40B4-BE49-F238E27FC236}">
                    <a16:creationId xmlns:a16="http://schemas.microsoft.com/office/drawing/2014/main" id="{E38FC630-7428-9F5F-A220-9CF3CBD01B7D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7" name="Ellipse 576">
                <a:extLst>
                  <a:ext uri="{FF2B5EF4-FFF2-40B4-BE49-F238E27FC236}">
                    <a16:creationId xmlns:a16="http://schemas.microsoft.com/office/drawing/2014/main" id="{D55E519A-9F5E-F23F-68D2-C60CABF7F7D6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8" name="Ellipse 577">
                <a:extLst>
                  <a:ext uri="{FF2B5EF4-FFF2-40B4-BE49-F238E27FC236}">
                    <a16:creationId xmlns:a16="http://schemas.microsoft.com/office/drawing/2014/main" id="{2EBFA6B4-44BC-EA3E-DF34-912B7C80AF71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9" name="Ellipse 578">
                <a:extLst>
                  <a:ext uri="{FF2B5EF4-FFF2-40B4-BE49-F238E27FC236}">
                    <a16:creationId xmlns:a16="http://schemas.microsoft.com/office/drawing/2014/main" id="{D0B7BDA8-03FC-FADD-3E53-507B948A88AD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0" name="Ellipse 579">
                <a:extLst>
                  <a:ext uri="{FF2B5EF4-FFF2-40B4-BE49-F238E27FC236}">
                    <a16:creationId xmlns:a16="http://schemas.microsoft.com/office/drawing/2014/main" id="{4B526BA8-AC18-F740-19E0-AA10CB251F28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1" name="Ellipse 580">
                <a:extLst>
                  <a:ext uri="{FF2B5EF4-FFF2-40B4-BE49-F238E27FC236}">
                    <a16:creationId xmlns:a16="http://schemas.microsoft.com/office/drawing/2014/main" id="{0D2CB272-4FFF-6910-CC0D-B4A60DBA2BDE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2" name="Ellipse 581">
                <a:extLst>
                  <a:ext uri="{FF2B5EF4-FFF2-40B4-BE49-F238E27FC236}">
                    <a16:creationId xmlns:a16="http://schemas.microsoft.com/office/drawing/2014/main" id="{8A01F87A-E521-564C-55C0-F30DB25930D0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83" name="Gruppieren 582">
              <a:extLst>
                <a:ext uri="{FF2B5EF4-FFF2-40B4-BE49-F238E27FC236}">
                  <a16:creationId xmlns:a16="http://schemas.microsoft.com/office/drawing/2014/main" id="{55D29C3C-4FBC-9FF2-FB91-E24AA4BE240F}"/>
                </a:ext>
              </a:extLst>
            </p:cNvPr>
            <p:cNvGrpSpPr/>
            <p:nvPr/>
          </p:nvGrpSpPr>
          <p:grpSpPr>
            <a:xfrm rot="6300000">
              <a:off x="-37673" y="2640234"/>
              <a:ext cx="4629584" cy="2788981"/>
              <a:chOff x="-324210" y="4706992"/>
              <a:chExt cx="4629584" cy="2788981"/>
            </a:xfrm>
          </p:grpSpPr>
          <p:sp>
            <p:nvSpPr>
              <p:cNvPr id="584" name="Ellipse 583">
                <a:extLst>
                  <a:ext uri="{FF2B5EF4-FFF2-40B4-BE49-F238E27FC236}">
                    <a16:creationId xmlns:a16="http://schemas.microsoft.com/office/drawing/2014/main" id="{1E9DD232-A28E-0E47-B5F6-2C3F945DFC25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5" name="Ellipse 584">
                <a:extLst>
                  <a:ext uri="{FF2B5EF4-FFF2-40B4-BE49-F238E27FC236}">
                    <a16:creationId xmlns:a16="http://schemas.microsoft.com/office/drawing/2014/main" id="{591C2066-5367-7E90-1BC8-DE442FC777EA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6" name="Ellipse 585">
                <a:extLst>
                  <a:ext uri="{FF2B5EF4-FFF2-40B4-BE49-F238E27FC236}">
                    <a16:creationId xmlns:a16="http://schemas.microsoft.com/office/drawing/2014/main" id="{BBC5CD2D-DE18-58DC-94E9-E03E25892039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7" name="Ellipse 586">
                <a:extLst>
                  <a:ext uri="{FF2B5EF4-FFF2-40B4-BE49-F238E27FC236}">
                    <a16:creationId xmlns:a16="http://schemas.microsoft.com/office/drawing/2014/main" id="{B17F4E60-84BF-3C26-BE75-0CD17AC0AC8B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8" name="Ellipse 587">
                <a:extLst>
                  <a:ext uri="{FF2B5EF4-FFF2-40B4-BE49-F238E27FC236}">
                    <a16:creationId xmlns:a16="http://schemas.microsoft.com/office/drawing/2014/main" id="{4DBAC59C-8203-0D96-E3BE-36D0B29FDBD7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9" name="Ellipse 588">
                <a:extLst>
                  <a:ext uri="{FF2B5EF4-FFF2-40B4-BE49-F238E27FC236}">
                    <a16:creationId xmlns:a16="http://schemas.microsoft.com/office/drawing/2014/main" id="{87A150B1-FBA6-14C9-2E8C-4078E811E83E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0" name="Ellipse 589">
                <a:extLst>
                  <a:ext uri="{FF2B5EF4-FFF2-40B4-BE49-F238E27FC236}">
                    <a16:creationId xmlns:a16="http://schemas.microsoft.com/office/drawing/2014/main" id="{41D12A71-6C92-8629-3ECC-E298C81DE6D5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1" name="Ellipse 590">
                <a:extLst>
                  <a:ext uri="{FF2B5EF4-FFF2-40B4-BE49-F238E27FC236}">
                    <a16:creationId xmlns:a16="http://schemas.microsoft.com/office/drawing/2014/main" id="{A50BDFF6-B076-58E9-C610-62C288CFAAA5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2" name="Ellipse 591">
                <a:extLst>
                  <a:ext uri="{FF2B5EF4-FFF2-40B4-BE49-F238E27FC236}">
                    <a16:creationId xmlns:a16="http://schemas.microsoft.com/office/drawing/2014/main" id="{8193DB68-8950-EE5C-EB58-9092A36FE2DE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3" name="Ellipse 592">
                <a:extLst>
                  <a:ext uri="{FF2B5EF4-FFF2-40B4-BE49-F238E27FC236}">
                    <a16:creationId xmlns:a16="http://schemas.microsoft.com/office/drawing/2014/main" id="{E030464A-4B35-D785-6C21-DB663A11AAB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4" name="Ellipse 593">
                <a:extLst>
                  <a:ext uri="{FF2B5EF4-FFF2-40B4-BE49-F238E27FC236}">
                    <a16:creationId xmlns:a16="http://schemas.microsoft.com/office/drawing/2014/main" id="{D19BA8F9-D738-8FDF-9EF3-1BD9CB4571B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5" name="Ellipse 594">
                <a:extLst>
                  <a:ext uri="{FF2B5EF4-FFF2-40B4-BE49-F238E27FC236}">
                    <a16:creationId xmlns:a16="http://schemas.microsoft.com/office/drawing/2014/main" id="{65F6B4C4-17E1-58EE-1594-7D64EB58AB20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6" name="Ellipse 595">
                <a:extLst>
                  <a:ext uri="{FF2B5EF4-FFF2-40B4-BE49-F238E27FC236}">
                    <a16:creationId xmlns:a16="http://schemas.microsoft.com/office/drawing/2014/main" id="{273FF469-CE7D-D511-F084-7A503788A98E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7" name="Ellipse 596">
                <a:extLst>
                  <a:ext uri="{FF2B5EF4-FFF2-40B4-BE49-F238E27FC236}">
                    <a16:creationId xmlns:a16="http://schemas.microsoft.com/office/drawing/2014/main" id="{C4AE0C17-1049-31C3-98FB-3BAF0E344922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8" name="Ellipse 597">
                <a:extLst>
                  <a:ext uri="{FF2B5EF4-FFF2-40B4-BE49-F238E27FC236}">
                    <a16:creationId xmlns:a16="http://schemas.microsoft.com/office/drawing/2014/main" id="{FEDF0BB6-C953-7F2C-D831-3BD8551E71AC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9" name="Ellipse 598">
                <a:extLst>
                  <a:ext uri="{FF2B5EF4-FFF2-40B4-BE49-F238E27FC236}">
                    <a16:creationId xmlns:a16="http://schemas.microsoft.com/office/drawing/2014/main" id="{925DE1C7-65FE-93E7-E596-66938B2A573C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0" name="Ellipse 599">
                <a:extLst>
                  <a:ext uri="{FF2B5EF4-FFF2-40B4-BE49-F238E27FC236}">
                    <a16:creationId xmlns:a16="http://schemas.microsoft.com/office/drawing/2014/main" id="{98EB63B2-20BC-4CA3-C4D7-281DC0A46C3A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1" name="Ellipse 600">
                <a:extLst>
                  <a:ext uri="{FF2B5EF4-FFF2-40B4-BE49-F238E27FC236}">
                    <a16:creationId xmlns:a16="http://schemas.microsoft.com/office/drawing/2014/main" id="{746D28AA-039C-CA52-F82A-2285E7C552C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2" name="Ellipse 601">
                <a:extLst>
                  <a:ext uri="{FF2B5EF4-FFF2-40B4-BE49-F238E27FC236}">
                    <a16:creationId xmlns:a16="http://schemas.microsoft.com/office/drawing/2014/main" id="{E3A08D91-141E-CC34-FEF0-A05E3450D7D2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3" name="Ellipse 602">
                <a:extLst>
                  <a:ext uri="{FF2B5EF4-FFF2-40B4-BE49-F238E27FC236}">
                    <a16:creationId xmlns:a16="http://schemas.microsoft.com/office/drawing/2014/main" id="{1ED5C6BE-5A80-DC55-40EC-76AD1577D96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4" name="Ellipse 603">
                <a:extLst>
                  <a:ext uri="{FF2B5EF4-FFF2-40B4-BE49-F238E27FC236}">
                    <a16:creationId xmlns:a16="http://schemas.microsoft.com/office/drawing/2014/main" id="{F0F49CB6-84C8-1E1C-CFBA-C239046AAD7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5" name="Ellipse 604">
                <a:extLst>
                  <a:ext uri="{FF2B5EF4-FFF2-40B4-BE49-F238E27FC236}">
                    <a16:creationId xmlns:a16="http://schemas.microsoft.com/office/drawing/2014/main" id="{644B8D60-BFB5-2C87-A47E-41853B110116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6" name="Ellipse 605">
                <a:extLst>
                  <a:ext uri="{FF2B5EF4-FFF2-40B4-BE49-F238E27FC236}">
                    <a16:creationId xmlns:a16="http://schemas.microsoft.com/office/drawing/2014/main" id="{38170608-E1D6-E65F-6FD4-BF55425CC22E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7" name="Ellipse 606">
                <a:extLst>
                  <a:ext uri="{FF2B5EF4-FFF2-40B4-BE49-F238E27FC236}">
                    <a16:creationId xmlns:a16="http://schemas.microsoft.com/office/drawing/2014/main" id="{D4C087A1-E131-99F6-CA02-285E1B8AAEF9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8" name="Ellipse 607">
                <a:extLst>
                  <a:ext uri="{FF2B5EF4-FFF2-40B4-BE49-F238E27FC236}">
                    <a16:creationId xmlns:a16="http://schemas.microsoft.com/office/drawing/2014/main" id="{F793DFC1-F5F1-3140-9481-678458D8AFE8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9" name="Ellipse 608">
                <a:extLst>
                  <a:ext uri="{FF2B5EF4-FFF2-40B4-BE49-F238E27FC236}">
                    <a16:creationId xmlns:a16="http://schemas.microsoft.com/office/drawing/2014/main" id="{3908D7C1-1EDC-41E6-44A6-25187278678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0" name="Ellipse 609">
                <a:extLst>
                  <a:ext uri="{FF2B5EF4-FFF2-40B4-BE49-F238E27FC236}">
                    <a16:creationId xmlns:a16="http://schemas.microsoft.com/office/drawing/2014/main" id="{4D6D7C0F-CF39-1A05-51B7-EAC595E952C4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1" name="Ellipse 610">
                <a:extLst>
                  <a:ext uri="{FF2B5EF4-FFF2-40B4-BE49-F238E27FC236}">
                    <a16:creationId xmlns:a16="http://schemas.microsoft.com/office/drawing/2014/main" id="{F1BA40AF-A138-4F9D-E53F-491319ED1F4C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612" name="Gruppieren 611">
              <a:extLst>
                <a:ext uri="{FF2B5EF4-FFF2-40B4-BE49-F238E27FC236}">
                  <a16:creationId xmlns:a16="http://schemas.microsoft.com/office/drawing/2014/main" id="{44A0EDA2-E844-E9DE-6A5F-B8D89CD13026}"/>
                </a:ext>
              </a:extLst>
            </p:cNvPr>
            <p:cNvGrpSpPr/>
            <p:nvPr/>
          </p:nvGrpSpPr>
          <p:grpSpPr>
            <a:xfrm rot="6300000">
              <a:off x="-2289554" y="3513691"/>
              <a:ext cx="4629584" cy="2788981"/>
              <a:chOff x="-324210" y="4706992"/>
              <a:chExt cx="4629584" cy="2788981"/>
            </a:xfrm>
          </p:grpSpPr>
          <p:sp>
            <p:nvSpPr>
              <p:cNvPr id="613" name="Ellipse 612">
                <a:extLst>
                  <a:ext uri="{FF2B5EF4-FFF2-40B4-BE49-F238E27FC236}">
                    <a16:creationId xmlns:a16="http://schemas.microsoft.com/office/drawing/2014/main" id="{EBA46A78-6EAC-341E-11E7-4FEAD4E1293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4" name="Ellipse 613">
                <a:extLst>
                  <a:ext uri="{FF2B5EF4-FFF2-40B4-BE49-F238E27FC236}">
                    <a16:creationId xmlns:a16="http://schemas.microsoft.com/office/drawing/2014/main" id="{C91418B1-6261-14DB-E992-1FE42CA9312B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5" name="Ellipse 614">
                <a:extLst>
                  <a:ext uri="{FF2B5EF4-FFF2-40B4-BE49-F238E27FC236}">
                    <a16:creationId xmlns:a16="http://schemas.microsoft.com/office/drawing/2014/main" id="{9984F8DE-03A3-FDCC-F7FF-8D85E24E3E9D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6" name="Ellipse 615">
                <a:extLst>
                  <a:ext uri="{FF2B5EF4-FFF2-40B4-BE49-F238E27FC236}">
                    <a16:creationId xmlns:a16="http://schemas.microsoft.com/office/drawing/2014/main" id="{940B0451-1DB5-15A6-91AB-54219F7A3B8B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7" name="Ellipse 616">
                <a:extLst>
                  <a:ext uri="{FF2B5EF4-FFF2-40B4-BE49-F238E27FC236}">
                    <a16:creationId xmlns:a16="http://schemas.microsoft.com/office/drawing/2014/main" id="{5DCA6BB9-5627-867B-F5C9-E841CB15C689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8" name="Ellipse 617">
                <a:extLst>
                  <a:ext uri="{FF2B5EF4-FFF2-40B4-BE49-F238E27FC236}">
                    <a16:creationId xmlns:a16="http://schemas.microsoft.com/office/drawing/2014/main" id="{6C3AB0A7-9812-2119-F2C1-6EC6A9CEF91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9" name="Ellipse 618">
                <a:extLst>
                  <a:ext uri="{FF2B5EF4-FFF2-40B4-BE49-F238E27FC236}">
                    <a16:creationId xmlns:a16="http://schemas.microsoft.com/office/drawing/2014/main" id="{3F5931A7-BB32-1881-6C87-60CDCC4AC6E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0" name="Ellipse 619">
                <a:extLst>
                  <a:ext uri="{FF2B5EF4-FFF2-40B4-BE49-F238E27FC236}">
                    <a16:creationId xmlns:a16="http://schemas.microsoft.com/office/drawing/2014/main" id="{2FB1E607-914D-A4D7-6C7C-01E5141A9B7E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1" name="Ellipse 620">
                <a:extLst>
                  <a:ext uri="{FF2B5EF4-FFF2-40B4-BE49-F238E27FC236}">
                    <a16:creationId xmlns:a16="http://schemas.microsoft.com/office/drawing/2014/main" id="{CEE025CB-FA2C-A67E-55F6-57B3DF4D4F66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2" name="Ellipse 621">
                <a:extLst>
                  <a:ext uri="{FF2B5EF4-FFF2-40B4-BE49-F238E27FC236}">
                    <a16:creationId xmlns:a16="http://schemas.microsoft.com/office/drawing/2014/main" id="{830EF937-E704-92BB-E338-E0808AD40173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3" name="Ellipse 622">
                <a:extLst>
                  <a:ext uri="{FF2B5EF4-FFF2-40B4-BE49-F238E27FC236}">
                    <a16:creationId xmlns:a16="http://schemas.microsoft.com/office/drawing/2014/main" id="{D4EEEAFC-1592-ECCA-6EBE-CAEAD1350E50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4" name="Ellipse 623">
                <a:extLst>
                  <a:ext uri="{FF2B5EF4-FFF2-40B4-BE49-F238E27FC236}">
                    <a16:creationId xmlns:a16="http://schemas.microsoft.com/office/drawing/2014/main" id="{83682A89-D78E-9879-343A-AC7541F8A1C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5" name="Ellipse 624">
                <a:extLst>
                  <a:ext uri="{FF2B5EF4-FFF2-40B4-BE49-F238E27FC236}">
                    <a16:creationId xmlns:a16="http://schemas.microsoft.com/office/drawing/2014/main" id="{48C2513F-A923-D6D1-DDB0-2F7DFFECD6C3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6" name="Ellipse 625">
                <a:extLst>
                  <a:ext uri="{FF2B5EF4-FFF2-40B4-BE49-F238E27FC236}">
                    <a16:creationId xmlns:a16="http://schemas.microsoft.com/office/drawing/2014/main" id="{C430EAB8-62F2-61FC-10AB-4F76789FD0EA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7" name="Ellipse 626">
                <a:extLst>
                  <a:ext uri="{FF2B5EF4-FFF2-40B4-BE49-F238E27FC236}">
                    <a16:creationId xmlns:a16="http://schemas.microsoft.com/office/drawing/2014/main" id="{CF3C157D-1FC4-8FB4-9297-3E48D470AAD3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8" name="Ellipse 627">
                <a:extLst>
                  <a:ext uri="{FF2B5EF4-FFF2-40B4-BE49-F238E27FC236}">
                    <a16:creationId xmlns:a16="http://schemas.microsoft.com/office/drawing/2014/main" id="{43EE6DDF-ADD4-7703-C56E-5DDFF0A1E99E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9" name="Ellipse 628">
                <a:extLst>
                  <a:ext uri="{FF2B5EF4-FFF2-40B4-BE49-F238E27FC236}">
                    <a16:creationId xmlns:a16="http://schemas.microsoft.com/office/drawing/2014/main" id="{9FE0331E-8F1B-CD4D-966B-0B9DFD6720A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0" name="Ellipse 629">
                <a:extLst>
                  <a:ext uri="{FF2B5EF4-FFF2-40B4-BE49-F238E27FC236}">
                    <a16:creationId xmlns:a16="http://schemas.microsoft.com/office/drawing/2014/main" id="{043718DC-A809-69C8-3FEF-5E022BA21C84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1" name="Ellipse 630">
                <a:extLst>
                  <a:ext uri="{FF2B5EF4-FFF2-40B4-BE49-F238E27FC236}">
                    <a16:creationId xmlns:a16="http://schemas.microsoft.com/office/drawing/2014/main" id="{46A363BC-A5F3-6ECA-3DB8-B4D15DBD4CA3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2" name="Ellipse 631">
                <a:extLst>
                  <a:ext uri="{FF2B5EF4-FFF2-40B4-BE49-F238E27FC236}">
                    <a16:creationId xmlns:a16="http://schemas.microsoft.com/office/drawing/2014/main" id="{A4B73271-DC52-C9C0-4096-0ED964412D58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3" name="Ellipse 632">
                <a:extLst>
                  <a:ext uri="{FF2B5EF4-FFF2-40B4-BE49-F238E27FC236}">
                    <a16:creationId xmlns:a16="http://schemas.microsoft.com/office/drawing/2014/main" id="{31DB207B-0E53-D972-D3F3-A77B6622EF5F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4" name="Ellipse 633">
                <a:extLst>
                  <a:ext uri="{FF2B5EF4-FFF2-40B4-BE49-F238E27FC236}">
                    <a16:creationId xmlns:a16="http://schemas.microsoft.com/office/drawing/2014/main" id="{9091911D-F654-8572-5DAC-03805489000D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5" name="Ellipse 634">
                <a:extLst>
                  <a:ext uri="{FF2B5EF4-FFF2-40B4-BE49-F238E27FC236}">
                    <a16:creationId xmlns:a16="http://schemas.microsoft.com/office/drawing/2014/main" id="{A40D78EC-81A0-98F3-3D88-B347ECC4F23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6" name="Ellipse 635">
                <a:extLst>
                  <a:ext uri="{FF2B5EF4-FFF2-40B4-BE49-F238E27FC236}">
                    <a16:creationId xmlns:a16="http://schemas.microsoft.com/office/drawing/2014/main" id="{3AA3A42B-2863-389F-ADE1-2BD67E6F531E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7" name="Ellipse 636">
                <a:extLst>
                  <a:ext uri="{FF2B5EF4-FFF2-40B4-BE49-F238E27FC236}">
                    <a16:creationId xmlns:a16="http://schemas.microsoft.com/office/drawing/2014/main" id="{99911666-F072-7693-7AA8-92EB6123183F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8" name="Ellipse 637">
                <a:extLst>
                  <a:ext uri="{FF2B5EF4-FFF2-40B4-BE49-F238E27FC236}">
                    <a16:creationId xmlns:a16="http://schemas.microsoft.com/office/drawing/2014/main" id="{1A6FBC93-FCEC-745C-D8C6-5B6163B8508B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9" name="Ellipse 638">
                <a:extLst>
                  <a:ext uri="{FF2B5EF4-FFF2-40B4-BE49-F238E27FC236}">
                    <a16:creationId xmlns:a16="http://schemas.microsoft.com/office/drawing/2014/main" id="{7D3286B0-1C57-256B-A84A-8ACCFA0B2CD9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0" name="Ellipse 639">
                <a:extLst>
                  <a:ext uri="{FF2B5EF4-FFF2-40B4-BE49-F238E27FC236}">
                    <a16:creationId xmlns:a16="http://schemas.microsoft.com/office/drawing/2014/main" id="{E9BAF000-1640-4E0A-1A5E-93207B4EDB18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641" name="Gruppieren 640">
              <a:extLst>
                <a:ext uri="{FF2B5EF4-FFF2-40B4-BE49-F238E27FC236}">
                  <a16:creationId xmlns:a16="http://schemas.microsoft.com/office/drawing/2014/main" id="{CA820277-861A-F623-8156-9EB653142298}"/>
                </a:ext>
              </a:extLst>
            </p:cNvPr>
            <p:cNvGrpSpPr/>
            <p:nvPr/>
          </p:nvGrpSpPr>
          <p:grpSpPr>
            <a:xfrm rot="6300000">
              <a:off x="-1115392" y="2120931"/>
              <a:ext cx="4629584" cy="2788981"/>
              <a:chOff x="-324210" y="4706992"/>
              <a:chExt cx="4629584" cy="2788981"/>
            </a:xfrm>
          </p:grpSpPr>
          <p:sp>
            <p:nvSpPr>
              <p:cNvPr id="642" name="Ellipse 641">
                <a:extLst>
                  <a:ext uri="{FF2B5EF4-FFF2-40B4-BE49-F238E27FC236}">
                    <a16:creationId xmlns:a16="http://schemas.microsoft.com/office/drawing/2014/main" id="{E9BD5173-DADF-7570-11FF-C4D115E77E10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3" name="Ellipse 642">
                <a:extLst>
                  <a:ext uri="{FF2B5EF4-FFF2-40B4-BE49-F238E27FC236}">
                    <a16:creationId xmlns:a16="http://schemas.microsoft.com/office/drawing/2014/main" id="{9EA5B761-7D72-F6D9-9748-F9042060B36A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4" name="Ellipse 643">
                <a:extLst>
                  <a:ext uri="{FF2B5EF4-FFF2-40B4-BE49-F238E27FC236}">
                    <a16:creationId xmlns:a16="http://schemas.microsoft.com/office/drawing/2014/main" id="{AF96FC1F-819F-F05C-12BD-FB7374E4BB19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5" name="Ellipse 644">
                <a:extLst>
                  <a:ext uri="{FF2B5EF4-FFF2-40B4-BE49-F238E27FC236}">
                    <a16:creationId xmlns:a16="http://schemas.microsoft.com/office/drawing/2014/main" id="{65B57894-DE00-6A30-22DF-846E05C749F0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6" name="Ellipse 645">
                <a:extLst>
                  <a:ext uri="{FF2B5EF4-FFF2-40B4-BE49-F238E27FC236}">
                    <a16:creationId xmlns:a16="http://schemas.microsoft.com/office/drawing/2014/main" id="{7D315D9D-232C-F758-6CD4-4B22A60A6F89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7" name="Ellipse 646">
                <a:extLst>
                  <a:ext uri="{FF2B5EF4-FFF2-40B4-BE49-F238E27FC236}">
                    <a16:creationId xmlns:a16="http://schemas.microsoft.com/office/drawing/2014/main" id="{D1A4625B-BEF5-D4A9-15EC-50EF223767BD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8" name="Ellipse 647">
                <a:extLst>
                  <a:ext uri="{FF2B5EF4-FFF2-40B4-BE49-F238E27FC236}">
                    <a16:creationId xmlns:a16="http://schemas.microsoft.com/office/drawing/2014/main" id="{4D7308C0-47C0-41C3-09F2-D4A9A8BBEDB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9" name="Ellipse 648">
                <a:extLst>
                  <a:ext uri="{FF2B5EF4-FFF2-40B4-BE49-F238E27FC236}">
                    <a16:creationId xmlns:a16="http://schemas.microsoft.com/office/drawing/2014/main" id="{8FD20DA0-0533-3F5B-0213-C4434B6F6BBC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0" name="Ellipse 649">
                <a:extLst>
                  <a:ext uri="{FF2B5EF4-FFF2-40B4-BE49-F238E27FC236}">
                    <a16:creationId xmlns:a16="http://schemas.microsoft.com/office/drawing/2014/main" id="{992155C5-78A4-A794-2E2E-CD2478A73545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1" name="Ellipse 650">
                <a:extLst>
                  <a:ext uri="{FF2B5EF4-FFF2-40B4-BE49-F238E27FC236}">
                    <a16:creationId xmlns:a16="http://schemas.microsoft.com/office/drawing/2014/main" id="{C6713F4E-F80C-1EB6-6FE9-DC17033F024E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2" name="Ellipse 651">
                <a:extLst>
                  <a:ext uri="{FF2B5EF4-FFF2-40B4-BE49-F238E27FC236}">
                    <a16:creationId xmlns:a16="http://schemas.microsoft.com/office/drawing/2014/main" id="{35BFACBA-9084-CBF0-CF4C-57B34FE1829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3" name="Ellipse 652">
                <a:extLst>
                  <a:ext uri="{FF2B5EF4-FFF2-40B4-BE49-F238E27FC236}">
                    <a16:creationId xmlns:a16="http://schemas.microsoft.com/office/drawing/2014/main" id="{A420AC58-4192-7909-31C0-F498EE0531FF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4" name="Ellipse 653">
                <a:extLst>
                  <a:ext uri="{FF2B5EF4-FFF2-40B4-BE49-F238E27FC236}">
                    <a16:creationId xmlns:a16="http://schemas.microsoft.com/office/drawing/2014/main" id="{DDBBE996-2698-EC6A-31B8-FADA77BEA81A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5" name="Ellipse 654">
                <a:extLst>
                  <a:ext uri="{FF2B5EF4-FFF2-40B4-BE49-F238E27FC236}">
                    <a16:creationId xmlns:a16="http://schemas.microsoft.com/office/drawing/2014/main" id="{C7E92EC3-EF93-08C3-B573-3B1CCF24DB69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6" name="Ellipse 655">
                <a:extLst>
                  <a:ext uri="{FF2B5EF4-FFF2-40B4-BE49-F238E27FC236}">
                    <a16:creationId xmlns:a16="http://schemas.microsoft.com/office/drawing/2014/main" id="{C27C2F17-CDA6-7A71-08C1-A65B1830A49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7" name="Ellipse 656">
                <a:extLst>
                  <a:ext uri="{FF2B5EF4-FFF2-40B4-BE49-F238E27FC236}">
                    <a16:creationId xmlns:a16="http://schemas.microsoft.com/office/drawing/2014/main" id="{6C821832-373B-B8CF-C54E-D42774774528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8" name="Ellipse 657">
                <a:extLst>
                  <a:ext uri="{FF2B5EF4-FFF2-40B4-BE49-F238E27FC236}">
                    <a16:creationId xmlns:a16="http://schemas.microsoft.com/office/drawing/2014/main" id="{6889CF29-C471-E8DE-9A04-FDF94F51CB27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9" name="Ellipse 658">
                <a:extLst>
                  <a:ext uri="{FF2B5EF4-FFF2-40B4-BE49-F238E27FC236}">
                    <a16:creationId xmlns:a16="http://schemas.microsoft.com/office/drawing/2014/main" id="{CDC36809-21C0-AAB5-3CE0-A309B5B736C1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0" name="Ellipse 659">
                <a:extLst>
                  <a:ext uri="{FF2B5EF4-FFF2-40B4-BE49-F238E27FC236}">
                    <a16:creationId xmlns:a16="http://schemas.microsoft.com/office/drawing/2014/main" id="{0D197FEE-9927-2003-C13C-1447758DBFFD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1" name="Ellipse 660">
                <a:extLst>
                  <a:ext uri="{FF2B5EF4-FFF2-40B4-BE49-F238E27FC236}">
                    <a16:creationId xmlns:a16="http://schemas.microsoft.com/office/drawing/2014/main" id="{FA47251B-0C08-C49C-2394-C1D0DDC91F15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2" name="Ellipse 661">
                <a:extLst>
                  <a:ext uri="{FF2B5EF4-FFF2-40B4-BE49-F238E27FC236}">
                    <a16:creationId xmlns:a16="http://schemas.microsoft.com/office/drawing/2014/main" id="{9F9B3458-7A51-3209-2403-81771BF253B0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3" name="Ellipse 662">
                <a:extLst>
                  <a:ext uri="{FF2B5EF4-FFF2-40B4-BE49-F238E27FC236}">
                    <a16:creationId xmlns:a16="http://schemas.microsoft.com/office/drawing/2014/main" id="{8752D307-0E39-E545-93DC-A51F99EBFE64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4" name="Ellipse 663">
                <a:extLst>
                  <a:ext uri="{FF2B5EF4-FFF2-40B4-BE49-F238E27FC236}">
                    <a16:creationId xmlns:a16="http://schemas.microsoft.com/office/drawing/2014/main" id="{7F9C9246-5103-1B4A-DB66-0AA10E185E8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5" name="Ellipse 664">
                <a:extLst>
                  <a:ext uri="{FF2B5EF4-FFF2-40B4-BE49-F238E27FC236}">
                    <a16:creationId xmlns:a16="http://schemas.microsoft.com/office/drawing/2014/main" id="{0206C155-8E25-1B2B-B55E-19ABBA36EC94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6" name="Ellipse 665">
                <a:extLst>
                  <a:ext uri="{FF2B5EF4-FFF2-40B4-BE49-F238E27FC236}">
                    <a16:creationId xmlns:a16="http://schemas.microsoft.com/office/drawing/2014/main" id="{098981C0-BC7A-1792-A70B-FAC31A506841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7" name="Ellipse 666">
                <a:extLst>
                  <a:ext uri="{FF2B5EF4-FFF2-40B4-BE49-F238E27FC236}">
                    <a16:creationId xmlns:a16="http://schemas.microsoft.com/office/drawing/2014/main" id="{E7D58981-CF44-311E-9F06-0DB13FBDF6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8" name="Ellipse 667">
                <a:extLst>
                  <a:ext uri="{FF2B5EF4-FFF2-40B4-BE49-F238E27FC236}">
                    <a16:creationId xmlns:a16="http://schemas.microsoft.com/office/drawing/2014/main" id="{ACB0F4FD-E7CC-DCE0-9178-BDE0869BEFFC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9" name="Ellipse 668">
                <a:extLst>
                  <a:ext uri="{FF2B5EF4-FFF2-40B4-BE49-F238E27FC236}">
                    <a16:creationId xmlns:a16="http://schemas.microsoft.com/office/drawing/2014/main" id="{82D3CE84-FED1-8E90-E6EF-04A3804E1107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671" name="Ellipse 670">
              <a:extLst>
                <a:ext uri="{FF2B5EF4-FFF2-40B4-BE49-F238E27FC236}">
                  <a16:creationId xmlns:a16="http://schemas.microsoft.com/office/drawing/2014/main" id="{1CD855A0-BF94-A147-F080-27EDB0F07094}"/>
                </a:ext>
              </a:extLst>
            </p:cNvPr>
            <p:cNvSpPr/>
            <p:nvPr/>
          </p:nvSpPr>
          <p:spPr>
            <a:xfrm rot="9412871">
              <a:off x="5940011" y="28648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2" name="Ellipse 671">
              <a:extLst>
                <a:ext uri="{FF2B5EF4-FFF2-40B4-BE49-F238E27FC236}">
                  <a16:creationId xmlns:a16="http://schemas.microsoft.com/office/drawing/2014/main" id="{DA6A95A8-F9AC-FC98-9594-E09D9A5AEE66}"/>
                </a:ext>
              </a:extLst>
            </p:cNvPr>
            <p:cNvSpPr/>
            <p:nvPr/>
          </p:nvSpPr>
          <p:spPr>
            <a:xfrm rot="9412871">
              <a:off x="5922649" y="322834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3" name="Ellipse 672">
              <a:extLst>
                <a:ext uri="{FF2B5EF4-FFF2-40B4-BE49-F238E27FC236}">
                  <a16:creationId xmlns:a16="http://schemas.microsoft.com/office/drawing/2014/main" id="{DE86D89C-E5A5-516E-D2C8-4DF6E577A195}"/>
                </a:ext>
              </a:extLst>
            </p:cNvPr>
            <p:cNvSpPr/>
            <p:nvPr/>
          </p:nvSpPr>
          <p:spPr>
            <a:xfrm rot="9412871">
              <a:off x="6113978" y="354711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4" name="Ellipse 673">
              <a:extLst>
                <a:ext uri="{FF2B5EF4-FFF2-40B4-BE49-F238E27FC236}">
                  <a16:creationId xmlns:a16="http://schemas.microsoft.com/office/drawing/2014/main" id="{DE7AD42C-B2E5-7CE7-5C43-A17556648B9D}"/>
                </a:ext>
              </a:extLst>
            </p:cNvPr>
            <p:cNvSpPr/>
            <p:nvPr/>
          </p:nvSpPr>
          <p:spPr>
            <a:xfrm rot="9412871">
              <a:off x="6050561" y="25575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5" name="Ellipse 674">
              <a:extLst>
                <a:ext uri="{FF2B5EF4-FFF2-40B4-BE49-F238E27FC236}">
                  <a16:creationId xmlns:a16="http://schemas.microsoft.com/office/drawing/2014/main" id="{3AB87FA6-797A-FADD-A11A-94B0F0EBDF93}"/>
                </a:ext>
              </a:extLst>
            </p:cNvPr>
            <p:cNvSpPr/>
            <p:nvPr/>
          </p:nvSpPr>
          <p:spPr>
            <a:xfrm rot="9412871">
              <a:off x="6222079" y="273293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6" name="Ellipse 675">
              <a:extLst>
                <a:ext uri="{FF2B5EF4-FFF2-40B4-BE49-F238E27FC236}">
                  <a16:creationId xmlns:a16="http://schemas.microsoft.com/office/drawing/2014/main" id="{77131594-6135-ED57-877C-D8FA81B239D6}"/>
                </a:ext>
              </a:extLst>
            </p:cNvPr>
            <p:cNvSpPr/>
            <p:nvPr/>
          </p:nvSpPr>
          <p:spPr>
            <a:xfrm rot="9412871">
              <a:off x="6184402" y="29908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7" name="Ellipse 676">
              <a:extLst>
                <a:ext uri="{FF2B5EF4-FFF2-40B4-BE49-F238E27FC236}">
                  <a16:creationId xmlns:a16="http://schemas.microsoft.com/office/drawing/2014/main" id="{8995CFCD-60D5-E258-7D2C-6321709D28B0}"/>
                </a:ext>
              </a:extLst>
            </p:cNvPr>
            <p:cNvSpPr/>
            <p:nvPr/>
          </p:nvSpPr>
          <p:spPr>
            <a:xfrm rot="9412871">
              <a:off x="6545617" y="364837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8" name="Ellipse 677">
              <a:extLst>
                <a:ext uri="{FF2B5EF4-FFF2-40B4-BE49-F238E27FC236}">
                  <a16:creationId xmlns:a16="http://schemas.microsoft.com/office/drawing/2014/main" id="{6803EA72-6076-F013-747C-7894D412530A}"/>
                </a:ext>
              </a:extLst>
            </p:cNvPr>
            <p:cNvSpPr/>
            <p:nvPr/>
          </p:nvSpPr>
          <p:spPr>
            <a:xfrm rot="9412871">
              <a:off x="6610130" y="25403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9" name="Ellipse 678">
              <a:extLst>
                <a:ext uri="{FF2B5EF4-FFF2-40B4-BE49-F238E27FC236}">
                  <a16:creationId xmlns:a16="http://schemas.microsoft.com/office/drawing/2014/main" id="{3965B94D-95E7-0BB7-E6F5-CC14CE46E910}"/>
                </a:ext>
              </a:extLst>
            </p:cNvPr>
            <p:cNvSpPr/>
            <p:nvPr/>
          </p:nvSpPr>
          <p:spPr>
            <a:xfrm rot="9412871">
              <a:off x="6510517" y="32199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0" name="Ellipse 679">
              <a:extLst>
                <a:ext uri="{FF2B5EF4-FFF2-40B4-BE49-F238E27FC236}">
                  <a16:creationId xmlns:a16="http://schemas.microsoft.com/office/drawing/2014/main" id="{6684E0B2-753E-198D-989E-2F026657CA27}"/>
                </a:ext>
              </a:extLst>
            </p:cNvPr>
            <p:cNvSpPr/>
            <p:nvPr/>
          </p:nvSpPr>
          <p:spPr>
            <a:xfrm rot="9412871">
              <a:off x="6754284" y="294124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1" name="Ellipse 680">
              <a:extLst>
                <a:ext uri="{FF2B5EF4-FFF2-40B4-BE49-F238E27FC236}">
                  <a16:creationId xmlns:a16="http://schemas.microsoft.com/office/drawing/2014/main" id="{1F43D5D7-CEA2-B6B6-7FC5-2976E27586B9}"/>
                </a:ext>
              </a:extLst>
            </p:cNvPr>
            <p:cNvSpPr/>
            <p:nvPr/>
          </p:nvSpPr>
          <p:spPr>
            <a:xfrm rot="9412871">
              <a:off x="4053526" y="222834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2" name="Ellipse 681">
              <a:extLst>
                <a:ext uri="{FF2B5EF4-FFF2-40B4-BE49-F238E27FC236}">
                  <a16:creationId xmlns:a16="http://schemas.microsoft.com/office/drawing/2014/main" id="{4D2CD212-6596-517E-9235-7540D0D00253}"/>
                </a:ext>
              </a:extLst>
            </p:cNvPr>
            <p:cNvSpPr/>
            <p:nvPr/>
          </p:nvSpPr>
          <p:spPr>
            <a:xfrm rot="9412871">
              <a:off x="6941865" y="367287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3" name="Ellipse 682">
              <a:extLst>
                <a:ext uri="{FF2B5EF4-FFF2-40B4-BE49-F238E27FC236}">
                  <a16:creationId xmlns:a16="http://schemas.microsoft.com/office/drawing/2014/main" id="{D0B8DFA9-E77C-E1A2-99B3-98C6A9353F5A}"/>
                </a:ext>
              </a:extLst>
            </p:cNvPr>
            <p:cNvSpPr/>
            <p:nvPr/>
          </p:nvSpPr>
          <p:spPr>
            <a:xfrm rot="9412871">
              <a:off x="6993901" y="338236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4" name="Ellipse 683">
              <a:extLst>
                <a:ext uri="{FF2B5EF4-FFF2-40B4-BE49-F238E27FC236}">
                  <a16:creationId xmlns:a16="http://schemas.microsoft.com/office/drawing/2014/main" id="{7AFFD9A7-B16F-A271-F73B-B85914C21A28}"/>
                </a:ext>
              </a:extLst>
            </p:cNvPr>
            <p:cNvSpPr/>
            <p:nvPr/>
          </p:nvSpPr>
          <p:spPr>
            <a:xfrm rot="9412871">
              <a:off x="7190664" y="302931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5" name="Ellipse 684">
              <a:extLst>
                <a:ext uri="{FF2B5EF4-FFF2-40B4-BE49-F238E27FC236}">
                  <a16:creationId xmlns:a16="http://schemas.microsoft.com/office/drawing/2014/main" id="{41D40E40-8C7F-B52D-0979-1B84EFD1601F}"/>
                </a:ext>
              </a:extLst>
            </p:cNvPr>
            <p:cNvSpPr/>
            <p:nvPr/>
          </p:nvSpPr>
          <p:spPr>
            <a:xfrm rot="9412871">
              <a:off x="7184908" y="253963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6" name="Ellipse 685">
              <a:extLst>
                <a:ext uri="{FF2B5EF4-FFF2-40B4-BE49-F238E27FC236}">
                  <a16:creationId xmlns:a16="http://schemas.microsoft.com/office/drawing/2014/main" id="{39E009D8-79ED-2029-6E25-33D727F0FDA2}"/>
                </a:ext>
              </a:extLst>
            </p:cNvPr>
            <p:cNvSpPr/>
            <p:nvPr/>
          </p:nvSpPr>
          <p:spPr>
            <a:xfrm rot="9412871">
              <a:off x="7429945" y="220068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7" name="Ellipse 686">
              <a:extLst>
                <a:ext uri="{FF2B5EF4-FFF2-40B4-BE49-F238E27FC236}">
                  <a16:creationId xmlns:a16="http://schemas.microsoft.com/office/drawing/2014/main" id="{C2C8453D-D628-08AD-31A1-169A4B9D189C}"/>
                </a:ext>
              </a:extLst>
            </p:cNvPr>
            <p:cNvSpPr/>
            <p:nvPr/>
          </p:nvSpPr>
          <p:spPr>
            <a:xfrm rot="9412871">
              <a:off x="7572004" y="25965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8" name="Ellipse 687">
              <a:extLst>
                <a:ext uri="{FF2B5EF4-FFF2-40B4-BE49-F238E27FC236}">
                  <a16:creationId xmlns:a16="http://schemas.microsoft.com/office/drawing/2014/main" id="{C15139DE-8A79-96E8-F420-4B89E47654D3}"/>
                </a:ext>
              </a:extLst>
            </p:cNvPr>
            <p:cNvSpPr/>
            <p:nvPr/>
          </p:nvSpPr>
          <p:spPr>
            <a:xfrm rot="9412871">
              <a:off x="7700878" y="296814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689" name="Gruppieren 688">
              <a:extLst>
                <a:ext uri="{FF2B5EF4-FFF2-40B4-BE49-F238E27FC236}">
                  <a16:creationId xmlns:a16="http://schemas.microsoft.com/office/drawing/2014/main" id="{B4CFC05E-EF92-972B-99D1-687EA998B1D3}"/>
                </a:ext>
              </a:extLst>
            </p:cNvPr>
            <p:cNvGrpSpPr/>
            <p:nvPr/>
          </p:nvGrpSpPr>
          <p:grpSpPr>
            <a:xfrm rot="12187129" flipH="1">
              <a:off x="4127184" y="-337243"/>
              <a:ext cx="2953403" cy="2665423"/>
              <a:chOff x="9535110" y="4663981"/>
              <a:chExt cx="2953403" cy="2665423"/>
            </a:xfrm>
          </p:grpSpPr>
          <p:sp>
            <p:nvSpPr>
              <p:cNvPr id="690" name="Ellipse 689">
                <a:extLst>
                  <a:ext uri="{FF2B5EF4-FFF2-40B4-BE49-F238E27FC236}">
                    <a16:creationId xmlns:a16="http://schemas.microsoft.com/office/drawing/2014/main" id="{D7BAC9ED-2882-3BFE-03C5-4968AA7B4FFF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1" name="Ellipse 690">
                <a:extLst>
                  <a:ext uri="{FF2B5EF4-FFF2-40B4-BE49-F238E27FC236}">
                    <a16:creationId xmlns:a16="http://schemas.microsoft.com/office/drawing/2014/main" id="{527A70D1-1AF4-4784-C3CE-A1B02A177616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2" name="Ellipse 691">
                <a:extLst>
                  <a:ext uri="{FF2B5EF4-FFF2-40B4-BE49-F238E27FC236}">
                    <a16:creationId xmlns:a16="http://schemas.microsoft.com/office/drawing/2014/main" id="{0A624B39-8A2E-4EA6-A57C-895FFF45467D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3" name="Ellipse 692">
                <a:extLst>
                  <a:ext uri="{FF2B5EF4-FFF2-40B4-BE49-F238E27FC236}">
                    <a16:creationId xmlns:a16="http://schemas.microsoft.com/office/drawing/2014/main" id="{455C35BD-4EE2-A9A1-FE3F-9480413D675C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4" name="Ellipse 693">
                <a:extLst>
                  <a:ext uri="{FF2B5EF4-FFF2-40B4-BE49-F238E27FC236}">
                    <a16:creationId xmlns:a16="http://schemas.microsoft.com/office/drawing/2014/main" id="{5295ABE2-A763-4032-5CE7-BD06E86893B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5" name="Ellipse 694">
                <a:extLst>
                  <a:ext uri="{FF2B5EF4-FFF2-40B4-BE49-F238E27FC236}">
                    <a16:creationId xmlns:a16="http://schemas.microsoft.com/office/drawing/2014/main" id="{017C2BF4-D17A-6BD8-9FAF-4C63D26E2F0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6" name="Ellipse 695">
                <a:extLst>
                  <a:ext uri="{FF2B5EF4-FFF2-40B4-BE49-F238E27FC236}">
                    <a16:creationId xmlns:a16="http://schemas.microsoft.com/office/drawing/2014/main" id="{4E2374BC-1D50-1017-2295-AB920F5BB77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7" name="Ellipse 696">
                <a:extLst>
                  <a:ext uri="{FF2B5EF4-FFF2-40B4-BE49-F238E27FC236}">
                    <a16:creationId xmlns:a16="http://schemas.microsoft.com/office/drawing/2014/main" id="{1D0EB115-F55A-D0E7-177C-FEB77A48555F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8" name="Ellipse 697">
                <a:extLst>
                  <a:ext uri="{FF2B5EF4-FFF2-40B4-BE49-F238E27FC236}">
                    <a16:creationId xmlns:a16="http://schemas.microsoft.com/office/drawing/2014/main" id="{F89D5FF8-F92A-5103-95F9-4F05067DA9D1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9" name="Ellipse 698">
                <a:extLst>
                  <a:ext uri="{FF2B5EF4-FFF2-40B4-BE49-F238E27FC236}">
                    <a16:creationId xmlns:a16="http://schemas.microsoft.com/office/drawing/2014/main" id="{92D48881-19C2-408A-BCB9-53FEEB403B8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0" name="Ellipse 699">
                <a:extLst>
                  <a:ext uri="{FF2B5EF4-FFF2-40B4-BE49-F238E27FC236}">
                    <a16:creationId xmlns:a16="http://schemas.microsoft.com/office/drawing/2014/main" id="{3BC79299-BD33-9CD8-8B42-4AED146BFB7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1" name="Ellipse 700">
                <a:extLst>
                  <a:ext uri="{FF2B5EF4-FFF2-40B4-BE49-F238E27FC236}">
                    <a16:creationId xmlns:a16="http://schemas.microsoft.com/office/drawing/2014/main" id="{96D0F6CF-1000-F7AE-972E-13B046121D09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2" name="Ellipse 701">
                <a:extLst>
                  <a:ext uri="{FF2B5EF4-FFF2-40B4-BE49-F238E27FC236}">
                    <a16:creationId xmlns:a16="http://schemas.microsoft.com/office/drawing/2014/main" id="{B62C4C08-5E13-DED8-D0E5-26D60AC7F9F3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3" name="Ellipse 702">
                <a:extLst>
                  <a:ext uri="{FF2B5EF4-FFF2-40B4-BE49-F238E27FC236}">
                    <a16:creationId xmlns:a16="http://schemas.microsoft.com/office/drawing/2014/main" id="{10CA1FDA-9035-7EA8-FFBA-592771CE417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4" name="Ellipse 703">
                <a:extLst>
                  <a:ext uri="{FF2B5EF4-FFF2-40B4-BE49-F238E27FC236}">
                    <a16:creationId xmlns:a16="http://schemas.microsoft.com/office/drawing/2014/main" id="{84B3F2C1-0321-315E-32BA-7E64FE36474A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5" name="Ellipse 704">
                <a:extLst>
                  <a:ext uri="{FF2B5EF4-FFF2-40B4-BE49-F238E27FC236}">
                    <a16:creationId xmlns:a16="http://schemas.microsoft.com/office/drawing/2014/main" id="{DBF8A2B2-DE76-E95E-056F-519426DD099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6" name="Ellipse 705">
                <a:extLst>
                  <a:ext uri="{FF2B5EF4-FFF2-40B4-BE49-F238E27FC236}">
                    <a16:creationId xmlns:a16="http://schemas.microsoft.com/office/drawing/2014/main" id="{35960CD3-315D-2479-7874-28B22A369EC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7" name="Ellipse 706">
                <a:extLst>
                  <a:ext uri="{FF2B5EF4-FFF2-40B4-BE49-F238E27FC236}">
                    <a16:creationId xmlns:a16="http://schemas.microsoft.com/office/drawing/2014/main" id="{55DAEFF3-A152-DC37-8884-45BA1F7B890B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8" name="Ellipse 707">
                <a:extLst>
                  <a:ext uri="{FF2B5EF4-FFF2-40B4-BE49-F238E27FC236}">
                    <a16:creationId xmlns:a16="http://schemas.microsoft.com/office/drawing/2014/main" id="{0AB279B2-3AB3-2852-6A28-14CD9D30E2EA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9" name="Ellipse 708">
                <a:extLst>
                  <a:ext uri="{FF2B5EF4-FFF2-40B4-BE49-F238E27FC236}">
                    <a16:creationId xmlns:a16="http://schemas.microsoft.com/office/drawing/2014/main" id="{828C1ABB-EB29-2461-509A-A8B2DBA17D2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0" name="Ellipse 709">
                <a:extLst>
                  <a:ext uri="{FF2B5EF4-FFF2-40B4-BE49-F238E27FC236}">
                    <a16:creationId xmlns:a16="http://schemas.microsoft.com/office/drawing/2014/main" id="{550DDEDA-A7CE-50B5-7116-40E8A4174C69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1" name="Ellipse 710">
                <a:extLst>
                  <a:ext uri="{FF2B5EF4-FFF2-40B4-BE49-F238E27FC236}">
                    <a16:creationId xmlns:a16="http://schemas.microsoft.com/office/drawing/2014/main" id="{A0E04836-CE80-CAF4-82DB-A3114E735EE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2" name="Ellipse 711">
                <a:extLst>
                  <a:ext uri="{FF2B5EF4-FFF2-40B4-BE49-F238E27FC236}">
                    <a16:creationId xmlns:a16="http://schemas.microsoft.com/office/drawing/2014/main" id="{8C65E23D-6449-C6C8-2236-1BD6CCB7FFE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3" name="Ellipse 712">
                <a:extLst>
                  <a:ext uri="{FF2B5EF4-FFF2-40B4-BE49-F238E27FC236}">
                    <a16:creationId xmlns:a16="http://schemas.microsoft.com/office/drawing/2014/main" id="{90E6EEA1-6209-2069-D5A8-0BA0A7E91180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4" name="Ellipse 713">
                <a:extLst>
                  <a:ext uri="{FF2B5EF4-FFF2-40B4-BE49-F238E27FC236}">
                    <a16:creationId xmlns:a16="http://schemas.microsoft.com/office/drawing/2014/main" id="{785D074D-388A-F000-ECFA-4A4C505CEAA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15" name="Gruppieren 714">
              <a:extLst>
                <a:ext uri="{FF2B5EF4-FFF2-40B4-BE49-F238E27FC236}">
                  <a16:creationId xmlns:a16="http://schemas.microsoft.com/office/drawing/2014/main" id="{BFA6C23A-6D57-E128-E5D7-765641398E0D}"/>
                </a:ext>
              </a:extLst>
            </p:cNvPr>
            <p:cNvGrpSpPr/>
            <p:nvPr/>
          </p:nvGrpSpPr>
          <p:grpSpPr>
            <a:xfrm>
              <a:off x="5234245" y="906195"/>
              <a:ext cx="2953403" cy="2665423"/>
              <a:chOff x="9535110" y="4663981"/>
              <a:chExt cx="2953403" cy="2665423"/>
            </a:xfrm>
          </p:grpSpPr>
          <p:sp>
            <p:nvSpPr>
              <p:cNvPr id="716" name="Ellipse 715">
                <a:extLst>
                  <a:ext uri="{FF2B5EF4-FFF2-40B4-BE49-F238E27FC236}">
                    <a16:creationId xmlns:a16="http://schemas.microsoft.com/office/drawing/2014/main" id="{FBF323BC-8039-3965-A42A-FABA2026585B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7" name="Ellipse 716">
                <a:extLst>
                  <a:ext uri="{FF2B5EF4-FFF2-40B4-BE49-F238E27FC236}">
                    <a16:creationId xmlns:a16="http://schemas.microsoft.com/office/drawing/2014/main" id="{9288EE1C-80D5-2DC1-977F-6B77FC6A9DB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8" name="Ellipse 717">
                <a:extLst>
                  <a:ext uri="{FF2B5EF4-FFF2-40B4-BE49-F238E27FC236}">
                    <a16:creationId xmlns:a16="http://schemas.microsoft.com/office/drawing/2014/main" id="{483B032D-B4E5-4935-4FB4-CD138C593A3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9" name="Ellipse 718">
                <a:extLst>
                  <a:ext uri="{FF2B5EF4-FFF2-40B4-BE49-F238E27FC236}">
                    <a16:creationId xmlns:a16="http://schemas.microsoft.com/office/drawing/2014/main" id="{ACDE96FC-8776-0D52-6F13-6FDF395907B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0" name="Ellipse 719">
                <a:extLst>
                  <a:ext uri="{FF2B5EF4-FFF2-40B4-BE49-F238E27FC236}">
                    <a16:creationId xmlns:a16="http://schemas.microsoft.com/office/drawing/2014/main" id="{104F4A4E-EF0C-F7DD-D152-EC9EB66BD679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1" name="Ellipse 720">
                <a:extLst>
                  <a:ext uri="{FF2B5EF4-FFF2-40B4-BE49-F238E27FC236}">
                    <a16:creationId xmlns:a16="http://schemas.microsoft.com/office/drawing/2014/main" id="{95A4B6FC-0A30-1AF0-41B8-01A864F0B8C6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2" name="Ellipse 721">
                <a:extLst>
                  <a:ext uri="{FF2B5EF4-FFF2-40B4-BE49-F238E27FC236}">
                    <a16:creationId xmlns:a16="http://schemas.microsoft.com/office/drawing/2014/main" id="{8AC841EC-4595-E972-BBA9-FF2BCFE4A497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3" name="Ellipse 722">
                <a:extLst>
                  <a:ext uri="{FF2B5EF4-FFF2-40B4-BE49-F238E27FC236}">
                    <a16:creationId xmlns:a16="http://schemas.microsoft.com/office/drawing/2014/main" id="{3EF300FA-559E-5C06-E1C3-F2E11F4DDFA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4" name="Ellipse 723">
                <a:extLst>
                  <a:ext uri="{FF2B5EF4-FFF2-40B4-BE49-F238E27FC236}">
                    <a16:creationId xmlns:a16="http://schemas.microsoft.com/office/drawing/2014/main" id="{C50D7C4B-8D7B-8C77-F327-AB8579808689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5" name="Ellipse 724">
                <a:extLst>
                  <a:ext uri="{FF2B5EF4-FFF2-40B4-BE49-F238E27FC236}">
                    <a16:creationId xmlns:a16="http://schemas.microsoft.com/office/drawing/2014/main" id="{4E9073E5-BAC4-AE67-B720-3CD8E39EC29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6" name="Ellipse 725">
                <a:extLst>
                  <a:ext uri="{FF2B5EF4-FFF2-40B4-BE49-F238E27FC236}">
                    <a16:creationId xmlns:a16="http://schemas.microsoft.com/office/drawing/2014/main" id="{7CFC02FD-051E-2EA4-F1F2-40937DD8F7EF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7" name="Ellipse 726">
                <a:extLst>
                  <a:ext uri="{FF2B5EF4-FFF2-40B4-BE49-F238E27FC236}">
                    <a16:creationId xmlns:a16="http://schemas.microsoft.com/office/drawing/2014/main" id="{E467BEAB-2818-C2C9-B3DF-CE11217A291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8" name="Ellipse 727">
                <a:extLst>
                  <a:ext uri="{FF2B5EF4-FFF2-40B4-BE49-F238E27FC236}">
                    <a16:creationId xmlns:a16="http://schemas.microsoft.com/office/drawing/2014/main" id="{21EBB056-9D87-53D5-6DE0-CD453188FA3C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9" name="Ellipse 728">
                <a:extLst>
                  <a:ext uri="{FF2B5EF4-FFF2-40B4-BE49-F238E27FC236}">
                    <a16:creationId xmlns:a16="http://schemas.microsoft.com/office/drawing/2014/main" id="{3C024B2F-E602-29DA-7E5C-6AF0E583FA2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0" name="Ellipse 729">
                <a:extLst>
                  <a:ext uri="{FF2B5EF4-FFF2-40B4-BE49-F238E27FC236}">
                    <a16:creationId xmlns:a16="http://schemas.microsoft.com/office/drawing/2014/main" id="{6A13DE43-876A-305A-B4F9-530ED67040C2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1" name="Ellipse 730">
                <a:extLst>
                  <a:ext uri="{FF2B5EF4-FFF2-40B4-BE49-F238E27FC236}">
                    <a16:creationId xmlns:a16="http://schemas.microsoft.com/office/drawing/2014/main" id="{222D05E0-AF43-0CD0-23A6-E8DD968700A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2" name="Ellipse 731">
                <a:extLst>
                  <a:ext uri="{FF2B5EF4-FFF2-40B4-BE49-F238E27FC236}">
                    <a16:creationId xmlns:a16="http://schemas.microsoft.com/office/drawing/2014/main" id="{6A0F756C-A55F-D639-5D6A-6ACD354EB65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3" name="Ellipse 732">
                <a:extLst>
                  <a:ext uri="{FF2B5EF4-FFF2-40B4-BE49-F238E27FC236}">
                    <a16:creationId xmlns:a16="http://schemas.microsoft.com/office/drawing/2014/main" id="{15CD7154-F6E0-A199-6AAA-C049BC62758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4" name="Ellipse 733">
                <a:extLst>
                  <a:ext uri="{FF2B5EF4-FFF2-40B4-BE49-F238E27FC236}">
                    <a16:creationId xmlns:a16="http://schemas.microsoft.com/office/drawing/2014/main" id="{260C5BF8-3CC6-5358-B531-CEC8940E66B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5" name="Ellipse 734">
                <a:extLst>
                  <a:ext uri="{FF2B5EF4-FFF2-40B4-BE49-F238E27FC236}">
                    <a16:creationId xmlns:a16="http://schemas.microsoft.com/office/drawing/2014/main" id="{3D1309DE-C9E5-0E2E-B22D-4AA439AF0BCE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6" name="Ellipse 735">
                <a:extLst>
                  <a:ext uri="{FF2B5EF4-FFF2-40B4-BE49-F238E27FC236}">
                    <a16:creationId xmlns:a16="http://schemas.microsoft.com/office/drawing/2014/main" id="{8D9FCEE5-80B7-0C15-51D9-C3B23CFC7AC0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7" name="Ellipse 736">
                <a:extLst>
                  <a:ext uri="{FF2B5EF4-FFF2-40B4-BE49-F238E27FC236}">
                    <a16:creationId xmlns:a16="http://schemas.microsoft.com/office/drawing/2014/main" id="{B4F8F03D-664E-EBB4-7A76-97D3CF390980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8" name="Ellipse 737">
                <a:extLst>
                  <a:ext uri="{FF2B5EF4-FFF2-40B4-BE49-F238E27FC236}">
                    <a16:creationId xmlns:a16="http://schemas.microsoft.com/office/drawing/2014/main" id="{3599EEC9-4FA1-909A-75C1-46903925034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9" name="Ellipse 738">
                <a:extLst>
                  <a:ext uri="{FF2B5EF4-FFF2-40B4-BE49-F238E27FC236}">
                    <a16:creationId xmlns:a16="http://schemas.microsoft.com/office/drawing/2014/main" id="{7BBEA405-A231-AB32-B15D-DF4DEBA894A8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0" name="Ellipse 739">
                <a:extLst>
                  <a:ext uri="{FF2B5EF4-FFF2-40B4-BE49-F238E27FC236}">
                    <a16:creationId xmlns:a16="http://schemas.microsoft.com/office/drawing/2014/main" id="{990A6324-0C37-1C00-6CF8-20A2D6A8F1CF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42" name="Gruppieren 741">
              <a:extLst>
                <a:ext uri="{FF2B5EF4-FFF2-40B4-BE49-F238E27FC236}">
                  <a16:creationId xmlns:a16="http://schemas.microsoft.com/office/drawing/2014/main" id="{33B73786-1EC5-9CD1-2076-DB593BB7E2D5}"/>
                </a:ext>
              </a:extLst>
            </p:cNvPr>
            <p:cNvGrpSpPr/>
            <p:nvPr/>
          </p:nvGrpSpPr>
          <p:grpSpPr>
            <a:xfrm rot="9412871">
              <a:off x="3211870" y="2154077"/>
              <a:ext cx="2953403" cy="2665423"/>
              <a:chOff x="9535110" y="4663981"/>
              <a:chExt cx="2953403" cy="2665423"/>
            </a:xfrm>
          </p:grpSpPr>
          <p:sp>
            <p:nvSpPr>
              <p:cNvPr id="743" name="Ellipse 742">
                <a:extLst>
                  <a:ext uri="{FF2B5EF4-FFF2-40B4-BE49-F238E27FC236}">
                    <a16:creationId xmlns:a16="http://schemas.microsoft.com/office/drawing/2014/main" id="{696B0147-CCA7-24B8-3085-F55E6DD89E4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4" name="Ellipse 743">
                <a:extLst>
                  <a:ext uri="{FF2B5EF4-FFF2-40B4-BE49-F238E27FC236}">
                    <a16:creationId xmlns:a16="http://schemas.microsoft.com/office/drawing/2014/main" id="{096810C7-B2B2-CFD4-E724-D614CE949999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5" name="Ellipse 744">
                <a:extLst>
                  <a:ext uri="{FF2B5EF4-FFF2-40B4-BE49-F238E27FC236}">
                    <a16:creationId xmlns:a16="http://schemas.microsoft.com/office/drawing/2014/main" id="{6D027732-CDAB-A171-9DAD-BDBADD4353E7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6" name="Ellipse 745">
                <a:extLst>
                  <a:ext uri="{FF2B5EF4-FFF2-40B4-BE49-F238E27FC236}">
                    <a16:creationId xmlns:a16="http://schemas.microsoft.com/office/drawing/2014/main" id="{BF6419C0-D277-7AE0-0C0E-E5952F40B231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7" name="Ellipse 746">
                <a:extLst>
                  <a:ext uri="{FF2B5EF4-FFF2-40B4-BE49-F238E27FC236}">
                    <a16:creationId xmlns:a16="http://schemas.microsoft.com/office/drawing/2014/main" id="{D0FC9570-59A8-6FCA-C11F-0A08AE968B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8" name="Ellipse 747">
                <a:extLst>
                  <a:ext uri="{FF2B5EF4-FFF2-40B4-BE49-F238E27FC236}">
                    <a16:creationId xmlns:a16="http://schemas.microsoft.com/office/drawing/2014/main" id="{E98D23C4-0365-EC72-6075-7CD528C1008E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9" name="Ellipse 748">
                <a:extLst>
                  <a:ext uri="{FF2B5EF4-FFF2-40B4-BE49-F238E27FC236}">
                    <a16:creationId xmlns:a16="http://schemas.microsoft.com/office/drawing/2014/main" id="{6F17DBB4-7701-FC48-8E2E-6D6DDCC1443B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0" name="Ellipse 749">
                <a:extLst>
                  <a:ext uri="{FF2B5EF4-FFF2-40B4-BE49-F238E27FC236}">
                    <a16:creationId xmlns:a16="http://schemas.microsoft.com/office/drawing/2014/main" id="{5211784C-4A29-9233-AB46-EE94A490F407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1" name="Ellipse 750">
                <a:extLst>
                  <a:ext uri="{FF2B5EF4-FFF2-40B4-BE49-F238E27FC236}">
                    <a16:creationId xmlns:a16="http://schemas.microsoft.com/office/drawing/2014/main" id="{FD90A691-0650-4E56-832F-7703F90EE9E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2" name="Ellipse 751">
                <a:extLst>
                  <a:ext uri="{FF2B5EF4-FFF2-40B4-BE49-F238E27FC236}">
                    <a16:creationId xmlns:a16="http://schemas.microsoft.com/office/drawing/2014/main" id="{C1322239-25A9-96E5-177B-8E071E4F2BD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3" name="Ellipse 752">
                <a:extLst>
                  <a:ext uri="{FF2B5EF4-FFF2-40B4-BE49-F238E27FC236}">
                    <a16:creationId xmlns:a16="http://schemas.microsoft.com/office/drawing/2014/main" id="{1C743455-6FEB-0EA0-6C06-ADE84883EDC1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4" name="Ellipse 753">
                <a:extLst>
                  <a:ext uri="{FF2B5EF4-FFF2-40B4-BE49-F238E27FC236}">
                    <a16:creationId xmlns:a16="http://schemas.microsoft.com/office/drawing/2014/main" id="{5C114939-994C-767E-D8F2-65F2A366B5C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5" name="Ellipse 754">
                <a:extLst>
                  <a:ext uri="{FF2B5EF4-FFF2-40B4-BE49-F238E27FC236}">
                    <a16:creationId xmlns:a16="http://schemas.microsoft.com/office/drawing/2014/main" id="{27B51FA1-A878-8370-E21E-558876E6647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6" name="Ellipse 755">
                <a:extLst>
                  <a:ext uri="{FF2B5EF4-FFF2-40B4-BE49-F238E27FC236}">
                    <a16:creationId xmlns:a16="http://schemas.microsoft.com/office/drawing/2014/main" id="{840231AB-C68D-487F-DDE2-AF05476CCD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7" name="Ellipse 756">
                <a:extLst>
                  <a:ext uri="{FF2B5EF4-FFF2-40B4-BE49-F238E27FC236}">
                    <a16:creationId xmlns:a16="http://schemas.microsoft.com/office/drawing/2014/main" id="{6C6BFC86-610C-B36F-C371-9DFEC02AD2C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8" name="Ellipse 757">
                <a:extLst>
                  <a:ext uri="{FF2B5EF4-FFF2-40B4-BE49-F238E27FC236}">
                    <a16:creationId xmlns:a16="http://schemas.microsoft.com/office/drawing/2014/main" id="{7232E454-7776-6748-CBC4-049316924E18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9" name="Ellipse 758">
                <a:extLst>
                  <a:ext uri="{FF2B5EF4-FFF2-40B4-BE49-F238E27FC236}">
                    <a16:creationId xmlns:a16="http://schemas.microsoft.com/office/drawing/2014/main" id="{49708ED6-380C-AB76-CC11-1F8B2BFECA8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0" name="Ellipse 759">
                <a:extLst>
                  <a:ext uri="{FF2B5EF4-FFF2-40B4-BE49-F238E27FC236}">
                    <a16:creationId xmlns:a16="http://schemas.microsoft.com/office/drawing/2014/main" id="{334449A0-21C3-FF87-D9D3-3D45C0D3DE65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1" name="Ellipse 760">
                <a:extLst>
                  <a:ext uri="{FF2B5EF4-FFF2-40B4-BE49-F238E27FC236}">
                    <a16:creationId xmlns:a16="http://schemas.microsoft.com/office/drawing/2014/main" id="{E9376849-1F7A-FC00-0A1B-C83C7D6B79A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2" name="Ellipse 761">
                <a:extLst>
                  <a:ext uri="{FF2B5EF4-FFF2-40B4-BE49-F238E27FC236}">
                    <a16:creationId xmlns:a16="http://schemas.microsoft.com/office/drawing/2014/main" id="{7B9D7144-A9AF-6E9C-2C0C-EB5E0B64565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3" name="Ellipse 762">
                <a:extLst>
                  <a:ext uri="{FF2B5EF4-FFF2-40B4-BE49-F238E27FC236}">
                    <a16:creationId xmlns:a16="http://schemas.microsoft.com/office/drawing/2014/main" id="{1902CDD1-6CC0-31C1-4BB7-9DDE7A7F5F8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4" name="Ellipse 763">
                <a:extLst>
                  <a:ext uri="{FF2B5EF4-FFF2-40B4-BE49-F238E27FC236}">
                    <a16:creationId xmlns:a16="http://schemas.microsoft.com/office/drawing/2014/main" id="{7081A70B-938A-A5DD-2E83-E8BE9D746FEF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5" name="Ellipse 764">
                <a:extLst>
                  <a:ext uri="{FF2B5EF4-FFF2-40B4-BE49-F238E27FC236}">
                    <a16:creationId xmlns:a16="http://schemas.microsoft.com/office/drawing/2014/main" id="{41ECBBAC-8286-AC6D-1EC4-C9EE0F46AB2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6" name="Ellipse 765">
                <a:extLst>
                  <a:ext uri="{FF2B5EF4-FFF2-40B4-BE49-F238E27FC236}">
                    <a16:creationId xmlns:a16="http://schemas.microsoft.com/office/drawing/2014/main" id="{14739953-2209-5E62-07CD-67B52B07375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7" name="Ellipse 766">
                <a:extLst>
                  <a:ext uri="{FF2B5EF4-FFF2-40B4-BE49-F238E27FC236}">
                    <a16:creationId xmlns:a16="http://schemas.microsoft.com/office/drawing/2014/main" id="{03843FAD-49BF-40B2-C38A-C8B49AD4CBF5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68" name="Gruppieren 767">
              <a:extLst>
                <a:ext uri="{FF2B5EF4-FFF2-40B4-BE49-F238E27FC236}">
                  <a16:creationId xmlns:a16="http://schemas.microsoft.com/office/drawing/2014/main" id="{BE96F526-A2AC-F457-1D4F-225FE0FF37F9}"/>
                </a:ext>
              </a:extLst>
            </p:cNvPr>
            <p:cNvGrpSpPr/>
            <p:nvPr/>
          </p:nvGrpSpPr>
          <p:grpSpPr>
            <a:xfrm rot="19191760" flipV="1">
              <a:off x="3061439" y="924810"/>
              <a:ext cx="2953403" cy="2665423"/>
              <a:chOff x="9535110" y="4663981"/>
              <a:chExt cx="2953403" cy="2665423"/>
            </a:xfrm>
          </p:grpSpPr>
          <p:sp>
            <p:nvSpPr>
              <p:cNvPr id="769" name="Ellipse 768">
                <a:extLst>
                  <a:ext uri="{FF2B5EF4-FFF2-40B4-BE49-F238E27FC236}">
                    <a16:creationId xmlns:a16="http://schemas.microsoft.com/office/drawing/2014/main" id="{B407C50D-2D36-15C4-3627-518CAE1CFC12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0" name="Ellipse 769">
                <a:extLst>
                  <a:ext uri="{FF2B5EF4-FFF2-40B4-BE49-F238E27FC236}">
                    <a16:creationId xmlns:a16="http://schemas.microsoft.com/office/drawing/2014/main" id="{D7F30B32-3234-7915-B369-194AD0505603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1" name="Ellipse 770">
                <a:extLst>
                  <a:ext uri="{FF2B5EF4-FFF2-40B4-BE49-F238E27FC236}">
                    <a16:creationId xmlns:a16="http://schemas.microsoft.com/office/drawing/2014/main" id="{99889EC3-6B0E-D7DA-C89B-C39BA78692C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2" name="Ellipse 771">
                <a:extLst>
                  <a:ext uri="{FF2B5EF4-FFF2-40B4-BE49-F238E27FC236}">
                    <a16:creationId xmlns:a16="http://schemas.microsoft.com/office/drawing/2014/main" id="{2B15387D-C381-3643-BD6A-3BA24FD8F1E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3" name="Ellipse 772">
                <a:extLst>
                  <a:ext uri="{FF2B5EF4-FFF2-40B4-BE49-F238E27FC236}">
                    <a16:creationId xmlns:a16="http://schemas.microsoft.com/office/drawing/2014/main" id="{25DD6797-3A8E-FA36-9186-3547242F668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4" name="Ellipse 773">
                <a:extLst>
                  <a:ext uri="{FF2B5EF4-FFF2-40B4-BE49-F238E27FC236}">
                    <a16:creationId xmlns:a16="http://schemas.microsoft.com/office/drawing/2014/main" id="{7388D173-2828-D015-EB4B-7BBF9CC9F5D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5" name="Ellipse 774">
                <a:extLst>
                  <a:ext uri="{FF2B5EF4-FFF2-40B4-BE49-F238E27FC236}">
                    <a16:creationId xmlns:a16="http://schemas.microsoft.com/office/drawing/2014/main" id="{8857FEA0-C681-8A4B-7BC9-E8D22959C57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6" name="Ellipse 775">
                <a:extLst>
                  <a:ext uri="{FF2B5EF4-FFF2-40B4-BE49-F238E27FC236}">
                    <a16:creationId xmlns:a16="http://schemas.microsoft.com/office/drawing/2014/main" id="{055151D6-1A55-E61D-F902-685548CEE6A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7" name="Ellipse 776">
                <a:extLst>
                  <a:ext uri="{FF2B5EF4-FFF2-40B4-BE49-F238E27FC236}">
                    <a16:creationId xmlns:a16="http://schemas.microsoft.com/office/drawing/2014/main" id="{1CB70283-7F28-0F4A-4851-BD022FCA22A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8" name="Ellipse 777">
                <a:extLst>
                  <a:ext uri="{FF2B5EF4-FFF2-40B4-BE49-F238E27FC236}">
                    <a16:creationId xmlns:a16="http://schemas.microsoft.com/office/drawing/2014/main" id="{34CEE437-2086-1560-4157-F89B492FC8D6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9" name="Ellipse 778">
                <a:extLst>
                  <a:ext uri="{FF2B5EF4-FFF2-40B4-BE49-F238E27FC236}">
                    <a16:creationId xmlns:a16="http://schemas.microsoft.com/office/drawing/2014/main" id="{AAD45D68-58C4-A5B3-0FAC-4D945170A329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0" name="Ellipse 779">
                <a:extLst>
                  <a:ext uri="{FF2B5EF4-FFF2-40B4-BE49-F238E27FC236}">
                    <a16:creationId xmlns:a16="http://schemas.microsoft.com/office/drawing/2014/main" id="{E8ACCD3B-21A4-D5A6-9C91-170168031CA0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1" name="Ellipse 780">
                <a:extLst>
                  <a:ext uri="{FF2B5EF4-FFF2-40B4-BE49-F238E27FC236}">
                    <a16:creationId xmlns:a16="http://schemas.microsoft.com/office/drawing/2014/main" id="{3532BC99-3196-0DFE-5E34-DA7330D416D7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2" name="Ellipse 781">
                <a:extLst>
                  <a:ext uri="{FF2B5EF4-FFF2-40B4-BE49-F238E27FC236}">
                    <a16:creationId xmlns:a16="http://schemas.microsoft.com/office/drawing/2014/main" id="{B40A880E-2879-439E-BF87-659553F4D6CD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3" name="Ellipse 782">
                <a:extLst>
                  <a:ext uri="{FF2B5EF4-FFF2-40B4-BE49-F238E27FC236}">
                    <a16:creationId xmlns:a16="http://schemas.microsoft.com/office/drawing/2014/main" id="{501ACA68-1B6B-D935-C842-F1EC630ABD03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4" name="Ellipse 783">
                <a:extLst>
                  <a:ext uri="{FF2B5EF4-FFF2-40B4-BE49-F238E27FC236}">
                    <a16:creationId xmlns:a16="http://schemas.microsoft.com/office/drawing/2014/main" id="{EB3801AE-A4B8-9276-D15D-E5C0F9036066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5" name="Ellipse 784">
                <a:extLst>
                  <a:ext uri="{FF2B5EF4-FFF2-40B4-BE49-F238E27FC236}">
                    <a16:creationId xmlns:a16="http://schemas.microsoft.com/office/drawing/2014/main" id="{0689CFB5-DAE2-F7DC-C7EF-E30D098A6EF4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6" name="Ellipse 785">
                <a:extLst>
                  <a:ext uri="{FF2B5EF4-FFF2-40B4-BE49-F238E27FC236}">
                    <a16:creationId xmlns:a16="http://schemas.microsoft.com/office/drawing/2014/main" id="{CC24F246-352B-2026-5FD6-F03F44F55C7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7" name="Ellipse 786">
                <a:extLst>
                  <a:ext uri="{FF2B5EF4-FFF2-40B4-BE49-F238E27FC236}">
                    <a16:creationId xmlns:a16="http://schemas.microsoft.com/office/drawing/2014/main" id="{AB00A5E7-4B6F-E819-5829-3C378CC9CB8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8" name="Ellipse 787">
                <a:extLst>
                  <a:ext uri="{FF2B5EF4-FFF2-40B4-BE49-F238E27FC236}">
                    <a16:creationId xmlns:a16="http://schemas.microsoft.com/office/drawing/2014/main" id="{92FE329D-D213-7D92-C4C3-90A7FCAD8D6A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9" name="Ellipse 788">
                <a:extLst>
                  <a:ext uri="{FF2B5EF4-FFF2-40B4-BE49-F238E27FC236}">
                    <a16:creationId xmlns:a16="http://schemas.microsoft.com/office/drawing/2014/main" id="{60D31495-18DA-7237-8935-EB1D36A322B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0" name="Ellipse 789">
                <a:extLst>
                  <a:ext uri="{FF2B5EF4-FFF2-40B4-BE49-F238E27FC236}">
                    <a16:creationId xmlns:a16="http://schemas.microsoft.com/office/drawing/2014/main" id="{E2D97524-67A8-EDC3-01AC-1A7F722C46BD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1" name="Ellipse 790">
                <a:extLst>
                  <a:ext uri="{FF2B5EF4-FFF2-40B4-BE49-F238E27FC236}">
                    <a16:creationId xmlns:a16="http://schemas.microsoft.com/office/drawing/2014/main" id="{CF19548C-20E2-069D-B191-128E5D80D615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2" name="Ellipse 791">
                <a:extLst>
                  <a:ext uri="{FF2B5EF4-FFF2-40B4-BE49-F238E27FC236}">
                    <a16:creationId xmlns:a16="http://schemas.microsoft.com/office/drawing/2014/main" id="{C115145E-CBA9-68CD-20D2-B39B0760FF5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3" name="Ellipse 792">
                <a:extLst>
                  <a:ext uri="{FF2B5EF4-FFF2-40B4-BE49-F238E27FC236}">
                    <a16:creationId xmlns:a16="http://schemas.microsoft.com/office/drawing/2014/main" id="{85AEE3E8-E93E-0F68-0163-4242B2B0385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94" name="Gruppieren 793">
              <a:extLst>
                <a:ext uri="{FF2B5EF4-FFF2-40B4-BE49-F238E27FC236}">
                  <a16:creationId xmlns:a16="http://schemas.microsoft.com/office/drawing/2014/main" id="{55EB68EF-5A2E-5B19-041D-E073C53A330B}"/>
                </a:ext>
              </a:extLst>
            </p:cNvPr>
            <p:cNvGrpSpPr/>
            <p:nvPr/>
          </p:nvGrpSpPr>
          <p:grpSpPr>
            <a:xfrm>
              <a:off x="733852" y="1195428"/>
              <a:ext cx="2953403" cy="2665423"/>
              <a:chOff x="9535110" y="4663981"/>
              <a:chExt cx="2953403" cy="2665423"/>
            </a:xfrm>
          </p:grpSpPr>
          <p:sp>
            <p:nvSpPr>
              <p:cNvPr id="795" name="Ellipse 794">
                <a:extLst>
                  <a:ext uri="{FF2B5EF4-FFF2-40B4-BE49-F238E27FC236}">
                    <a16:creationId xmlns:a16="http://schemas.microsoft.com/office/drawing/2014/main" id="{F2DB6D54-621E-0BD0-D153-55AE5A1A7F4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6" name="Ellipse 795">
                <a:extLst>
                  <a:ext uri="{FF2B5EF4-FFF2-40B4-BE49-F238E27FC236}">
                    <a16:creationId xmlns:a16="http://schemas.microsoft.com/office/drawing/2014/main" id="{4E332267-3ADF-64A0-1359-FCC2100C8837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7" name="Ellipse 796">
                <a:extLst>
                  <a:ext uri="{FF2B5EF4-FFF2-40B4-BE49-F238E27FC236}">
                    <a16:creationId xmlns:a16="http://schemas.microsoft.com/office/drawing/2014/main" id="{AC7D09DB-E2D3-BCCE-71ED-46A30C6F4C47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8" name="Ellipse 797">
                <a:extLst>
                  <a:ext uri="{FF2B5EF4-FFF2-40B4-BE49-F238E27FC236}">
                    <a16:creationId xmlns:a16="http://schemas.microsoft.com/office/drawing/2014/main" id="{01D6EDC0-32FF-1579-AD67-6A3089B7E6C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9" name="Ellipse 798">
                <a:extLst>
                  <a:ext uri="{FF2B5EF4-FFF2-40B4-BE49-F238E27FC236}">
                    <a16:creationId xmlns:a16="http://schemas.microsoft.com/office/drawing/2014/main" id="{08481030-BAA9-FB1B-3D54-C43F733B528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0" name="Ellipse 799">
                <a:extLst>
                  <a:ext uri="{FF2B5EF4-FFF2-40B4-BE49-F238E27FC236}">
                    <a16:creationId xmlns:a16="http://schemas.microsoft.com/office/drawing/2014/main" id="{33E6CAFA-F940-3981-717A-62CCC43F6CFE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1" name="Ellipse 800">
                <a:extLst>
                  <a:ext uri="{FF2B5EF4-FFF2-40B4-BE49-F238E27FC236}">
                    <a16:creationId xmlns:a16="http://schemas.microsoft.com/office/drawing/2014/main" id="{E6A56982-A2F9-4561-D526-3D875B407616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2" name="Ellipse 801">
                <a:extLst>
                  <a:ext uri="{FF2B5EF4-FFF2-40B4-BE49-F238E27FC236}">
                    <a16:creationId xmlns:a16="http://schemas.microsoft.com/office/drawing/2014/main" id="{232909C3-F32A-DBA4-7A5B-B8ECD40F730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3" name="Ellipse 802">
                <a:extLst>
                  <a:ext uri="{FF2B5EF4-FFF2-40B4-BE49-F238E27FC236}">
                    <a16:creationId xmlns:a16="http://schemas.microsoft.com/office/drawing/2014/main" id="{7DA198BA-0FBE-2B42-AB1D-430C5A465829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4" name="Ellipse 803">
                <a:extLst>
                  <a:ext uri="{FF2B5EF4-FFF2-40B4-BE49-F238E27FC236}">
                    <a16:creationId xmlns:a16="http://schemas.microsoft.com/office/drawing/2014/main" id="{36677495-8371-44D0-FFB4-7704D2BB64E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5" name="Ellipse 804">
                <a:extLst>
                  <a:ext uri="{FF2B5EF4-FFF2-40B4-BE49-F238E27FC236}">
                    <a16:creationId xmlns:a16="http://schemas.microsoft.com/office/drawing/2014/main" id="{10EA43DB-C395-C5CD-88EB-4679698B6D3B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6" name="Ellipse 805">
                <a:extLst>
                  <a:ext uri="{FF2B5EF4-FFF2-40B4-BE49-F238E27FC236}">
                    <a16:creationId xmlns:a16="http://schemas.microsoft.com/office/drawing/2014/main" id="{C7D64178-ED11-0262-BB72-EEAD5BB6A6E4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7" name="Ellipse 806">
                <a:extLst>
                  <a:ext uri="{FF2B5EF4-FFF2-40B4-BE49-F238E27FC236}">
                    <a16:creationId xmlns:a16="http://schemas.microsoft.com/office/drawing/2014/main" id="{CE4D643F-FCC1-5F2E-2B02-6BB506E59AE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8" name="Ellipse 807">
                <a:extLst>
                  <a:ext uri="{FF2B5EF4-FFF2-40B4-BE49-F238E27FC236}">
                    <a16:creationId xmlns:a16="http://schemas.microsoft.com/office/drawing/2014/main" id="{29E0DA3E-154E-A0EE-4CBC-097D35FBD0FD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9" name="Ellipse 808">
                <a:extLst>
                  <a:ext uri="{FF2B5EF4-FFF2-40B4-BE49-F238E27FC236}">
                    <a16:creationId xmlns:a16="http://schemas.microsoft.com/office/drawing/2014/main" id="{47D22C74-EECF-9B00-BB29-D2A663219B2C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0" name="Ellipse 809">
                <a:extLst>
                  <a:ext uri="{FF2B5EF4-FFF2-40B4-BE49-F238E27FC236}">
                    <a16:creationId xmlns:a16="http://schemas.microsoft.com/office/drawing/2014/main" id="{874A6833-C9CE-42A9-D3AC-13DE6C98D1EB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1" name="Ellipse 810">
                <a:extLst>
                  <a:ext uri="{FF2B5EF4-FFF2-40B4-BE49-F238E27FC236}">
                    <a16:creationId xmlns:a16="http://schemas.microsoft.com/office/drawing/2014/main" id="{30DDC87E-2EEF-C314-8F43-D55DDB0AA780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2" name="Ellipse 811">
                <a:extLst>
                  <a:ext uri="{FF2B5EF4-FFF2-40B4-BE49-F238E27FC236}">
                    <a16:creationId xmlns:a16="http://schemas.microsoft.com/office/drawing/2014/main" id="{B414AD04-3872-0A00-DAC2-47FD2B474D8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3" name="Ellipse 812">
                <a:extLst>
                  <a:ext uri="{FF2B5EF4-FFF2-40B4-BE49-F238E27FC236}">
                    <a16:creationId xmlns:a16="http://schemas.microsoft.com/office/drawing/2014/main" id="{9E6EE50C-936D-0566-6BB8-02702C07309D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4" name="Ellipse 813">
                <a:extLst>
                  <a:ext uri="{FF2B5EF4-FFF2-40B4-BE49-F238E27FC236}">
                    <a16:creationId xmlns:a16="http://schemas.microsoft.com/office/drawing/2014/main" id="{1718254E-8711-8E75-B784-EF351AB0FDAD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5" name="Ellipse 814">
                <a:extLst>
                  <a:ext uri="{FF2B5EF4-FFF2-40B4-BE49-F238E27FC236}">
                    <a16:creationId xmlns:a16="http://schemas.microsoft.com/office/drawing/2014/main" id="{A26EDE08-E58E-5AA5-6029-FFF39EEEA04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6" name="Ellipse 815">
                <a:extLst>
                  <a:ext uri="{FF2B5EF4-FFF2-40B4-BE49-F238E27FC236}">
                    <a16:creationId xmlns:a16="http://schemas.microsoft.com/office/drawing/2014/main" id="{130EC907-E3A4-7108-CFF3-344189A965E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7" name="Ellipse 816">
                <a:extLst>
                  <a:ext uri="{FF2B5EF4-FFF2-40B4-BE49-F238E27FC236}">
                    <a16:creationId xmlns:a16="http://schemas.microsoft.com/office/drawing/2014/main" id="{D2C4C2D9-31C6-9F3A-F87A-BCC3DE7C8109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8" name="Ellipse 817">
                <a:extLst>
                  <a:ext uri="{FF2B5EF4-FFF2-40B4-BE49-F238E27FC236}">
                    <a16:creationId xmlns:a16="http://schemas.microsoft.com/office/drawing/2014/main" id="{7D38A466-C709-029C-A04B-D858EA2F0A4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9" name="Ellipse 818">
                <a:extLst>
                  <a:ext uri="{FF2B5EF4-FFF2-40B4-BE49-F238E27FC236}">
                    <a16:creationId xmlns:a16="http://schemas.microsoft.com/office/drawing/2014/main" id="{759EF5E4-2707-01A5-F5F1-5F81A9E1CB4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20" name="Gruppieren 819">
              <a:extLst>
                <a:ext uri="{FF2B5EF4-FFF2-40B4-BE49-F238E27FC236}">
                  <a16:creationId xmlns:a16="http://schemas.microsoft.com/office/drawing/2014/main" id="{51025A02-4B59-2252-9C5D-BB6B6E4EAE29}"/>
                </a:ext>
              </a:extLst>
            </p:cNvPr>
            <p:cNvGrpSpPr/>
            <p:nvPr/>
          </p:nvGrpSpPr>
          <p:grpSpPr>
            <a:xfrm rot="9412871">
              <a:off x="2312130" y="-115884"/>
              <a:ext cx="2953403" cy="2665423"/>
              <a:chOff x="9535110" y="4663981"/>
              <a:chExt cx="2953403" cy="2665423"/>
            </a:xfrm>
          </p:grpSpPr>
          <p:sp>
            <p:nvSpPr>
              <p:cNvPr id="821" name="Ellipse 820">
                <a:extLst>
                  <a:ext uri="{FF2B5EF4-FFF2-40B4-BE49-F238E27FC236}">
                    <a16:creationId xmlns:a16="http://schemas.microsoft.com/office/drawing/2014/main" id="{E35B4037-7FF2-936A-C321-F0F1BB6607DB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2" name="Ellipse 821">
                <a:extLst>
                  <a:ext uri="{FF2B5EF4-FFF2-40B4-BE49-F238E27FC236}">
                    <a16:creationId xmlns:a16="http://schemas.microsoft.com/office/drawing/2014/main" id="{EC37BA52-748E-4291-ECC9-3CB89D059C0E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3" name="Ellipse 822">
                <a:extLst>
                  <a:ext uri="{FF2B5EF4-FFF2-40B4-BE49-F238E27FC236}">
                    <a16:creationId xmlns:a16="http://schemas.microsoft.com/office/drawing/2014/main" id="{248A844D-0E8D-EA7C-D3E5-7EC8691A253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4" name="Ellipse 823">
                <a:extLst>
                  <a:ext uri="{FF2B5EF4-FFF2-40B4-BE49-F238E27FC236}">
                    <a16:creationId xmlns:a16="http://schemas.microsoft.com/office/drawing/2014/main" id="{84145AD6-2C53-93BF-192C-57FFACA26534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5" name="Ellipse 824">
                <a:extLst>
                  <a:ext uri="{FF2B5EF4-FFF2-40B4-BE49-F238E27FC236}">
                    <a16:creationId xmlns:a16="http://schemas.microsoft.com/office/drawing/2014/main" id="{E9FD3DF1-C2FB-9A39-0497-D5281862948B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6" name="Ellipse 825">
                <a:extLst>
                  <a:ext uri="{FF2B5EF4-FFF2-40B4-BE49-F238E27FC236}">
                    <a16:creationId xmlns:a16="http://schemas.microsoft.com/office/drawing/2014/main" id="{526C996E-5881-0704-91DD-9239CEC9C34F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7" name="Ellipse 826">
                <a:extLst>
                  <a:ext uri="{FF2B5EF4-FFF2-40B4-BE49-F238E27FC236}">
                    <a16:creationId xmlns:a16="http://schemas.microsoft.com/office/drawing/2014/main" id="{34622F6B-0887-DA15-5F9C-E57D00B7FC98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8" name="Ellipse 827">
                <a:extLst>
                  <a:ext uri="{FF2B5EF4-FFF2-40B4-BE49-F238E27FC236}">
                    <a16:creationId xmlns:a16="http://schemas.microsoft.com/office/drawing/2014/main" id="{F2720691-FC4E-1A81-A47E-13FCBE7B0397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9" name="Ellipse 828">
                <a:extLst>
                  <a:ext uri="{FF2B5EF4-FFF2-40B4-BE49-F238E27FC236}">
                    <a16:creationId xmlns:a16="http://schemas.microsoft.com/office/drawing/2014/main" id="{4DBEF7F3-C968-FADC-C26E-DC5045EF565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0" name="Ellipse 829">
                <a:extLst>
                  <a:ext uri="{FF2B5EF4-FFF2-40B4-BE49-F238E27FC236}">
                    <a16:creationId xmlns:a16="http://schemas.microsoft.com/office/drawing/2014/main" id="{90CCBD41-0641-3DA6-2248-E901A00067E0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1" name="Ellipse 830">
                <a:extLst>
                  <a:ext uri="{FF2B5EF4-FFF2-40B4-BE49-F238E27FC236}">
                    <a16:creationId xmlns:a16="http://schemas.microsoft.com/office/drawing/2014/main" id="{A44865A3-FAF5-9FC4-8CDD-DDA322D548F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2" name="Ellipse 831">
                <a:extLst>
                  <a:ext uri="{FF2B5EF4-FFF2-40B4-BE49-F238E27FC236}">
                    <a16:creationId xmlns:a16="http://schemas.microsoft.com/office/drawing/2014/main" id="{6BA5D2A2-1C5A-0E58-FEF9-D5234A421FF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3" name="Ellipse 832">
                <a:extLst>
                  <a:ext uri="{FF2B5EF4-FFF2-40B4-BE49-F238E27FC236}">
                    <a16:creationId xmlns:a16="http://schemas.microsoft.com/office/drawing/2014/main" id="{0E4AE23C-9B07-6EE1-BB0C-1106026C73D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4" name="Ellipse 833">
                <a:extLst>
                  <a:ext uri="{FF2B5EF4-FFF2-40B4-BE49-F238E27FC236}">
                    <a16:creationId xmlns:a16="http://schemas.microsoft.com/office/drawing/2014/main" id="{ADB92317-F6B5-2894-63B6-7F192B3D237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5" name="Ellipse 834">
                <a:extLst>
                  <a:ext uri="{FF2B5EF4-FFF2-40B4-BE49-F238E27FC236}">
                    <a16:creationId xmlns:a16="http://schemas.microsoft.com/office/drawing/2014/main" id="{FEE13090-4650-BBE8-FB04-15D48332E3F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6" name="Ellipse 835">
                <a:extLst>
                  <a:ext uri="{FF2B5EF4-FFF2-40B4-BE49-F238E27FC236}">
                    <a16:creationId xmlns:a16="http://schemas.microsoft.com/office/drawing/2014/main" id="{2D491E3F-ADE2-9C4E-EE43-F6906362B640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7" name="Ellipse 836">
                <a:extLst>
                  <a:ext uri="{FF2B5EF4-FFF2-40B4-BE49-F238E27FC236}">
                    <a16:creationId xmlns:a16="http://schemas.microsoft.com/office/drawing/2014/main" id="{EE7C8F36-9AE9-2DD4-601F-5B97D53B7E9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8" name="Ellipse 837">
                <a:extLst>
                  <a:ext uri="{FF2B5EF4-FFF2-40B4-BE49-F238E27FC236}">
                    <a16:creationId xmlns:a16="http://schemas.microsoft.com/office/drawing/2014/main" id="{D85CCEB4-FC98-B752-ACC5-4FB54010A21B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9" name="Ellipse 838">
                <a:extLst>
                  <a:ext uri="{FF2B5EF4-FFF2-40B4-BE49-F238E27FC236}">
                    <a16:creationId xmlns:a16="http://schemas.microsoft.com/office/drawing/2014/main" id="{2FB6B759-9CCA-1E2D-242D-786B1590BDE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0" name="Ellipse 839">
                <a:extLst>
                  <a:ext uri="{FF2B5EF4-FFF2-40B4-BE49-F238E27FC236}">
                    <a16:creationId xmlns:a16="http://schemas.microsoft.com/office/drawing/2014/main" id="{746067C2-5DA1-2EA9-15CD-88EF6B9D426D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1" name="Ellipse 840">
                <a:extLst>
                  <a:ext uri="{FF2B5EF4-FFF2-40B4-BE49-F238E27FC236}">
                    <a16:creationId xmlns:a16="http://schemas.microsoft.com/office/drawing/2014/main" id="{16FEB315-CED4-13A2-1414-D47E197088DA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2" name="Ellipse 841">
                <a:extLst>
                  <a:ext uri="{FF2B5EF4-FFF2-40B4-BE49-F238E27FC236}">
                    <a16:creationId xmlns:a16="http://schemas.microsoft.com/office/drawing/2014/main" id="{7127D811-D7D8-CBDE-19F8-C619D19442FF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3" name="Ellipse 842">
                <a:extLst>
                  <a:ext uri="{FF2B5EF4-FFF2-40B4-BE49-F238E27FC236}">
                    <a16:creationId xmlns:a16="http://schemas.microsoft.com/office/drawing/2014/main" id="{E8A2AC32-B6B3-3E96-5E27-A085E2CD500F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4" name="Ellipse 843">
                <a:extLst>
                  <a:ext uri="{FF2B5EF4-FFF2-40B4-BE49-F238E27FC236}">
                    <a16:creationId xmlns:a16="http://schemas.microsoft.com/office/drawing/2014/main" id="{F7FD4153-EC9F-8D1D-7046-59BF1449D123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5" name="Ellipse 844">
                <a:extLst>
                  <a:ext uri="{FF2B5EF4-FFF2-40B4-BE49-F238E27FC236}">
                    <a16:creationId xmlns:a16="http://schemas.microsoft.com/office/drawing/2014/main" id="{DBF3B863-5C4C-ED42-AA51-978378CB0654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46" name="Gruppieren 845">
              <a:extLst>
                <a:ext uri="{FF2B5EF4-FFF2-40B4-BE49-F238E27FC236}">
                  <a16:creationId xmlns:a16="http://schemas.microsoft.com/office/drawing/2014/main" id="{839E12DE-0BE3-68CF-F932-AF2BE1AF8BAA}"/>
                </a:ext>
              </a:extLst>
            </p:cNvPr>
            <p:cNvGrpSpPr/>
            <p:nvPr/>
          </p:nvGrpSpPr>
          <p:grpSpPr>
            <a:xfrm>
              <a:off x="-1784520" y="1281404"/>
              <a:ext cx="4629584" cy="2788981"/>
              <a:chOff x="-324210" y="4706992"/>
              <a:chExt cx="4629584" cy="2788981"/>
            </a:xfrm>
          </p:grpSpPr>
          <p:sp>
            <p:nvSpPr>
              <p:cNvPr id="847" name="Ellipse 846">
                <a:extLst>
                  <a:ext uri="{FF2B5EF4-FFF2-40B4-BE49-F238E27FC236}">
                    <a16:creationId xmlns:a16="http://schemas.microsoft.com/office/drawing/2014/main" id="{9D340D61-570A-F89D-40BB-6B56757960C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8" name="Ellipse 847">
                <a:extLst>
                  <a:ext uri="{FF2B5EF4-FFF2-40B4-BE49-F238E27FC236}">
                    <a16:creationId xmlns:a16="http://schemas.microsoft.com/office/drawing/2014/main" id="{F2D388D2-8DCA-AFE2-331A-827826A74241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9" name="Ellipse 848">
                <a:extLst>
                  <a:ext uri="{FF2B5EF4-FFF2-40B4-BE49-F238E27FC236}">
                    <a16:creationId xmlns:a16="http://schemas.microsoft.com/office/drawing/2014/main" id="{98AC29A7-AFAA-4A45-EBA2-F90559C834A1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0" name="Ellipse 849">
                <a:extLst>
                  <a:ext uri="{FF2B5EF4-FFF2-40B4-BE49-F238E27FC236}">
                    <a16:creationId xmlns:a16="http://schemas.microsoft.com/office/drawing/2014/main" id="{324E9C72-6C7E-C658-F5BA-989AA74D6879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1" name="Ellipse 850">
                <a:extLst>
                  <a:ext uri="{FF2B5EF4-FFF2-40B4-BE49-F238E27FC236}">
                    <a16:creationId xmlns:a16="http://schemas.microsoft.com/office/drawing/2014/main" id="{2905C172-61E0-16A6-F134-A4C26D93F23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2" name="Ellipse 851">
                <a:extLst>
                  <a:ext uri="{FF2B5EF4-FFF2-40B4-BE49-F238E27FC236}">
                    <a16:creationId xmlns:a16="http://schemas.microsoft.com/office/drawing/2014/main" id="{9FA2E3AA-E921-3A65-6E6D-6C7932129393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3" name="Ellipse 852">
                <a:extLst>
                  <a:ext uri="{FF2B5EF4-FFF2-40B4-BE49-F238E27FC236}">
                    <a16:creationId xmlns:a16="http://schemas.microsoft.com/office/drawing/2014/main" id="{35678F7D-46C7-B0C8-7473-6152DE2BDAB4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4" name="Ellipse 853">
                <a:extLst>
                  <a:ext uri="{FF2B5EF4-FFF2-40B4-BE49-F238E27FC236}">
                    <a16:creationId xmlns:a16="http://schemas.microsoft.com/office/drawing/2014/main" id="{26DC227A-4524-6CB0-1F5B-38CCC2488AA7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5" name="Ellipse 854">
                <a:extLst>
                  <a:ext uri="{FF2B5EF4-FFF2-40B4-BE49-F238E27FC236}">
                    <a16:creationId xmlns:a16="http://schemas.microsoft.com/office/drawing/2014/main" id="{A420F3E0-6E94-BEFD-1064-42EB28DC6C2F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6" name="Ellipse 855">
                <a:extLst>
                  <a:ext uri="{FF2B5EF4-FFF2-40B4-BE49-F238E27FC236}">
                    <a16:creationId xmlns:a16="http://schemas.microsoft.com/office/drawing/2014/main" id="{B05B7436-B2E2-3CBB-1828-B2AE9532E6DE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7" name="Ellipse 856">
                <a:extLst>
                  <a:ext uri="{FF2B5EF4-FFF2-40B4-BE49-F238E27FC236}">
                    <a16:creationId xmlns:a16="http://schemas.microsoft.com/office/drawing/2014/main" id="{4ACA017B-9C25-4F11-1B81-E609BA07FBB1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8" name="Ellipse 857">
                <a:extLst>
                  <a:ext uri="{FF2B5EF4-FFF2-40B4-BE49-F238E27FC236}">
                    <a16:creationId xmlns:a16="http://schemas.microsoft.com/office/drawing/2014/main" id="{948FE561-B1F5-2137-36DB-7D8EF91ADEE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9" name="Ellipse 858">
                <a:extLst>
                  <a:ext uri="{FF2B5EF4-FFF2-40B4-BE49-F238E27FC236}">
                    <a16:creationId xmlns:a16="http://schemas.microsoft.com/office/drawing/2014/main" id="{72995D97-7729-C534-42C2-7E3EC395DE9D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0" name="Ellipse 859">
                <a:extLst>
                  <a:ext uri="{FF2B5EF4-FFF2-40B4-BE49-F238E27FC236}">
                    <a16:creationId xmlns:a16="http://schemas.microsoft.com/office/drawing/2014/main" id="{4B5DA2DB-A45B-30DE-FD04-500C54185A5E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1" name="Ellipse 860">
                <a:extLst>
                  <a:ext uri="{FF2B5EF4-FFF2-40B4-BE49-F238E27FC236}">
                    <a16:creationId xmlns:a16="http://schemas.microsoft.com/office/drawing/2014/main" id="{325C9CBA-5941-710A-E1B4-0708214C57EB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2" name="Ellipse 861">
                <a:extLst>
                  <a:ext uri="{FF2B5EF4-FFF2-40B4-BE49-F238E27FC236}">
                    <a16:creationId xmlns:a16="http://schemas.microsoft.com/office/drawing/2014/main" id="{7038FB2C-07B0-3247-D031-CB05D81127F8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3" name="Ellipse 862">
                <a:extLst>
                  <a:ext uri="{FF2B5EF4-FFF2-40B4-BE49-F238E27FC236}">
                    <a16:creationId xmlns:a16="http://schemas.microsoft.com/office/drawing/2014/main" id="{97365BFF-8F60-E2F6-B567-63D5A51C07F8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4" name="Ellipse 863">
                <a:extLst>
                  <a:ext uri="{FF2B5EF4-FFF2-40B4-BE49-F238E27FC236}">
                    <a16:creationId xmlns:a16="http://schemas.microsoft.com/office/drawing/2014/main" id="{25525D9C-8DD2-FB17-512F-D48E8610FD0C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5" name="Ellipse 864">
                <a:extLst>
                  <a:ext uri="{FF2B5EF4-FFF2-40B4-BE49-F238E27FC236}">
                    <a16:creationId xmlns:a16="http://schemas.microsoft.com/office/drawing/2014/main" id="{CE921A10-1EF0-1365-A5C9-68E71FFD63D6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6" name="Ellipse 865">
                <a:extLst>
                  <a:ext uri="{FF2B5EF4-FFF2-40B4-BE49-F238E27FC236}">
                    <a16:creationId xmlns:a16="http://schemas.microsoft.com/office/drawing/2014/main" id="{BEBC9033-6C09-5033-77E6-5B06E7D5E734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7" name="Ellipse 866">
                <a:extLst>
                  <a:ext uri="{FF2B5EF4-FFF2-40B4-BE49-F238E27FC236}">
                    <a16:creationId xmlns:a16="http://schemas.microsoft.com/office/drawing/2014/main" id="{CF1FD342-42AF-5DF6-026D-B26B4944DAEC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8" name="Ellipse 867">
                <a:extLst>
                  <a:ext uri="{FF2B5EF4-FFF2-40B4-BE49-F238E27FC236}">
                    <a16:creationId xmlns:a16="http://schemas.microsoft.com/office/drawing/2014/main" id="{CFD5E8D5-8F0B-C974-B5D6-75CC3F7B5D74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9" name="Ellipse 868">
                <a:extLst>
                  <a:ext uri="{FF2B5EF4-FFF2-40B4-BE49-F238E27FC236}">
                    <a16:creationId xmlns:a16="http://schemas.microsoft.com/office/drawing/2014/main" id="{E3F3B2FA-2738-8CE8-6478-B29744324A06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0" name="Ellipse 869">
                <a:extLst>
                  <a:ext uri="{FF2B5EF4-FFF2-40B4-BE49-F238E27FC236}">
                    <a16:creationId xmlns:a16="http://schemas.microsoft.com/office/drawing/2014/main" id="{5254EA34-CF7F-1A92-5F03-A3D64D211074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1" name="Ellipse 870">
                <a:extLst>
                  <a:ext uri="{FF2B5EF4-FFF2-40B4-BE49-F238E27FC236}">
                    <a16:creationId xmlns:a16="http://schemas.microsoft.com/office/drawing/2014/main" id="{4FEFB5E8-ADDD-1249-36A3-057A7F2A1503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2" name="Ellipse 871">
                <a:extLst>
                  <a:ext uri="{FF2B5EF4-FFF2-40B4-BE49-F238E27FC236}">
                    <a16:creationId xmlns:a16="http://schemas.microsoft.com/office/drawing/2014/main" id="{037CB7C0-8B35-D70F-8B1F-B21B3F0A9251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3" name="Ellipse 872">
                <a:extLst>
                  <a:ext uri="{FF2B5EF4-FFF2-40B4-BE49-F238E27FC236}">
                    <a16:creationId xmlns:a16="http://schemas.microsoft.com/office/drawing/2014/main" id="{94E4B4F8-C9DE-0598-8C22-4F5290C042DE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4" name="Ellipse 873">
                <a:extLst>
                  <a:ext uri="{FF2B5EF4-FFF2-40B4-BE49-F238E27FC236}">
                    <a16:creationId xmlns:a16="http://schemas.microsoft.com/office/drawing/2014/main" id="{2D68880E-50F7-756E-875F-41A18F93576C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75" name="Gruppieren 874">
              <a:extLst>
                <a:ext uri="{FF2B5EF4-FFF2-40B4-BE49-F238E27FC236}">
                  <a16:creationId xmlns:a16="http://schemas.microsoft.com/office/drawing/2014/main" id="{57355FDB-8E13-44F2-06FD-E39203D30D6B}"/>
                </a:ext>
              </a:extLst>
            </p:cNvPr>
            <p:cNvGrpSpPr/>
            <p:nvPr/>
          </p:nvGrpSpPr>
          <p:grpSpPr>
            <a:xfrm rot="10800000">
              <a:off x="-995780" y="740929"/>
              <a:ext cx="4629584" cy="2788981"/>
              <a:chOff x="-324210" y="4706992"/>
              <a:chExt cx="4629584" cy="2788981"/>
            </a:xfrm>
          </p:grpSpPr>
          <p:sp>
            <p:nvSpPr>
              <p:cNvPr id="876" name="Ellipse 875">
                <a:extLst>
                  <a:ext uri="{FF2B5EF4-FFF2-40B4-BE49-F238E27FC236}">
                    <a16:creationId xmlns:a16="http://schemas.microsoft.com/office/drawing/2014/main" id="{F9D14449-6E22-FA61-4749-E1481619300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7" name="Ellipse 876">
                <a:extLst>
                  <a:ext uri="{FF2B5EF4-FFF2-40B4-BE49-F238E27FC236}">
                    <a16:creationId xmlns:a16="http://schemas.microsoft.com/office/drawing/2014/main" id="{4378BB1F-BC7B-40F9-929B-75E4C5E44A59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8" name="Ellipse 877">
                <a:extLst>
                  <a:ext uri="{FF2B5EF4-FFF2-40B4-BE49-F238E27FC236}">
                    <a16:creationId xmlns:a16="http://schemas.microsoft.com/office/drawing/2014/main" id="{6B6DAFDA-1867-E156-B401-EF869838D88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9" name="Ellipse 878">
                <a:extLst>
                  <a:ext uri="{FF2B5EF4-FFF2-40B4-BE49-F238E27FC236}">
                    <a16:creationId xmlns:a16="http://schemas.microsoft.com/office/drawing/2014/main" id="{903036C0-DA3B-43F1-AD00-00D2EAC8E543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0" name="Ellipse 879">
                <a:extLst>
                  <a:ext uri="{FF2B5EF4-FFF2-40B4-BE49-F238E27FC236}">
                    <a16:creationId xmlns:a16="http://schemas.microsoft.com/office/drawing/2014/main" id="{444DC465-A9C5-18C4-CB3E-652B5BF805A2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1" name="Ellipse 880">
                <a:extLst>
                  <a:ext uri="{FF2B5EF4-FFF2-40B4-BE49-F238E27FC236}">
                    <a16:creationId xmlns:a16="http://schemas.microsoft.com/office/drawing/2014/main" id="{2B0E7B80-CD17-9481-0ADA-A7AD59B3B6B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2" name="Ellipse 881">
                <a:extLst>
                  <a:ext uri="{FF2B5EF4-FFF2-40B4-BE49-F238E27FC236}">
                    <a16:creationId xmlns:a16="http://schemas.microsoft.com/office/drawing/2014/main" id="{4BBB51A1-43DB-BACA-3897-CE8F49088FEB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3" name="Ellipse 882">
                <a:extLst>
                  <a:ext uri="{FF2B5EF4-FFF2-40B4-BE49-F238E27FC236}">
                    <a16:creationId xmlns:a16="http://schemas.microsoft.com/office/drawing/2014/main" id="{277EB81F-65D2-4810-6408-BEDDA68303C6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4" name="Ellipse 883">
                <a:extLst>
                  <a:ext uri="{FF2B5EF4-FFF2-40B4-BE49-F238E27FC236}">
                    <a16:creationId xmlns:a16="http://schemas.microsoft.com/office/drawing/2014/main" id="{D9EC3644-9F0E-D407-CEDF-A906510D6A1F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5" name="Ellipse 884">
                <a:extLst>
                  <a:ext uri="{FF2B5EF4-FFF2-40B4-BE49-F238E27FC236}">
                    <a16:creationId xmlns:a16="http://schemas.microsoft.com/office/drawing/2014/main" id="{95496877-9358-921C-E80C-A138C01FBCEE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6" name="Ellipse 885">
                <a:extLst>
                  <a:ext uri="{FF2B5EF4-FFF2-40B4-BE49-F238E27FC236}">
                    <a16:creationId xmlns:a16="http://schemas.microsoft.com/office/drawing/2014/main" id="{7D69511C-FC4C-CE93-429A-1F1FAF2EA0BD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7" name="Ellipse 886">
                <a:extLst>
                  <a:ext uri="{FF2B5EF4-FFF2-40B4-BE49-F238E27FC236}">
                    <a16:creationId xmlns:a16="http://schemas.microsoft.com/office/drawing/2014/main" id="{2885CBDC-8074-B332-FAB8-9DABB7C9E2A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8" name="Ellipse 887">
                <a:extLst>
                  <a:ext uri="{FF2B5EF4-FFF2-40B4-BE49-F238E27FC236}">
                    <a16:creationId xmlns:a16="http://schemas.microsoft.com/office/drawing/2014/main" id="{B521932A-A28B-34D1-E4CA-DDD39968215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9" name="Ellipse 888">
                <a:extLst>
                  <a:ext uri="{FF2B5EF4-FFF2-40B4-BE49-F238E27FC236}">
                    <a16:creationId xmlns:a16="http://schemas.microsoft.com/office/drawing/2014/main" id="{17D2B9DB-15CB-1899-4A15-C6980476CF5C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0" name="Ellipse 889">
                <a:extLst>
                  <a:ext uri="{FF2B5EF4-FFF2-40B4-BE49-F238E27FC236}">
                    <a16:creationId xmlns:a16="http://schemas.microsoft.com/office/drawing/2014/main" id="{599CE117-3622-502D-CA2E-B7921D3CA4C5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1" name="Ellipse 890">
                <a:extLst>
                  <a:ext uri="{FF2B5EF4-FFF2-40B4-BE49-F238E27FC236}">
                    <a16:creationId xmlns:a16="http://schemas.microsoft.com/office/drawing/2014/main" id="{83C13274-11CE-FAAA-8CFA-FBB00BF38A8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2" name="Ellipse 891">
                <a:extLst>
                  <a:ext uri="{FF2B5EF4-FFF2-40B4-BE49-F238E27FC236}">
                    <a16:creationId xmlns:a16="http://schemas.microsoft.com/office/drawing/2014/main" id="{41FA6F95-B9D6-4357-1298-EB7189068ED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3" name="Ellipse 892">
                <a:extLst>
                  <a:ext uri="{FF2B5EF4-FFF2-40B4-BE49-F238E27FC236}">
                    <a16:creationId xmlns:a16="http://schemas.microsoft.com/office/drawing/2014/main" id="{6D45CD0D-3F8F-B1F5-88C0-C7283A1AC89D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4" name="Ellipse 893">
                <a:extLst>
                  <a:ext uri="{FF2B5EF4-FFF2-40B4-BE49-F238E27FC236}">
                    <a16:creationId xmlns:a16="http://schemas.microsoft.com/office/drawing/2014/main" id="{16969FD8-920C-F21B-F9B6-530E265559DF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5" name="Ellipse 894">
                <a:extLst>
                  <a:ext uri="{FF2B5EF4-FFF2-40B4-BE49-F238E27FC236}">
                    <a16:creationId xmlns:a16="http://schemas.microsoft.com/office/drawing/2014/main" id="{F192155A-69FB-2A79-9B9A-0ECC0C6BC593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6" name="Ellipse 895">
                <a:extLst>
                  <a:ext uri="{FF2B5EF4-FFF2-40B4-BE49-F238E27FC236}">
                    <a16:creationId xmlns:a16="http://schemas.microsoft.com/office/drawing/2014/main" id="{6D383467-6666-BAB5-839A-F9273E2C2802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7" name="Ellipse 896">
                <a:extLst>
                  <a:ext uri="{FF2B5EF4-FFF2-40B4-BE49-F238E27FC236}">
                    <a16:creationId xmlns:a16="http://schemas.microsoft.com/office/drawing/2014/main" id="{664B3052-6EFA-F48B-E0F0-B4791F13497B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8" name="Ellipse 897">
                <a:extLst>
                  <a:ext uri="{FF2B5EF4-FFF2-40B4-BE49-F238E27FC236}">
                    <a16:creationId xmlns:a16="http://schemas.microsoft.com/office/drawing/2014/main" id="{A2CAAE5C-439D-15CB-33A8-850265C1C323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9" name="Ellipse 898">
                <a:extLst>
                  <a:ext uri="{FF2B5EF4-FFF2-40B4-BE49-F238E27FC236}">
                    <a16:creationId xmlns:a16="http://schemas.microsoft.com/office/drawing/2014/main" id="{9712C2D3-0C95-483A-470F-79B323914D5A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0" name="Ellipse 899">
                <a:extLst>
                  <a:ext uri="{FF2B5EF4-FFF2-40B4-BE49-F238E27FC236}">
                    <a16:creationId xmlns:a16="http://schemas.microsoft.com/office/drawing/2014/main" id="{925B1145-16DD-9614-840D-1A3EC93608C1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1" name="Ellipse 900">
                <a:extLst>
                  <a:ext uri="{FF2B5EF4-FFF2-40B4-BE49-F238E27FC236}">
                    <a16:creationId xmlns:a16="http://schemas.microsoft.com/office/drawing/2014/main" id="{CC701382-AE2A-590F-DF86-32E6C1EAC63D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2" name="Ellipse 901">
                <a:extLst>
                  <a:ext uri="{FF2B5EF4-FFF2-40B4-BE49-F238E27FC236}">
                    <a16:creationId xmlns:a16="http://schemas.microsoft.com/office/drawing/2014/main" id="{2018DE15-625B-239E-03C8-85E44924DB38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3" name="Ellipse 902">
                <a:extLst>
                  <a:ext uri="{FF2B5EF4-FFF2-40B4-BE49-F238E27FC236}">
                    <a16:creationId xmlns:a16="http://schemas.microsoft.com/office/drawing/2014/main" id="{1B1296FC-9688-3A7C-A84C-EB3043A80412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904" name="Gruppieren 903">
              <a:extLst>
                <a:ext uri="{FF2B5EF4-FFF2-40B4-BE49-F238E27FC236}">
                  <a16:creationId xmlns:a16="http://schemas.microsoft.com/office/drawing/2014/main" id="{02806E54-8B97-928F-5A67-AEBC8EA13BA9}"/>
                </a:ext>
              </a:extLst>
            </p:cNvPr>
            <p:cNvGrpSpPr/>
            <p:nvPr/>
          </p:nvGrpSpPr>
          <p:grpSpPr>
            <a:xfrm rot="10800000">
              <a:off x="-2073499" y="221626"/>
              <a:ext cx="4629584" cy="2788981"/>
              <a:chOff x="-324210" y="4706992"/>
              <a:chExt cx="4629584" cy="2788981"/>
            </a:xfrm>
          </p:grpSpPr>
          <p:sp>
            <p:nvSpPr>
              <p:cNvPr id="905" name="Ellipse 904">
                <a:extLst>
                  <a:ext uri="{FF2B5EF4-FFF2-40B4-BE49-F238E27FC236}">
                    <a16:creationId xmlns:a16="http://schemas.microsoft.com/office/drawing/2014/main" id="{8C1BC8C6-0AC3-CC3D-55F5-83E3481110CC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6" name="Ellipse 905">
                <a:extLst>
                  <a:ext uri="{FF2B5EF4-FFF2-40B4-BE49-F238E27FC236}">
                    <a16:creationId xmlns:a16="http://schemas.microsoft.com/office/drawing/2014/main" id="{2A716665-75A1-F964-BB6F-20C39A1BFEBA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7" name="Ellipse 906">
                <a:extLst>
                  <a:ext uri="{FF2B5EF4-FFF2-40B4-BE49-F238E27FC236}">
                    <a16:creationId xmlns:a16="http://schemas.microsoft.com/office/drawing/2014/main" id="{013EEFCD-0C0F-A088-69E1-D7D689EBABCD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8" name="Ellipse 907">
                <a:extLst>
                  <a:ext uri="{FF2B5EF4-FFF2-40B4-BE49-F238E27FC236}">
                    <a16:creationId xmlns:a16="http://schemas.microsoft.com/office/drawing/2014/main" id="{77EABB25-C51B-F4EC-B582-5D4B43758762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9" name="Ellipse 908">
                <a:extLst>
                  <a:ext uri="{FF2B5EF4-FFF2-40B4-BE49-F238E27FC236}">
                    <a16:creationId xmlns:a16="http://schemas.microsoft.com/office/drawing/2014/main" id="{0289408E-CFE1-6FBC-3570-243EC75918D0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0" name="Ellipse 909">
                <a:extLst>
                  <a:ext uri="{FF2B5EF4-FFF2-40B4-BE49-F238E27FC236}">
                    <a16:creationId xmlns:a16="http://schemas.microsoft.com/office/drawing/2014/main" id="{E884C1EC-CD45-3307-5480-3D73D886BB7F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1" name="Ellipse 910">
                <a:extLst>
                  <a:ext uri="{FF2B5EF4-FFF2-40B4-BE49-F238E27FC236}">
                    <a16:creationId xmlns:a16="http://schemas.microsoft.com/office/drawing/2014/main" id="{2C9D24A8-0621-D3C3-1F33-1C29360FD880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2" name="Ellipse 911">
                <a:extLst>
                  <a:ext uri="{FF2B5EF4-FFF2-40B4-BE49-F238E27FC236}">
                    <a16:creationId xmlns:a16="http://schemas.microsoft.com/office/drawing/2014/main" id="{DA1B623C-34C5-6057-8160-707F522982C5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3" name="Ellipse 912">
                <a:extLst>
                  <a:ext uri="{FF2B5EF4-FFF2-40B4-BE49-F238E27FC236}">
                    <a16:creationId xmlns:a16="http://schemas.microsoft.com/office/drawing/2014/main" id="{96EA95EF-9084-16D9-EDE0-3C0A45AFF60B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4" name="Ellipse 913">
                <a:extLst>
                  <a:ext uri="{FF2B5EF4-FFF2-40B4-BE49-F238E27FC236}">
                    <a16:creationId xmlns:a16="http://schemas.microsoft.com/office/drawing/2014/main" id="{1623EB9F-7345-8F10-9845-04F9476B2D7C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5" name="Ellipse 914">
                <a:extLst>
                  <a:ext uri="{FF2B5EF4-FFF2-40B4-BE49-F238E27FC236}">
                    <a16:creationId xmlns:a16="http://schemas.microsoft.com/office/drawing/2014/main" id="{1EC4CE2C-689B-B5D6-27EB-2B717C045DE9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6" name="Ellipse 915">
                <a:extLst>
                  <a:ext uri="{FF2B5EF4-FFF2-40B4-BE49-F238E27FC236}">
                    <a16:creationId xmlns:a16="http://schemas.microsoft.com/office/drawing/2014/main" id="{2DB4B2FA-68E8-7D6C-6C5A-4D482650744F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7" name="Ellipse 916">
                <a:extLst>
                  <a:ext uri="{FF2B5EF4-FFF2-40B4-BE49-F238E27FC236}">
                    <a16:creationId xmlns:a16="http://schemas.microsoft.com/office/drawing/2014/main" id="{5638A5AD-99FE-1C88-56AF-CA2A8F968529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8" name="Ellipse 917">
                <a:extLst>
                  <a:ext uri="{FF2B5EF4-FFF2-40B4-BE49-F238E27FC236}">
                    <a16:creationId xmlns:a16="http://schemas.microsoft.com/office/drawing/2014/main" id="{A6CE0656-5865-F6BE-3EFE-4D784CE890A3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9" name="Ellipse 918">
                <a:extLst>
                  <a:ext uri="{FF2B5EF4-FFF2-40B4-BE49-F238E27FC236}">
                    <a16:creationId xmlns:a16="http://schemas.microsoft.com/office/drawing/2014/main" id="{7A762C69-009C-089B-5537-F08448263B3E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0" name="Ellipse 919">
                <a:extLst>
                  <a:ext uri="{FF2B5EF4-FFF2-40B4-BE49-F238E27FC236}">
                    <a16:creationId xmlns:a16="http://schemas.microsoft.com/office/drawing/2014/main" id="{2390F55B-3A1A-3E44-7E04-A9BFB326DFB7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1" name="Ellipse 920">
                <a:extLst>
                  <a:ext uri="{FF2B5EF4-FFF2-40B4-BE49-F238E27FC236}">
                    <a16:creationId xmlns:a16="http://schemas.microsoft.com/office/drawing/2014/main" id="{029EA4B4-C5E9-1806-FBE3-1C45D2B2E3F1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2" name="Ellipse 921">
                <a:extLst>
                  <a:ext uri="{FF2B5EF4-FFF2-40B4-BE49-F238E27FC236}">
                    <a16:creationId xmlns:a16="http://schemas.microsoft.com/office/drawing/2014/main" id="{1AA45BAF-1F49-DAD2-89BE-C6C137340AD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3" name="Ellipse 922">
                <a:extLst>
                  <a:ext uri="{FF2B5EF4-FFF2-40B4-BE49-F238E27FC236}">
                    <a16:creationId xmlns:a16="http://schemas.microsoft.com/office/drawing/2014/main" id="{00504AB9-45CC-0920-663D-2B536B936BA1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4" name="Ellipse 923">
                <a:extLst>
                  <a:ext uri="{FF2B5EF4-FFF2-40B4-BE49-F238E27FC236}">
                    <a16:creationId xmlns:a16="http://schemas.microsoft.com/office/drawing/2014/main" id="{30ECCE07-640F-CB73-746A-03F78B1E5131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5" name="Ellipse 924">
                <a:extLst>
                  <a:ext uri="{FF2B5EF4-FFF2-40B4-BE49-F238E27FC236}">
                    <a16:creationId xmlns:a16="http://schemas.microsoft.com/office/drawing/2014/main" id="{9B6DE457-DB1B-F02F-1F54-809FE18E206C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6" name="Ellipse 925">
                <a:extLst>
                  <a:ext uri="{FF2B5EF4-FFF2-40B4-BE49-F238E27FC236}">
                    <a16:creationId xmlns:a16="http://schemas.microsoft.com/office/drawing/2014/main" id="{7E2DDD2D-1580-2479-0508-18901FD97665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7" name="Ellipse 926">
                <a:extLst>
                  <a:ext uri="{FF2B5EF4-FFF2-40B4-BE49-F238E27FC236}">
                    <a16:creationId xmlns:a16="http://schemas.microsoft.com/office/drawing/2014/main" id="{260916CC-98BC-01A0-6EC6-4312E5B13BE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8" name="Ellipse 927">
                <a:extLst>
                  <a:ext uri="{FF2B5EF4-FFF2-40B4-BE49-F238E27FC236}">
                    <a16:creationId xmlns:a16="http://schemas.microsoft.com/office/drawing/2014/main" id="{0FD9E9C6-E6CF-3505-3F5F-FC744E40BE86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9" name="Ellipse 928">
                <a:extLst>
                  <a:ext uri="{FF2B5EF4-FFF2-40B4-BE49-F238E27FC236}">
                    <a16:creationId xmlns:a16="http://schemas.microsoft.com/office/drawing/2014/main" id="{C8383C4D-3494-DF7F-22AD-0F04F4CF73DB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0" name="Ellipse 929">
                <a:extLst>
                  <a:ext uri="{FF2B5EF4-FFF2-40B4-BE49-F238E27FC236}">
                    <a16:creationId xmlns:a16="http://schemas.microsoft.com/office/drawing/2014/main" id="{F2A21F9F-8A64-A169-3C60-245A5BFB5A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1" name="Ellipse 930">
                <a:extLst>
                  <a:ext uri="{FF2B5EF4-FFF2-40B4-BE49-F238E27FC236}">
                    <a16:creationId xmlns:a16="http://schemas.microsoft.com/office/drawing/2014/main" id="{F2064224-C7A1-D1C4-86FB-CA650E947955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2" name="Ellipse 931">
                <a:extLst>
                  <a:ext uri="{FF2B5EF4-FFF2-40B4-BE49-F238E27FC236}">
                    <a16:creationId xmlns:a16="http://schemas.microsoft.com/office/drawing/2014/main" id="{484E7E7C-C3E5-EE77-39ED-D6CE6F7327CD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933" name="Ellipse 932">
              <a:extLst>
                <a:ext uri="{FF2B5EF4-FFF2-40B4-BE49-F238E27FC236}">
                  <a16:creationId xmlns:a16="http://schemas.microsoft.com/office/drawing/2014/main" id="{A8E229D9-C524-DEF1-943A-4ED94C18DB53}"/>
                </a:ext>
              </a:extLst>
            </p:cNvPr>
            <p:cNvSpPr/>
            <p:nvPr/>
          </p:nvSpPr>
          <p:spPr>
            <a:xfrm rot="4912871">
              <a:off x="5437808" y="13385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4" name="Ellipse 933">
              <a:extLst>
                <a:ext uri="{FF2B5EF4-FFF2-40B4-BE49-F238E27FC236}">
                  <a16:creationId xmlns:a16="http://schemas.microsoft.com/office/drawing/2014/main" id="{0223B461-FD80-1639-3640-658A34C43F02}"/>
                </a:ext>
              </a:extLst>
            </p:cNvPr>
            <p:cNvSpPr/>
            <p:nvPr/>
          </p:nvSpPr>
          <p:spPr>
            <a:xfrm rot="4912871">
              <a:off x="5420446" y="170205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5" name="Ellipse 934">
              <a:extLst>
                <a:ext uri="{FF2B5EF4-FFF2-40B4-BE49-F238E27FC236}">
                  <a16:creationId xmlns:a16="http://schemas.microsoft.com/office/drawing/2014/main" id="{9F14C46C-D274-D122-801C-4B7A828B08CE}"/>
                </a:ext>
              </a:extLst>
            </p:cNvPr>
            <p:cNvSpPr/>
            <p:nvPr/>
          </p:nvSpPr>
          <p:spPr>
            <a:xfrm rot="4912871">
              <a:off x="5611775" y="202083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6" name="Ellipse 935">
              <a:extLst>
                <a:ext uri="{FF2B5EF4-FFF2-40B4-BE49-F238E27FC236}">
                  <a16:creationId xmlns:a16="http://schemas.microsoft.com/office/drawing/2014/main" id="{823034A8-7466-C7EF-490F-D243600F7423}"/>
                </a:ext>
              </a:extLst>
            </p:cNvPr>
            <p:cNvSpPr/>
            <p:nvPr/>
          </p:nvSpPr>
          <p:spPr>
            <a:xfrm rot="4912871">
              <a:off x="5548358" y="103131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7" name="Ellipse 936">
              <a:extLst>
                <a:ext uri="{FF2B5EF4-FFF2-40B4-BE49-F238E27FC236}">
                  <a16:creationId xmlns:a16="http://schemas.microsoft.com/office/drawing/2014/main" id="{875396DD-A16F-1306-163C-FBA6DE05DDA1}"/>
                </a:ext>
              </a:extLst>
            </p:cNvPr>
            <p:cNvSpPr/>
            <p:nvPr/>
          </p:nvSpPr>
          <p:spPr>
            <a:xfrm rot="4912871">
              <a:off x="5719876" y="120665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8" name="Ellipse 937">
              <a:extLst>
                <a:ext uri="{FF2B5EF4-FFF2-40B4-BE49-F238E27FC236}">
                  <a16:creationId xmlns:a16="http://schemas.microsoft.com/office/drawing/2014/main" id="{1994C5CA-EA53-6FE4-0C48-EB55D1AAF6D1}"/>
                </a:ext>
              </a:extLst>
            </p:cNvPr>
            <p:cNvSpPr/>
            <p:nvPr/>
          </p:nvSpPr>
          <p:spPr>
            <a:xfrm rot="4912871">
              <a:off x="5682199" y="146457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9" name="Ellipse 938">
              <a:extLst>
                <a:ext uri="{FF2B5EF4-FFF2-40B4-BE49-F238E27FC236}">
                  <a16:creationId xmlns:a16="http://schemas.microsoft.com/office/drawing/2014/main" id="{845DCCE2-A7EC-4B37-B971-7D9CD87994A5}"/>
                </a:ext>
              </a:extLst>
            </p:cNvPr>
            <p:cNvSpPr/>
            <p:nvPr/>
          </p:nvSpPr>
          <p:spPr>
            <a:xfrm rot="4912871">
              <a:off x="6043414" y="21220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0" name="Ellipse 939">
              <a:extLst>
                <a:ext uri="{FF2B5EF4-FFF2-40B4-BE49-F238E27FC236}">
                  <a16:creationId xmlns:a16="http://schemas.microsoft.com/office/drawing/2014/main" id="{33F72E5D-D7D1-E2CE-387D-739D5FA97FC4}"/>
                </a:ext>
              </a:extLst>
            </p:cNvPr>
            <p:cNvSpPr/>
            <p:nvPr/>
          </p:nvSpPr>
          <p:spPr>
            <a:xfrm rot="4912871">
              <a:off x="6107927" y="101411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1" name="Ellipse 940">
              <a:extLst>
                <a:ext uri="{FF2B5EF4-FFF2-40B4-BE49-F238E27FC236}">
                  <a16:creationId xmlns:a16="http://schemas.microsoft.com/office/drawing/2014/main" id="{21943646-A8DE-312B-C861-0B39776C5D9F}"/>
                </a:ext>
              </a:extLst>
            </p:cNvPr>
            <p:cNvSpPr/>
            <p:nvPr/>
          </p:nvSpPr>
          <p:spPr>
            <a:xfrm rot="4912871">
              <a:off x="6008314" y="16936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2" name="Ellipse 941">
              <a:extLst>
                <a:ext uri="{FF2B5EF4-FFF2-40B4-BE49-F238E27FC236}">
                  <a16:creationId xmlns:a16="http://schemas.microsoft.com/office/drawing/2014/main" id="{7B754979-B7D8-6A0A-40D1-FD9CD842AB00}"/>
                </a:ext>
              </a:extLst>
            </p:cNvPr>
            <p:cNvSpPr/>
            <p:nvPr/>
          </p:nvSpPr>
          <p:spPr>
            <a:xfrm rot="4912871">
              <a:off x="6252081" y="141495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3" name="Ellipse 942">
              <a:extLst>
                <a:ext uri="{FF2B5EF4-FFF2-40B4-BE49-F238E27FC236}">
                  <a16:creationId xmlns:a16="http://schemas.microsoft.com/office/drawing/2014/main" id="{A469B5C4-2B02-F719-32D7-11BBD73B44E1}"/>
                </a:ext>
              </a:extLst>
            </p:cNvPr>
            <p:cNvSpPr/>
            <p:nvPr/>
          </p:nvSpPr>
          <p:spPr>
            <a:xfrm rot="4912871">
              <a:off x="3551323" y="70205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4" name="Ellipse 943">
              <a:extLst>
                <a:ext uri="{FF2B5EF4-FFF2-40B4-BE49-F238E27FC236}">
                  <a16:creationId xmlns:a16="http://schemas.microsoft.com/office/drawing/2014/main" id="{CD489C22-839F-9237-BA0D-FCC47EE90E7F}"/>
                </a:ext>
              </a:extLst>
            </p:cNvPr>
            <p:cNvSpPr/>
            <p:nvPr/>
          </p:nvSpPr>
          <p:spPr>
            <a:xfrm rot="4912871">
              <a:off x="6439662" y="214659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5" name="Ellipse 944">
              <a:extLst>
                <a:ext uri="{FF2B5EF4-FFF2-40B4-BE49-F238E27FC236}">
                  <a16:creationId xmlns:a16="http://schemas.microsoft.com/office/drawing/2014/main" id="{8DF96C37-4D86-F690-F3BE-2957AB7AC4E0}"/>
                </a:ext>
              </a:extLst>
            </p:cNvPr>
            <p:cNvSpPr/>
            <p:nvPr/>
          </p:nvSpPr>
          <p:spPr>
            <a:xfrm rot="4912871">
              <a:off x="6491698" y="185607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6" name="Ellipse 945">
              <a:extLst>
                <a:ext uri="{FF2B5EF4-FFF2-40B4-BE49-F238E27FC236}">
                  <a16:creationId xmlns:a16="http://schemas.microsoft.com/office/drawing/2014/main" id="{3C323E65-9A97-1133-8ABE-466BBEDAB81F}"/>
                </a:ext>
              </a:extLst>
            </p:cNvPr>
            <p:cNvSpPr/>
            <p:nvPr/>
          </p:nvSpPr>
          <p:spPr>
            <a:xfrm rot="4912871">
              <a:off x="6688461" y="150303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7" name="Ellipse 946">
              <a:extLst>
                <a:ext uri="{FF2B5EF4-FFF2-40B4-BE49-F238E27FC236}">
                  <a16:creationId xmlns:a16="http://schemas.microsoft.com/office/drawing/2014/main" id="{DEF5CCED-D6AA-C06C-0E5D-A49CCC34B108}"/>
                </a:ext>
              </a:extLst>
            </p:cNvPr>
            <p:cNvSpPr/>
            <p:nvPr/>
          </p:nvSpPr>
          <p:spPr>
            <a:xfrm rot="4912871">
              <a:off x="6682705" y="101335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8" name="Ellipse 947">
              <a:extLst>
                <a:ext uri="{FF2B5EF4-FFF2-40B4-BE49-F238E27FC236}">
                  <a16:creationId xmlns:a16="http://schemas.microsoft.com/office/drawing/2014/main" id="{0E9DD167-FA1F-3600-77BB-CE686BB707AA}"/>
                </a:ext>
              </a:extLst>
            </p:cNvPr>
            <p:cNvSpPr/>
            <p:nvPr/>
          </p:nvSpPr>
          <p:spPr>
            <a:xfrm rot="4912871">
              <a:off x="6927742" y="67440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9" name="Ellipse 948">
              <a:extLst>
                <a:ext uri="{FF2B5EF4-FFF2-40B4-BE49-F238E27FC236}">
                  <a16:creationId xmlns:a16="http://schemas.microsoft.com/office/drawing/2014/main" id="{4A0E9FE9-DF4B-609E-E0CD-34C07EB628A6}"/>
                </a:ext>
              </a:extLst>
            </p:cNvPr>
            <p:cNvSpPr/>
            <p:nvPr/>
          </p:nvSpPr>
          <p:spPr>
            <a:xfrm rot="4912871">
              <a:off x="7069801" y="107022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0" name="Ellipse 949">
              <a:extLst>
                <a:ext uri="{FF2B5EF4-FFF2-40B4-BE49-F238E27FC236}">
                  <a16:creationId xmlns:a16="http://schemas.microsoft.com/office/drawing/2014/main" id="{58FD4E59-9EFA-3CDE-1D1F-3024BC2D2B44}"/>
                </a:ext>
              </a:extLst>
            </p:cNvPr>
            <p:cNvSpPr/>
            <p:nvPr/>
          </p:nvSpPr>
          <p:spPr>
            <a:xfrm rot="4912871">
              <a:off x="7198675" y="144186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1" name="Ellipse 950">
              <a:extLst>
                <a:ext uri="{FF2B5EF4-FFF2-40B4-BE49-F238E27FC236}">
                  <a16:creationId xmlns:a16="http://schemas.microsoft.com/office/drawing/2014/main" id="{F48A92AD-ECE4-8CE9-E9CA-B5CE6BE228CE}"/>
                </a:ext>
              </a:extLst>
            </p:cNvPr>
            <p:cNvSpPr/>
            <p:nvPr/>
          </p:nvSpPr>
          <p:spPr>
            <a:xfrm rot="4912871">
              <a:off x="7699318" y="141514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2" name="Ellipse 951">
              <a:extLst>
                <a:ext uri="{FF2B5EF4-FFF2-40B4-BE49-F238E27FC236}">
                  <a16:creationId xmlns:a16="http://schemas.microsoft.com/office/drawing/2014/main" id="{50BD838A-351B-454A-DC7B-83CE006C336A}"/>
                </a:ext>
              </a:extLst>
            </p:cNvPr>
            <p:cNvSpPr/>
            <p:nvPr/>
          </p:nvSpPr>
          <p:spPr>
            <a:xfrm rot="4912871">
              <a:off x="7527375" y="113924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3" name="Ellipse 952">
              <a:extLst>
                <a:ext uri="{FF2B5EF4-FFF2-40B4-BE49-F238E27FC236}">
                  <a16:creationId xmlns:a16="http://schemas.microsoft.com/office/drawing/2014/main" id="{3A1E146C-E4F6-ED33-3992-B6046ACCEB75}"/>
                </a:ext>
              </a:extLst>
            </p:cNvPr>
            <p:cNvSpPr/>
            <p:nvPr/>
          </p:nvSpPr>
          <p:spPr>
            <a:xfrm rot="4912871">
              <a:off x="7444959" y="94619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4" name="Ellipse 953">
              <a:extLst>
                <a:ext uri="{FF2B5EF4-FFF2-40B4-BE49-F238E27FC236}">
                  <a16:creationId xmlns:a16="http://schemas.microsoft.com/office/drawing/2014/main" id="{2787056B-44A8-F8C4-4514-7A06A96A06B2}"/>
                </a:ext>
              </a:extLst>
            </p:cNvPr>
            <p:cNvSpPr/>
            <p:nvPr/>
          </p:nvSpPr>
          <p:spPr>
            <a:xfrm rot="4912871">
              <a:off x="7397097" y="73839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955" name="Gruppieren 954">
              <a:extLst>
                <a:ext uri="{FF2B5EF4-FFF2-40B4-BE49-F238E27FC236}">
                  <a16:creationId xmlns:a16="http://schemas.microsoft.com/office/drawing/2014/main" id="{32BF875D-D2AB-7323-850F-6049597705D9}"/>
                </a:ext>
              </a:extLst>
            </p:cNvPr>
            <p:cNvGrpSpPr/>
            <p:nvPr/>
          </p:nvGrpSpPr>
          <p:grpSpPr>
            <a:xfrm rot="14691760" flipV="1">
              <a:off x="4898485" y="-171137"/>
              <a:ext cx="2953403" cy="2665423"/>
              <a:chOff x="9535110" y="4663981"/>
              <a:chExt cx="2953403" cy="2665423"/>
            </a:xfrm>
          </p:grpSpPr>
          <p:sp>
            <p:nvSpPr>
              <p:cNvPr id="956" name="Ellipse 955">
                <a:extLst>
                  <a:ext uri="{FF2B5EF4-FFF2-40B4-BE49-F238E27FC236}">
                    <a16:creationId xmlns:a16="http://schemas.microsoft.com/office/drawing/2014/main" id="{F9B76C01-95B7-32DD-2178-C081ECEAA26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7" name="Ellipse 956">
                <a:extLst>
                  <a:ext uri="{FF2B5EF4-FFF2-40B4-BE49-F238E27FC236}">
                    <a16:creationId xmlns:a16="http://schemas.microsoft.com/office/drawing/2014/main" id="{ACE4F7FE-7BA8-3358-FFEC-4EE2E2D5F7A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8" name="Ellipse 957">
                <a:extLst>
                  <a:ext uri="{FF2B5EF4-FFF2-40B4-BE49-F238E27FC236}">
                    <a16:creationId xmlns:a16="http://schemas.microsoft.com/office/drawing/2014/main" id="{4F7BC620-EB80-0CDD-DA72-7565099F4EDD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9" name="Ellipse 958">
                <a:extLst>
                  <a:ext uri="{FF2B5EF4-FFF2-40B4-BE49-F238E27FC236}">
                    <a16:creationId xmlns:a16="http://schemas.microsoft.com/office/drawing/2014/main" id="{89F0B3A8-6A97-0643-A73C-65871F74E564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0" name="Ellipse 959">
                <a:extLst>
                  <a:ext uri="{FF2B5EF4-FFF2-40B4-BE49-F238E27FC236}">
                    <a16:creationId xmlns:a16="http://schemas.microsoft.com/office/drawing/2014/main" id="{8E2D0F29-7E34-11DC-C480-E8D49177EB7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1" name="Ellipse 960">
                <a:extLst>
                  <a:ext uri="{FF2B5EF4-FFF2-40B4-BE49-F238E27FC236}">
                    <a16:creationId xmlns:a16="http://schemas.microsoft.com/office/drawing/2014/main" id="{0863A86C-854C-D46C-2040-43C89003DA38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2" name="Ellipse 961">
                <a:extLst>
                  <a:ext uri="{FF2B5EF4-FFF2-40B4-BE49-F238E27FC236}">
                    <a16:creationId xmlns:a16="http://schemas.microsoft.com/office/drawing/2014/main" id="{9917D92C-2443-CD4D-636C-7C65BC489E82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3" name="Ellipse 962">
                <a:extLst>
                  <a:ext uri="{FF2B5EF4-FFF2-40B4-BE49-F238E27FC236}">
                    <a16:creationId xmlns:a16="http://schemas.microsoft.com/office/drawing/2014/main" id="{3F68C518-784B-B3DE-8D9A-DDF46D93EFA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4" name="Ellipse 963">
                <a:extLst>
                  <a:ext uri="{FF2B5EF4-FFF2-40B4-BE49-F238E27FC236}">
                    <a16:creationId xmlns:a16="http://schemas.microsoft.com/office/drawing/2014/main" id="{0DF975C5-B745-AE13-FDD7-5AACDE1A139D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5" name="Ellipse 964">
                <a:extLst>
                  <a:ext uri="{FF2B5EF4-FFF2-40B4-BE49-F238E27FC236}">
                    <a16:creationId xmlns:a16="http://schemas.microsoft.com/office/drawing/2014/main" id="{108BBA1C-ADD1-FB99-6166-A0CC93B9BABD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6" name="Ellipse 965">
                <a:extLst>
                  <a:ext uri="{FF2B5EF4-FFF2-40B4-BE49-F238E27FC236}">
                    <a16:creationId xmlns:a16="http://schemas.microsoft.com/office/drawing/2014/main" id="{408CBC12-01C2-4C15-9E8A-135C9D236BB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7" name="Ellipse 966">
                <a:extLst>
                  <a:ext uri="{FF2B5EF4-FFF2-40B4-BE49-F238E27FC236}">
                    <a16:creationId xmlns:a16="http://schemas.microsoft.com/office/drawing/2014/main" id="{5B304A41-D211-268D-67AB-ECC8470872B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8" name="Ellipse 967">
                <a:extLst>
                  <a:ext uri="{FF2B5EF4-FFF2-40B4-BE49-F238E27FC236}">
                    <a16:creationId xmlns:a16="http://schemas.microsoft.com/office/drawing/2014/main" id="{AE211618-147A-A74E-918A-0CF366920B7C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9" name="Ellipse 968">
                <a:extLst>
                  <a:ext uri="{FF2B5EF4-FFF2-40B4-BE49-F238E27FC236}">
                    <a16:creationId xmlns:a16="http://schemas.microsoft.com/office/drawing/2014/main" id="{632A6BC0-6FB2-65FD-1AAC-933C2124AA0C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0" name="Ellipse 969">
                <a:extLst>
                  <a:ext uri="{FF2B5EF4-FFF2-40B4-BE49-F238E27FC236}">
                    <a16:creationId xmlns:a16="http://schemas.microsoft.com/office/drawing/2014/main" id="{B0210FD1-C70F-1D8B-5C3F-4D8C814D558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1" name="Ellipse 970">
                <a:extLst>
                  <a:ext uri="{FF2B5EF4-FFF2-40B4-BE49-F238E27FC236}">
                    <a16:creationId xmlns:a16="http://schemas.microsoft.com/office/drawing/2014/main" id="{4FB25D99-5E24-E0DA-468C-420C7B8EB3E8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2" name="Ellipse 971">
                <a:extLst>
                  <a:ext uri="{FF2B5EF4-FFF2-40B4-BE49-F238E27FC236}">
                    <a16:creationId xmlns:a16="http://schemas.microsoft.com/office/drawing/2014/main" id="{65F85912-BC2D-975D-8C88-7C06C3E95A4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3" name="Ellipse 972">
                <a:extLst>
                  <a:ext uri="{FF2B5EF4-FFF2-40B4-BE49-F238E27FC236}">
                    <a16:creationId xmlns:a16="http://schemas.microsoft.com/office/drawing/2014/main" id="{8DBBFFB7-3AD5-2736-E675-57312C1D9A6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4" name="Ellipse 973">
                <a:extLst>
                  <a:ext uri="{FF2B5EF4-FFF2-40B4-BE49-F238E27FC236}">
                    <a16:creationId xmlns:a16="http://schemas.microsoft.com/office/drawing/2014/main" id="{91B2AADD-072A-1A38-C569-D7B4B59961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5" name="Ellipse 974">
                <a:extLst>
                  <a:ext uri="{FF2B5EF4-FFF2-40B4-BE49-F238E27FC236}">
                    <a16:creationId xmlns:a16="http://schemas.microsoft.com/office/drawing/2014/main" id="{DC6A5AF6-867B-B94B-F62C-B36216FD03A0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6" name="Ellipse 975">
                <a:extLst>
                  <a:ext uri="{FF2B5EF4-FFF2-40B4-BE49-F238E27FC236}">
                    <a16:creationId xmlns:a16="http://schemas.microsoft.com/office/drawing/2014/main" id="{8010A7D8-3D9D-376B-FD76-B343E09A0B3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7" name="Ellipse 976">
                <a:extLst>
                  <a:ext uri="{FF2B5EF4-FFF2-40B4-BE49-F238E27FC236}">
                    <a16:creationId xmlns:a16="http://schemas.microsoft.com/office/drawing/2014/main" id="{2A864014-12F2-86FC-F668-0D8133C61C24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8" name="Ellipse 977">
                <a:extLst>
                  <a:ext uri="{FF2B5EF4-FFF2-40B4-BE49-F238E27FC236}">
                    <a16:creationId xmlns:a16="http://schemas.microsoft.com/office/drawing/2014/main" id="{90779392-1E3D-93D7-89AA-3559911FA7B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9" name="Ellipse 978">
                <a:extLst>
                  <a:ext uri="{FF2B5EF4-FFF2-40B4-BE49-F238E27FC236}">
                    <a16:creationId xmlns:a16="http://schemas.microsoft.com/office/drawing/2014/main" id="{7868A667-74FB-B4A0-3482-D630D840A5C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0" name="Ellipse 979">
                <a:extLst>
                  <a:ext uri="{FF2B5EF4-FFF2-40B4-BE49-F238E27FC236}">
                    <a16:creationId xmlns:a16="http://schemas.microsoft.com/office/drawing/2014/main" id="{DDE0E9F2-F717-4F4C-DCF7-47A7FEC7CD84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981" name="Gruppieren 980">
              <a:extLst>
                <a:ext uri="{FF2B5EF4-FFF2-40B4-BE49-F238E27FC236}">
                  <a16:creationId xmlns:a16="http://schemas.microsoft.com/office/drawing/2014/main" id="{20A21C04-F336-55AD-C8D1-2EA8244E9810}"/>
                </a:ext>
              </a:extLst>
            </p:cNvPr>
            <p:cNvGrpSpPr/>
            <p:nvPr/>
          </p:nvGrpSpPr>
          <p:grpSpPr>
            <a:xfrm rot="7687129" flipH="1">
              <a:off x="3624981" y="-1863526"/>
              <a:ext cx="2953403" cy="2665423"/>
              <a:chOff x="9535110" y="4663981"/>
              <a:chExt cx="2953403" cy="2665423"/>
            </a:xfrm>
          </p:grpSpPr>
          <p:sp>
            <p:nvSpPr>
              <p:cNvPr id="982" name="Ellipse 981">
                <a:extLst>
                  <a:ext uri="{FF2B5EF4-FFF2-40B4-BE49-F238E27FC236}">
                    <a16:creationId xmlns:a16="http://schemas.microsoft.com/office/drawing/2014/main" id="{9F0D5609-6034-6501-9458-5C8D8D564D6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3" name="Ellipse 982">
                <a:extLst>
                  <a:ext uri="{FF2B5EF4-FFF2-40B4-BE49-F238E27FC236}">
                    <a16:creationId xmlns:a16="http://schemas.microsoft.com/office/drawing/2014/main" id="{EB4677B3-3838-9B30-8564-98EC4EB4BAF6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4" name="Ellipse 983">
                <a:extLst>
                  <a:ext uri="{FF2B5EF4-FFF2-40B4-BE49-F238E27FC236}">
                    <a16:creationId xmlns:a16="http://schemas.microsoft.com/office/drawing/2014/main" id="{A0871D28-E6A4-C275-1CEC-8A6CCD365FA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5" name="Ellipse 984">
                <a:extLst>
                  <a:ext uri="{FF2B5EF4-FFF2-40B4-BE49-F238E27FC236}">
                    <a16:creationId xmlns:a16="http://schemas.microsoft.com/office/drawing/2014/main" id="{36362438-3583-FDED-2752-906A788FF10E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6" name="Ellipse 985">
                <a:extLst>
                  <a:ext uri="{FF2B5EF4-FFF2-40B4-BE49-F238E27FC236}">
                    <a16:creationId xmlns:a16="http://schemas.microsoft.com/office/drawing/2014/main" id="{B349CF1B-C496-C00B-CD7D-0A74AD38D4F8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7" name="Ellipse 986">
                <a:extLst>
                  <a:ext uri="{FF2B5EF4-FFF2-40B4-BE49-F238E27FC236}">
                    <a16:creationId xmlns:a16="http://schemas.microsoft.com/office/drawing/2014/main" id="{E786AA7C-83F3-24BB-C972-973104205AAF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8" name="Ellipse 987">
                <a:extLst>
                  <a:ext uri="{FF2B5EF4-FFF2-40B4-BE49-F238E27FC236}">
                    <a16:creationId xmlns:a16="http://schemas.microsoft.com/office/drawing/2014/main" id="{06364315-018D-C155-2A84-F8A12131B49C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9" name="Ellipse 988">
                <a:extLst>
                  <a:ext uri="{FF2B5EF4-FFF2-40B4-BE49-F238E27FC236}">
                    <a16:creationId xmlns:a16="http://schemas.microsoft.com/office/drawing/2014/main" id="{D9ED5B70-E0D9-4814-F738-5E76E805B71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0" name="Ellipse 989">
                <a:extLst>
                  <a:ext uri="{FF2B5EF4-FFF2-40B4-BE49-F238E27FC236}">
                    <a16:creationId xmlns:a16="http://schemas.microsoft.com/office/drawing/2014/main" id="{B78C812F-2B87-D176-F723-8DBDCD5FE713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1" name="Ellipse 990">
                <a:extLst>
                  <a:ext uri="{FF2B5EF4-FFF2-40B4-BE49-F238E27FC236}">
                    <a16:creationId xmlns:a16="http://schemas.microsoft.com/office/drawing/2014/main" id="{9C4BAAEB-3DE5-D569-05FE-5C30C1297C8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2" name="Ellipse 991">
                <a:extLst>
                  <a:ext uri="{FF2B5EF4-FFF2-40B4-BE49-F238E27FC236}">
                    <a16:creationId xmlns:a16="http://schemas.microsoft.com/office/drawing/2014/main" id="{DC7A2332-F197-17DC-F5B3-09027003D8B5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3" name="Ellipse 992">
                <a:extLst>
                  <a:ext uri="{FF2B5EF4-FFF2-40B4-BE49-F238E27FC236}">
                    <a16:creationId xmlns:a16="http://schemas.microsoft.com/office/drawing/2014/main" id="{D26B26C4-1B98-C64D-9A9D-60E91B25A5A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4" name="Ellipse 993">
                <a:extLst>
                  <a:ext uri="{FF2B5EF4-FFF2-40B4-BE49-F238E27FC236}">
                    <a16:creationId xmlns:a16="http://schemas.microsoft.com/office/drawing/2014/main" id="{8AB7484B-A97F-5DD5-732C-88BDD42F2CCF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5" name="Ellipse 994">
                <a:extLst>
                  <a:ext uri="{FF2B5EF4-FFF2-40B4-BE49-F238E27FC236}">
                    <a16:creationId xmlns:a16="http://schemas.microsoft.com/office/drawing/2014/main" id="{958A881A-AAEA-808D-35AB-4CEBAAF63DE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6" name="Ellipse 995">
                <a:extLst>
                  <a:ext uri="{FF2B5EF4-FFF2-40B4-BE49-F238E27FC236}">
                    <a16:creationId xmlns:a16="http://schemas.microsoft.com/office/drawing/2014/main" id="{87C89D31-7003-6AFB-9758-775C664A624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7" name="Ellipse 996">
                <a:extLst>
                  <a:ext uri="{FF2B5EF4-FFF2-40B4-BE49-F238E27FC236}">
                    <a16:creationId xmlns:a16="http://schemas.microsoft.com/office/drawing/2014/main" id="{4C526257-E613-D086-8611-D65300B4947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8" name="Ellipse 997">
                <a:extLst>
                  <a:ext uri="{FF2B5EF4-FFF2-40B4-BE49-F238E27FC236}">
                    <a16:creationId xmlns:a16="http://schemas.microsoft.com/office/drawing/2014/main" id="{EC4BF750-411C-9324-96C4-E3C0D0F76FD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9" name="Ellipse 998">
                <a:extLst>
                  <a:ext uri="{FF2B5EF4-FFF2-40B4-BE49-F238E27FC236}">
                    <a16:creationId xmlns:a16="http://schemas.microsoft.com/office/drawing/2014/main" id="{F61AEB92-183D-F375-4F2A-124597A80C3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0" name="Ellipse 999">
                <a:extLst>
                  <a:ext uri="{FF2B5EF4-FFF2-40B4-BE49-F238E27FC236}">
                    <a16:creationId xmlns:a16="http://schemas.microsoft.com/office/drawing/2014/main" id="{92321254-50B6-DE7C-CED3-7C39E139D09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1" name="Ellipse 1000">
                <a:extLst>
                  <a:ext uri="{FF2B5EF4-FFF2-40B4-BE49-F238E27FC236}">
                    <a16:creationId xmlns:a16="http://schemas.microsoft.com/office/drawing/2014/main" id="{164DA9A3-2B16-6F55-0FAF-DCDD89DB521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2" name="Ellipse 1001">
                <a:extLst>
                  <a:ext uri="{FF2B5EF4-FFF2-40B4-BE49-F238E27FC236}">
                    <a16:creationId xmlns:a16="http://schemas.microsoft.com/office/drawing/2014/main" id="{368BF617-1C8B-D9BA-B8CC-6D3A9EEB5CE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3" name="Ellipse 1002">
                <a:extLst>
                  <a:ext uri="{FF2B5EF4-FFF2-40B4-BE49-F238E27FC236}">
                    <a16:creationId xmlns:a16="http://schemas.microsoft.com/office/drawing/2014/main" id="{8B7EAAA1-EF46-4655-D26B-EA43BC9E942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4" name="Ellipse 1003">
                <a:extLst>
                  <a:ext uri="{FF2B5EF4-FFF2-40B4-BE49-F238E27FC236}">
                    <a16:creationId xmlns:a16="http://schemas.microsoft.com/office/drawing/2014/main" id="{9E2D3042-F1C2-8AE6-5282-2D3ED85E6AA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5" name="Ellipse 1004">
                <a:extLst>
                  <a:ext uri="{FF2B5EF4-FFF2-40B4-BE49-F238E27FC236}">
                    <a16:creationId xmlns:a16="http://schemas.microsoft.com/office/drawing/2014/main" id="{96EBA0B5-91B5-A673-2231-13472CC2DEC1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6" name="Ellipse 1005">
                <a:extLst>
                  <a:ext uri="{FF2B5EF4-FFF2-40B4-BE49-F238E27FC236}">
                    <a16:creationId xmlns:a16="http://schemas.microsoft.com/office/drawing/2014/main" id="{EB28AF76-E5AD-C662-8484-9E6D593F39CF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07" name="Gruppieren 1006">
              <a:extLst>
                <a:ext uri="{FF2B5EF4-FFF2-40B4-BE49-F238E27FC236}">
                  <a16:creationId xmlns:a16="http://schemas.microsoft.com/office/drawing/2014/main" id="{62055B64-CD16-28CD-5E37-EC7CBAC04091}"/>
                </a:ext>
              </a:extLst>
            </p:cNvPr>
            <p:cNvGrpSpPr/>
            <p:nvPr/>
          </p:nvGrpSpPr>
          <p:grpSpPr>
            <a:xfrm rot="17100000">
              <a:off x="4732042" y="-620088"/>
              <a:ext cx="2953403" cy="2665423"/>
              <a:chOff x="9535110" y="4663981"/>
              <a:chExt cx="2953403" cy="2665423"/>
            </a:xfrm>
          </p:grpSpPr>
          <p:sp>
            <p:nvSpPr>
              <p:cNvPr id="1008" name="Ellipse 1007">
                <a:extLst>
                  <a:ext uri="{FF2B5EF4-FFF2-40B4-BE49-F238E27FC236}">
                    <a16:creationId xmlns:a16="http://schemas.microsoft.com/office/drawing/2014/main" id="{59EDC2F0-0814-670F-98A9-81794E76DD9F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9" name="Ellipse 1008">
                <a:extLst>
                  <a:ext uri="{FF2B5EF4-FFF2-40B4-BE49-F238E27FC236}">
                    <a16:creationId xmlns:a16="http://schemas.microsoft.com/office/drawing/2014/main" id="{A79B9095-5AD4-F6C1-13F8-CB0D29B6A164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0" name="Ellipse 1009">
                <a:extLst>
                  <a:ext uri="{FF2B5EF4-FFF2-40B4-BE49-F238E27FC236}">
                    <a16:creationId xmlns:a16="http://schemas.microsoft.com/office/drawing/2014/main" id="{B8E1A7C8-62B7-7467-A45E-EF99C2C55B34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1" name="Ellipse 1010">
                <a:extLst>
                  <a:ext uri="{FF2B5EF4-FFF2-40B4-BE49-F238E27FC236}">
                    <a16:creationId xmlns:a16="http://schemas.microsoft.com/office/drawing/2014/main" id="{633FC153-7D7A-D8DD-29A1-956A3C30991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2" name="Ellipse 1011">
                <a:extLst>
                  <a:ext uri="{FF2B5EF4-FFF2-40B4-BE49-F238E27FC236}">
                    <a16:creationId xmlns:a16="http://schemas.microsoft.com/office/drawing/2014/main" id="{12C6F01C-5056-75FC-C8B2-2266BF0A765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3" name="Ellipse 1012">
                <a:extLst>
                  <a:ext uri="{FF2B5EF4-FFF2-40B4-BE49-F238E27FC236}">
                    <a16:creationId xmlns:a16="http://schemas.microsoft.com/office/drawing/2014/main" id="{116EDC2F-ACA3-A339-7034-E40083BE246C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4" name="Ellipse 1013">
                <a:extLst>
                  <a:ext uri="{FF2B5EF4-FFF2-40B4-BE49-F238E27FC236}">
                    <a16:creationId xmlns:a16="http://schemas.microsoft.com/office/drawing/2014/main" id="{1BBB88A9-6432-2202-4BC2-B95FB967DCC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5" name="Ellipse 1014">
                <a:extLst>
                  <a:ext uri="{FF2B5EF4-FFF2-40B4-BE49-F238E27FC236}">
                    <a16:creationId xmlns:a16="http://schemas.microsoft.com/office/drawing/2014/main" id="{A4603AF5-388B-8E3E-CFD0-812B17F143B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6" name="Ellipse 1015">
                <a:extLst>
                  <a:ext uri="{FF2B5EF4-FFF2-40B4-BE49-F238E27FC236}">
                    <a16:creationId xmlns:a16="http://schemas.microsoft.com/office/drawing/2014/main" id="{431B2999-4392-9619-9751-35A0A300D76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7" name="Ellipse 1016">
                <a:extLst>
                  <a:ext uri="{FF2B5EF4-FFF2-40B4-BE49-F238E27FC236}">
                    <a16:creationId xmlns:a16="http://schemas.microsoft.com/office/drawing/2014/main" id="{0FBCAFC0-231D-AD0E-66CE-88B01672B11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8" name="Ellipse 1017">
                <a:extLst>
                  <a:ext uri="{FF2B5EF4-FFF2-40B4-BE49-F238E27FC236}">
                    <a16:creationId xmlns:a16="http://schemas.microsoft.com/office/drawing/2014/main" id="{E7E897ED-04B6-B2CA-D299-56CF7B1BA91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9" name="Ellipse 1018">
                <a:extLst>
                  <a:ext uri="{FF2B5EF4-FFF2-40B4-BE49-F238E27FC236}">
                    <a16:creationId xmlns:a16="http://schemas.microsoft.com/office/drawing/2014/main" id="{43D52688-4A05-C5BA-045B-0CBA616DD7B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0" name="Ellipse 1019">
                <a:extLst>
                  <a:ext uri="{FF2B5EF4-FFF2-40B4-BE49-F238E27FC236}">
                    <a16:creationId xmlns:a16="http://schemas.microsoft.com/office/drawing/2014/main" id="{C9E76E74-508C-E2A9-9363-BC999766ADD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1" name="Ellipse 1020">
                <a:extLst>
                  <a:ext uri="{FF2B5EF4-FFF2-40B4-BE49-F238E27FC236}">
                    <a16:creationId xmlns:a16="http://schemas.microsoft.com/office/drawing/2014/main" id="{F1E75F3C-FDB9-12A0-777A-48DA6A59E793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2" name="Ellipse 1021">
                <a:extLst>
                  <a:ext uri="{FF2B5EF4-FFF2-40B4-BE49-F238E27FC236}">
                    <a16:creationId xmlns:a16="http://schemas.microsoft.com/office/drawing/2014/main" id="{A96A657C-D9BD-D4CF-1279-CCE7E38F15A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3" name="Ellipse 1022">
                <a:extLst>
                  <a:ext uri="{FF2B5EF4-FFF2-40B4-BE49-F238E27FC236}">
                    <a16:creationId xmlns:a16="http://schemas.microsoft.com/office/drawing/2014/main" id="{CB0146AC-D7C8-7FDF-8AA3-61011A2FB5C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4" name="Ellipse 1023">
                <a:extLst>
                  <a:ext uri="{FF2B5EF4-FFF2-40B4-BE49-F238E27FC236}">
                    <a16:creationId xmlns:a16="http://schemas.microsoft.com/office/drawing/2014/main" id="{1E431797-D176-E0F9-86B2-71AABFEBDE40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5" name="Ellipse 1024">
                <a:extLst>
                  <a:ext uri="{FF2B5EF4-FFF2-40B4-BE49-F238E27FC236}">
                    <a16:creationId xmlns:a16="http://schemas.microsoft.com/office/drawing/2014/main" id="{986F1FE2-84B4-0C0A-E7F6-D983EE6E5E8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6" name="Ellipse 1025">
                <a:extLst>
                  <a:ext uri="{FF2B5EF4-FFF2-40B4-BE49-F238E27FC236}">
                    <a16:creationId xmlns:a16="http://schemas.microsoft.com/office/drawing/2014/main" id="{24067E64-B22C-48F5-640D-E0FF582E916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7" name="Ellipse 1026">
                <a:extLst>
                  <a:ext uri="{FF2B5EF4-FFF2-40B4-BE49-F238E27FC236}">
                    <a16:creationId xmlns:a16="http://schemas.microsoft.com/office/drawing/2014/main" id="{E4B5429F-4095-537B-FFBB-3914CDEEF1F2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8" name="Ellipse 1027">
                <a:extLst>
                  <a:ext uri="{FF2B5EF4-FFF2-40B4-BE49-F238E27FC236}">
                    <a16:creationId xmlns:a16="http://schemas.microsoft.com/office/drawing/2014/main" id="{79846329-73AC-6B33-0016-3C690ECB94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9" name="Ellipse 1028">
                <a:extLst>
                  <a:ext uri="{FF2B5EF4-FFF2-40B4-BE49-F238E27FC236}">
                    <a16:creationId xmlns:a16="http://schemas.microsoft.com/office/drawing/2014/main" id="{076731DD-FE19-D72C-E1ED-9F5F8053BBAB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0" name="Ellipse 1029">
                <a:extLst>
                  <a:ext uri="{FF2B5EF4-FFF2-40B4-BE49-F238E27FC236}">
                    <a16:creationId xmlns:a16="http://schemas.microsoft.com/office/drawing/2014/main" id="{85D5A76D-199D-9BD6-B2BA-E695444F480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1" name="Ellipse 1030">
                <a:extLst>
                  <a:ext uri="{FF2B5EF4-FFF2-40B4-BE49-F238E27FC236}">
                    <a16:creationId xmlns:a16="http://schemas.microsoft.com/office/drawing/2014/main" id="{F6A8DA75-65C3-753E-A09E-FBD8E6EC3677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2" name="Ellipse 1031">
                <a:extLst>
                  <a:ext uri="{FF2B5EF4-FFF2-40B4-BE49-F238E27FC236}">
                    <a16:creationId xmlns:a16="http://schemas.microsoft.com/office/drawing/2014/main" id="{4251A47C-5C20-B4BA-3CFC-8B759B8B4D9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33" name="Gruppieren 1032">
              <a:extLst>
                <a:ext uri="{FF2B5EF4-FFF2-40B4-BE49-F238E27FC236}">
                  <a16:creationId xmlns:a16="http://schemas.microsoft.com/office/drawing/2014/main" id="{980167B3-ACB0-FC82-B07E-5A9CBE714D76}"/>
                </a:ext>
              </a:extLst>
            </p:cNvPr>
            <p:cNvGrpSpPr/>
            <p:nvPr/>
          </p:nvGrpSpPr>
          <p:grpSpPr>
            <a:xfrm rot="14691760" flipV="1">
              <a:off x="2559236" y="-601473"/>
              <a:ext cx="2953403" cy="2665423"/>
              <a:chOff x="9535110" y="4663981"/>
              <a:chExt cx="2953403" cy="2665423"/>
            </a:xfrm>
          </p:grpSpPr>
          <p:sp>
            <p:nvSpPr>
              <p:cNvPr id="1034" name="Ellipse 1033">
                <a:extLst>
                  <a:ext uri="{FF2B5EF4-FFF2-40B4-BE49-F238E27FC236}">
                    <a16:creationId xmlns:a16="http://schemas.microsoft.com/office/drawing/2014/main" id="{B4C1A7C8-B300-E22A-2637-D1D11F9F2CB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5" name="Ellipse 1034">
                <a:extLst>
                  <a:ext uri="{FF2B5EF4-FFF2-40B4-BE49-F238E27FC236}">
                    <a16:creationId xmlns:a16="http://schemas.microsoft.com/office/drawing/2014/main" id="{047B5C30-99AE-449E-F129-ACB00BB96AD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6" name="Ellipse 1035">
                <a:extLst>
                  <a:ext uri="{FF2B5EF4-FFF2-40B4-BE49-F238E27FC236}">
                    <a16:creationId xmlns:a16="http://schemas.microsoft.com/office/drawing/2014/main" id="{F1E0C6BC-86AE-62F0-29C0-36E47F44B716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7" name="Ellipse 1036">
                <a:extLst>
                  <a:ext uri="{FF2B5EF4-FFF2-40B4-BE49-F238E27FC236}">
                    <a16:creationId xmlns:a16="http://schemas.microsoft.com/office/drawing/2014/main" id="{CDB28720-E2C0-7F46-A477-1E30AD8A3280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8" name="Ellipse 1037">
                <a:extLst>
                  <a:ext uri="{FF2B5EF4-FFF2-40B4-BE49-F238E27FC236}">
                    <a16:creationId xmlns:a16="http://schemas.microsoft.com/office/drawing/2014/main" id="{8D6CF46A-1973-F7E9-EE73-D5097CF65565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9" name="Ellipse 1038">
                <a:extLst>
                  <a:ext uri="{FF2B5EF4-FFF2-40B4-BE49-F238E27FC236}">
                    <a16:creationId xmlns:a16="http://schemas.microsoft.com/office/drawing/2014/main" id="{BA2DDDEC-7B15-4A07-2C53-CB745BBE4973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0" name="Ellipse 1039">
                <a:extLst>
                  <a:ext uri="{FF2B5EF4-FFF2-40B4-BE49-F238E27FC236}">
                    <a16:creationId xmlns:a16="http://schemas.microsoft.com/office/drawing/2014/main" id="{F536B572-C470-B6CB-C75E-9185C7892A7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1" name="Ellipse 1040">
                <a:extLst>
                  <a:ext uri="{FF2B5EF4-FFF2-40B4-BE49-F238E27FC236}">
                    <a16:creationId xmlns:a16="http://schemas.microsoft.com/office/drawing/2014/main" id="{99E32C6F-5CD9-ACBC-2D45-EA27334F600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2" name="Ellipse 1041">
                <a:extLst>
                  <a:ext uri="{FF2B5EF4-FFF2-40B4-BE49-F238E27FC236}">
                    <a16:creationId xmlns:a16="http://schemas.microsoft.com/office/drawing/2014/main" id="{3275AC91-3E1A-4FCA-0020-9C048B3A497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3" name="Ellipse 1042">
                <a:extLst>
                  <a:ext uri="{FF2B5EF4-FFF2-40B4-BE49-F238E27FC236}">
                    <a16:creationId xmlns:a16="http://schemas.microsoft.com/office/drawing/2014/main" id="{059B8CCC-8A81-A66D-5E79-6E0FA9E307E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4" name="Ellipse 1043">
                <a:extLst>
                  <a:ext uri="{FF2B5EF4-FFF2-40B4-BE49-F238E27FC236}">
                    <a16:creationId xmlns:a16="http://schemas.microsoft.com/office/drawing/2014/main" id="{372E5661-7663-39C5-4EDF-05345F97834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5" name="Ellipse 1044">
                <a:extLst>
                  <a:ext uri="{FF2B5EF4-FFF2-40B4-BE49-F238E27FC236}">
                    <a16:creationId xmlns:a16="http://schemas.microsoft.com/office/drawing/2014/main" id="{6AD1BDCE-2248-6157-8155-75F64340C30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6" name="Ellipse 1045">
                <a:extLst>
                  <a:ext uri="{FF2B5EF4-FFF2-40B4-BE49-F238E27FC236}">
                    <a16:creationId xmlns:a16="http://schemas.microsoft.com/office/drawing/2014/main" id="{2EE96215-1CD7-5F4B-98B1-5CD8ABA9FC8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7" name="Ellipse 1046">
                <a:extLst>
                  <a:ext uri="{FF2B5EF4-FFF2-40B4-BE49-F238E27FC236}">
                    <a16:creationId xmlns:a16="http://schemas.microsoft.com/office/drawing/2014/main" id="{4090D1F0-A482-24CE-B921-20A6DB0B3132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8" name="Ellipse 1047">
                <a:extLst>
                  <a:ext uri="{FF2B5EF4-FFF2-40B4-BE49-F238E27FC236}">
                    <a16:creationId xmlns:a16="http://schemas.microsoft.com/office/drawing/2014/main" id="{D1074363-0E47-B3BD-DB3D-57D7EFE76F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9" name="Ellipse 1048">
                <a:extLst>
                  <a:ext uri="{FF2B5EF4-FFF2-40B4-BE49-F238E27FC236}">
                    <a16:creationId xmlns:a16="http://schemas.microsoft.com/office/drawing/2014/main" id="{C003D451-5965-C927-BF2C-A79DECFA838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0" name="Ellipse 1049">
                <a:extLst>
                  <a:ext uri="{FF2B5EF4-FFF2-40B4-BE49-F238E27FC236}">
                    <a16:creationId xmlns:a16="http://schemas.microsoft.com/office/drawing/2014/main" id="{9DE35537-2129-FCCB-1F8D-BC1D13C8D4E7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1" name="Ellipse 1050">
                <a:extLst>
                  <a:ext uri="{FF2B5EF4-FFF2-40B4-BE49-F238E27FC236}">
                    <a16:creationId xmlns:a16="http://schemas.microsoft.com/office/drawing/2014/main" id="{AF39EEFE-26A0-DB8B-FBD3-5184C6D8771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2" name="Ellipse 1051">
                <a:extLst>
                  <a:ext uri="{FF2B5EF4-FFF2-40B4-BE49-F238E27FC236}">
                    <a16:creationId xmlns:a16="http://schemas.microsoft.com/office/drawing/2014/main" id="{29B94617-6746-F9E0-5FE9-61E12D384E2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3" name="Ellipse 1052">
                <a:extLst>
                  <a:ext uri="{FF2B5EF4-FFF2-40B4-BE49-F238E27FC236}">
                    <a16:creationId xmlns:a16="http://schemas.microsoft.com/office/drawing/2014/main" id="{9EF64A95-E9BB-3C61-61AE-017322F66645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4" name="Ellipse 1053">
                <a:extLst>
                  <a:ext uri="{FF2B5EF4-FFF2-40B4-BE49-F238E27FC236}">
                    <a16:creationId xmlns:a16="http://schemas.microsoft.com/office/drawing/2014/main" id="{182375BB-A4A0-3BD3-2D42-09F86F0564D5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5" name="Ellipse 1054">
                <a:extLst>
                  <a:ext uri="{FF2B5EF4-FFF2-40B4-BE49-F238E27FC236}">
                    <a16:creationId xmlns:a16="http://schemas.microsoft.com/office/drawing/2014/main" id="{CF28710B-26AD-6E42-E29B-61040007B194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6" name="Ellipse 1055">
                <a:extLst>
                  <a:ext uri="{FF2B5EF4-FFF2-40B4-BE49-F238E27FC236}">
                    <a16:creationId xmlns:a16="http://schemas.microsoft.com/office/drawing/2014/main" id="{F6C68339-C771-FACE-73B3-E6879E671DE9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7" name="Ellipse 1056">
                <a:extLst>
                  <a:ext uri="{FF2B5EF4-FFF2-40B4-BE49-F238E27FC236}">
                    <a16:creationId xmlns:a16="http://schemas.microsoft.com/office/drawing/2014/main" id="{9D92D4E4-4F9B-5F2C-E153-DC2D146D71D8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8" name="Ellipse 1057">
                <a:extLst>
                  <a:ext uri="{FF2B5EF4-FFF2-40B4-BE49-F238E27FC236}">
                    <a16:creationId xmlns:a16="http://schemas.microsoft.com/office/drawing/2014/main" id="{81282FF6-FA39-A802-BD26-5908B6C278A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59" name="Gruppieren 1058">
              <a:extLst>
                <a:ext uri="{FF2B5EF4-FFF2-40B4-BE49-F238E27FC236}">
                  <a16:creationId xmlns:a16="http://schemas.microsoft.com/office/drawing/2014/main" id="{1DE3C7C0-3632-579E-8E7D-AE3B1602B3CC}"/>
                </a:ext>
              </a:extLst>
            </p:cNvPr>
            <p:cNvGrpSpPr/>
            <p:nvPr/>
          </p:nvGrpSpPr>
          <p:grpSpPr>
            <a:xfrm rot="17100000">
              <a:off x="231649" y="-330855"/>
              <a:ext cx="2953403" cy="2665423"/>
              <a:chOff x="9535110" y="4663981"/>
              <a:chExt cx="2953403" cy="2665423"/>
            </a:xfrm>
          </p:grpSpPr>
          <p:sp>
            <p:nvSpPr>
              <p:cNvPr id="1060" name="Ellipse 1059">
                <a:extLst>
                  <a:ext uri="{FF2B5EF4-FFF2-40B4-BE49-F238E27FC236}">
                    <a16:creationId xmlns:a16="http://schemas.microsoft.com/office/drawing/2014/main" id="{64097A0C-C631-5821-A73A-05FB2FDBE099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1" name="Ellipse 1060">
                <a:extLst>
                  <a:ext uri="{FF2B5EF4-FFF2-40B4-BE49-F238E27FC236}">
                    <a16:creationId xmlns:a16="http://schemas.microsoft.com/office/drawing/2014/main" id="{7E6CB7B4-DDEF-25D6-FA8C-1E4E23C8F8C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2" name="Ellipse 1061">
                <a:extLst>
                  <a:ext uri="{FF2B5EF4-FFF2-40B4-BE49-F238E27FC236}">
                    <a16:creationId xmlns:a16="http://schemas.microsoft.com/office/drawing/2014/main" id="{60C8F406-F314-AE57-B1C4-EABEC619BA4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3" name="Ellipse 1062">
                <a:extLst>
                  <a:ext uri="{FF2B5EF4-FFF2-40B4-BE49-F238E27FC236}">
                    <a16:creationId xmlns:a16="http://schemas.microsoft.com/office/drawing/2014/main" id="{9A034125-C296-7320-7457-FB59EE9413B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4" name="Ellipse 1063">
                <a:extLst>
                  <a:ext uri="{FF2B5EF4-FFF2-40B4-BE49-F238E27FC236}">
                    <a16:creationId xmlns:a16="http://schemas.microsoft.com/office/drawing/2014/main" id="{AD9ACA79-4B04-527A-0263-3AD9D4AEAE05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5" name="Ellipse 1064">
                <a:extLst>
                  <a:ext uri="{FF2B5EF4-FFF2-40B4-BE49-F238E27FC236}">
                    <a16:creationId xmlns:a16="http://schemas.microsoft.com/office/drawing/2014/main" id="{A305A457-1B16-7A07-F675-1CB60C0A57D2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6" name="Ellipse 1065">
                <a:extLst>
                  <a:ext uri="{FF2B5EF4-FFF2-40B4-BE49-F238E27FC236}">
                    <a16:creationId xmlns:a16="http://schemas.microsoft.com/office/drawing/2014/main" id="{A0E81F64-4745-A401-A1E7-DF8374838A2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7" name="Ellipse 1066">
                <a:extLst>
                  <a:ext uri="{FF2B5EF4-FFF2-40B4-BE49-F238E27FC236}">
                    <a16:creationId xmlns:a16="http://schemas.microsoft.com/office/drawing/2014/main" id="{8F344293-1DBD-6153-4043-742450DCE6C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8" name="Ellipse 1067">
                <a:extLst>
                  <a:ext uri="{FF2B5EF4-FFF2-40B4-BE49-F238E27FC236}">
                    <a16:creationId xmlns:a16="http://schemas.microsoft.com/office/drawing/2014/main" id="{BFA5C789-D277-60FE-EE34-C28CD492347B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9" name="Ellipse 1068">
                <a:extLst>
                  <a:ext uri="{FF2B5EF4-FFF2-40B4-BE49-F238E27FC236}">
                    <a16:creationId xmlns:a16="http://schemas.microsoft.com/office/drawing/2014/main" id="{41910771-3421-B1C3-5BF9-528DAACD085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0" name="Ellipse 1069">
                <a:extLst>
                  <a:ext uri="{FF2B5EF4-FFF2-40B4-BE49-F238E27FC236}">
                    <a16:creationId xmlns:a16="http://schemas.microsoft.com/office/drawing/2014/main" id="{0EA8A531-FE88-5C72-E1B1-0018FC49194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1" name="Ellipse 1070">
                <a:extLst>
                  <a:ext uri="{FF2B5EF4-FFF2-40B4-BE49-F238E27FC236}">
                    <a16:creationId xmlns:a16="http://schemas.microsoft.com/office/drawing/2014/main" id="{7E5120D7-C7AF-B46A-CD2A-99563B01F6F4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2" name="Ellipse 1071">
                <a:extLst>
                  <a:ext uri="{FF2B5EF4-FFF2-40B4-BE49-F238E27FC236}">
                    <a16:creationId xmlns:a16="http://schemas.microsoft.com/office/drawing/2014/main" id="{14BCFD25-C669-83C1-20A0-D79A4A023589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3" name="Ellipse 1072">
                <a:extLst>
                  <a:ext uri="{FF2B5EF4-FFF2-40B4-BE49-F238E27FC236}">
                    <a16:creationId xmlns:a16="http://schemas.microsoft.com/office/drawing/2014/main" id="{383D7293-C62B-80EA-DDE5-ABBF9D659A4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4" name="Ellipse 1073">
                <a:extLst>
                  <a:ext uri="{FF2B5EF4-FFF2-40B4-BE49-F238E27FC236}">
                    <a16:creationId xmlns:a16="http://schemas.microsoft.com/office/drawing/2014/main" id="{9BA27BE9-46A0-5F00-092F-E8D7CDB5AE74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5" name="Ellipse 1074">
                <a:extLst>
                  <a:ext uri="{FF2B5EF4-FFF2-40B4-BE49-F238E27FC236}">
                    <a16:creationId xmlns:a16="http://schemas.microsoft.com/office/drawing/2014/main" id="{8C503DE3-370D-8F79-132C-D657FF467E9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6" name="Ellipse 1075">
                <a:extLst>
                  <a:ext uri="{FF2B5EF4-FFF2-40B4-BE49-F238E27FC236}">
                    <a16:creationId xmlns:a16="http://schemas.microsoft.com/office/drawing/2014/main" id="{DFB08C12-C717-9AC1-B4EE-3A4BA32D01E0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7" name="Ellipse 1076">
                <a:extLst>
                  <a:ext uri="{FF2B5EF4-FFF2-40B4-BE49-F238E27FC236}">
                    <a16:creationId xmlns:a16="http://schemas.microsoft.com/office/drawing/2014/main" id="{A5C2A0CF-9442-5475-6F85-9FEDE4F13F03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8" name="Ellipse 1077">
                <a:extLst>
                  <a:ext uri="{FF2B5EF4-FFF2-40B4-BE49-F238E27FC236}">
                    <a16:creationId xmlns:a16="http://schemas.microsoft.com/office/drawing/2014/main" id="{AC50E180-5977-7F15-2B28-D41B8031D858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9" name="Ellipse 1078">
                <a:extLst>
                  <a:ext uri="{FF2B5EF4-FFF2-40B4-BE49-F238E27FC236}">
                    <a16:creationId xmlns:a16="http://schemas.microsoft.com/office/drawing/2014/main" id="{FE0CA130-891E-9047-B6F4-1553479A33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0" name="Ellipse 1079">
                <a:extLst>
                  <a:ext uri="{FF2B5EF4-FFF2-40B4-BE49-F238E27FC236}">
                    <a16:creationId xmlns:a16="http://schemas.microsoft.com/office/drawing/2014/main" id="{4B35FC5F-8B17-60A0-5E32-157361403CC7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1" name="Ellipse 1080">
                <a:extLst>
                  <a:ext uri="{FF2B5EF4-FFF2-40B4-BE49-F238E27FC236}">
                    <a16:creationId xmlns:a16="http://schemas.microsoft.com/office/drawing/2014/main" id="{5D3379AD-AC0C-8557-9DAE-8AF91153434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2" name="Ellipse 1081">
                <a:extLst>
                  <a:ext uri="{FF2B5EF4-FFF2-40B4-BE49-F238E27FC236}">
                    <a16:creationId xmlns:a16="http://schemas.microsoft.com/office/drawing/2014/main" id="{4948EEC4-E9EC-9CBA-2B45-9EE50642516B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3" name="Ellipse 1082">
                <a:extLst>
                  <a:ext uri="{FF2B5EF4-FFF2-40B4-BE49-F238E27FC236}">
                    <a16:creationId xmlns:a16="http://schemas.microsoft.com/office/drawing/2014/main" id="{907EC015-C024-4D9A-A0F2-94BBE946FAB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4" name="Ellipse 1083">
                <a:extLst>
                  <a:ext uri="{FF2B5EF4-FFF2-40B4-BE49-F238E27FC236}">
                    <a16:creationId xmlns:a16="http://schemas.microsoft.com/office/drawing/2014/main" id="{6A5C9D62-DE1C-AD0D-1C80-59D8D03DE22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85" name="Gruppieren 1084">
              <a:extLst>
                <a:ext uri="{FF2B5EF4-FFF2-40B4-BE49-F238E27FC236}">
                  <a16:creationId xmlns:a16="http://schemas.microsoft.com/office/drawing/2014/main" id="{5AA37C0F-1C9E-5B22-B91E-12BE8A90DBB4}"/>
                </a:ext>
              </a:extLst>
            </p:cNvPr>
            <p:cNvGrpSpPr/>
            <p:nvPr/>
          </p:nvGrpSpPr>
          <p:grpSpPr>
            <a:xfrm rot="4912871">
              <a:off x="1809927" y="-1642167"/>
              <a:ext cx="2953403" cy="2665423"/>
              <a:chOff x="9535110" y="4663981"/>
              <a:chExt cx="2953403" cy="2665423"/>
            </a:xfrm>
          </p:grpSpPr>
          <p:sp>
            <p:nvSpPr>
              <p:cNvPr id="1086" name="Ellipse 1085">
                <a:extLst>
                  <a:ext uri="{FF2B5EF4-FFF2-40B4-BE49-F238E27FC236}">
                    <a16:creationId xmlns:a16="http://schemas.microsoft.com/office/drawing/2014/main" id="{399F5530-2934-0A51-F913-5DF5F23F346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7" name="Ellipse 1086">
                <a:extLst>
                  <a:ext uri="{FF2B5EF4-FFF2-40B4-BE49-F238E27FC236}">
                    <a16:creationId xmlns:a16="http://schemas.microsoft.com/office/drawing/2014/main" id="{BFDC1C67-B880-0037-A745-BB2E7CFAD723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8" name="Ellipse 1087">
                <a:extLst>
                  <a:ext uri="{FF2B5EF4-FFF2-40B4-BE49-F238E27FC236}">
                    <a16:creationId xmlns:a16="http://schemas.microsoft.com/office/drawing/2014/main" id="{C95A3813-8758-B81C-92A8-5E404F095F0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9" name="Ellipse 1088">
                <a:extLst>
                  <a:ext uri="{FF2B5EF4-FFF2-40B4-BE49-F238E27FC236}">
                    <a16:creationId xmlns:a16="http://schemas.microsoft.com/office/drawing/2014/main" id="{E51424C6-188E-2873-866D-0BA26BBED80F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0" name="Ellipse 1089">
                <a:extLst>
                  <a:ext uri="{FF2B5EF4-FFF2-40B4-BE49-F238E27FC236}">
                    <a16:creationId xmlns:a16="http://schemas.microsoft.com/office/drawing/2014/main" id="{27BE1F72-305F-F031-7720-FBCF81309059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1" name="Ellipse 1090">
                <a:extLst>
                  <a:ext uri="{FF2B5EF4-FFF2-40B4-BE49-F238E27FC236}">
                    <a16:creationId xmlns:a16="http://schemas.microsoft.com/office/drawing/2014/main" id="{A7A02F47-6995-9861-DDEB-65238A120352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2" name="Ellipse 1091">
                <a:extLst>
                  <a:ext uri="{FF2B5EF4-FFF2-40B4-BE49-F238E27FC236}">
                    <a16:creationId xmlns:a16="http://schemas.microsoft.com/office/drawing/2014/main" id="{AB016A22-6549-01BE-976A-02336E2954B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3" name="Ellipse 1092">
                <a:extLst>
                  <a:ext uri="{FF2B5EF4-FFF2-40B4-BE49-F238E27FC236}">
                    <a16:creationId xmlns:a16="http://schemas.microsoft.com/office/drawing/2014/main" id="{49ED3CC0-A687-2AA3-9A5E-7A23E2FE328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4" name="Ellipse 1093">
                <a:extLst>
                  <a:ext uri="{FF2B5EF4-FFF2-40B4-BE49-F238E27FC236}">
                    <a16:creationId xmlns:a16="http://schemas.microsoft.com/office/drawing/2014/main" id="{B04EB3CD-E708-0270-F972-EAA693E73FD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5" name="Ellipse 1094">
                <a:extLst>
                  <a:ext uri="{FF2B5EF4-FFF2-40B4-BE49-F238E27FC236}">
                    <a16:creationId xmlns:a16="http://schemas.microsoft.com/office/drawing/2014/main" id="{CEA64B43-95C7-C972-02BA-F067287B3E4D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6" name="Ellipse 1095">
                <a:extLst>
                  <a:ext uri="{FF2B5EF4-FFF2-40B4-BE49-F238E27FC236}">
                    <a16:creationId xmlns:a16="http://schemas.microsoft.com/office/drawing/2014/main" id="{46D5F5EB-8890-D3AB-2650-C33CF1D516AF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7" name="Ellipse 1096">
                <a:extLst>
                  <a:ext uri="{FF2B5EF4-FFF2-40B4-BE49-F238E27FC236}">
                    <a16:creationId xmlns:a16="http://schemas.microsoft.com/office/drawing/2014/main" id="{8C51A212-3B67-513B-31A6-6AAD9A63BACF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8" name="Ellipse 1097">
                <a:extLst>
                  <a:ext uri="{FF2B5EF4-FFF2-40B4-BE49-F238E27FC236}">
                    <a16:creationId xmlns:a16="http://schemas.microsoft.com/office/drawing/2014/main" id="{F3073B86-C039-1B03-1365-29E021EFAEA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9" name="Ellipse 1098">
                <a:extLst>
                  <a:ext uri="{FF2B5EF4-FFF2-40B4-BE49-F238E27FC236}">
                    <a16:creationId xmlns:a16="http://schemas.microsoft.com/office/drawing/2014/main" id="{3931D334-B9FB-8843-2B99-22783E331B52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0" name="Ellipse 1099">
                <a:extLst>
                  <a:ext uri="{FF2B5EF4-FFF2-40B4-BE49-F238E27FC236}">
                    <a16:creationId xmlns:a16="http://schemas.microsoft.com/office/drawing/2014/main" id="{14E1FC8A-9EBE-5459-7140-4ADBAB58A49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1" name="Ellipse 1100">
                <a:extLst>
                  <a:ext uri="{FF2B5EF4-FFF2-40B4-BE49-F238E27FC236}">
                    <a16:creationId xmlns:a16="http://schemas.microsoft.com/office/drawing/2014/main" id="{B621C884-F82B-F8E1-D3E4-11219AE2A857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2" name="Ellipse 1101">
                <a:extLst>
                  <a:ext uri="{FF2B5EF4-FFF2-40B4-BE49-F238E27FC236}">
                    <a16:creationId xmlns:a16="http://schemas.microsoft.com/office/drawing/2014/main" id="{D8602BA7-A755-6A7D-AD5B-A52B3532B7D5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3" name="Ellipse 1102">
                <a:extLst>
                  <a:ext uri="{FF2B5EF4-FFF2-40B4-BE49-F238E27FC236}">
                    <a16:creationId xmlns:a16="http://schemas.microsoft.com/office/drawing/2014/main" id="{A494B093-CF9F-F47C-F85A-0675FE28D12C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4" name="Ellipse 1103">
                <a:extLst>
                  <a:ext uri="{FF2B5EF4-FFF2-40B4-BE49-F238E27FC236}">
                    <a16:creationId xmlns:a16="http://schemas.microsoft.com/office/drawing/2014/main" id="{757E96D5-3C39-2D29-5F84-16A7E38AA4FB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5" name="Ellipse 1104">
                <a:extLst>
                  <a:ext uri="{FF2B5EF4-FFF2-40B4-BE49-F238E27FC236}">
                    <a16:creationId xmlns:a16="http://schemas.microsoft.com/office/drawing/2014/main" id="{63D1B684-7620-3167-7B69-538119DDACE5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6" name="Ellipse 1105">
                <a:extLst>
                  <a:ext uri="{FF2B5EF4-FFF2-40B4-BE49-F238E27FC236}">
                    <a16:creationId xmlns:a16="http://schemas.microsoft.com/office/drawing/2014/main" id="{3C82D3E3-FA0F-4F9C-510F-899631DB6ACA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7" name="Ellipse 1106">
                <a:extLst>
                  <a:ext uri="{FF2B5EF4-FFF2-40B4-BE49-F238E27FC236}">
                    <a16:creationId xmlns:a16="http://schemas.microsoft.com/office/drawing/2014/main" id="{8ADC0CBB-512B-5EF7-7F11-16CB4E3389D2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8" name="Ellipse 1107">
                <a:extLst>
                  <a:ext uri="{FF2B5EF4-FFF2-40B4-BE49-F238E27FC236}">
                    <a16:creationId xmlns:a16="http://schemas.microsoft.com/office/drawing/2014/main" id="{552982BF-CCDD-3525-DB3F-66582A852E15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9" name="Ellipse 1108">
                <a:extLst>
                  <a:ext uri="{FF2B5EF4-FFF2-40B4-BE49-F238E27FC236}">
                    <a16:creationId xmlns:a16="http://schemas.microsoft.com/office/drawing/2014/main" id="{644DEBAB-AF29-0EAA-6E01-CD44BC41215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0" name="Ellipse 1109">
                <a:extLst>
                  <a:ext uri="{FF2B5EF4-FFF2-40B4-BE49-F238E27FC236}">
                    <a16:creationId xmlns:a16="http://schemas.microsoft.com/office/drawing/2014/main" id="{E978439C-CA5B-26ED-86BE-067AAC6A693D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11" name="Gruppieren 1110">
              <a:extLst>
                <a:ext uri="{FF2B5EF4-FFF2-40B4-BE49-F238E27FC236}">
                  <a16:creationId xmlns:a16="http://schemas.microsoft.com/office/drawing/2014/main" id="{A5D922E9-343F-90FC-25CE-E0B7A8421172}"/>
                </a:ext>
              </a:extLst>
            </p:cNvPr>
            <p:cNvGrpSpPr/>
            <p:nvPr/>
          </p:nvGrpSpPr>
          <p:grpSpPr>
            <a:xfrm rot="17100000">
              <a:off x="-2286723" y="-244879"/>
              <a:ext cx="4629584" cy="2788981"/>
              <a:chOff x="-324210" y="4706992"/>
              <a:chExt cx="4629584" cy="2788981"/>
            </a:xfrm>
          </p:grpSpPr>
          <p:sp>
            <p:nvSpPr>
              <p:cNvPr id="1112" name="Ellipse 1111">
                <a:extLst>
                  <a:ext uri="{FF2B5EF4-FFF2-40B4-BE49-F238E27FC236}">
                    <a16:creationId xmlns:a16="http://schemas.microsoft.com/office/drawing/2014/main" id="{9E0AECE5-395A-895D-5B2B-00C48BBA5D17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3" name="Ellipse 1112">
                <a:extLst>
                  <a:ext uri="{FF2B5EF4-FFF2-40B4-BE49-F238E27FC236}">
                    <a16:creationId xmlns:a16="http://schemas.microsoft.com/office/drawing/2014/main" id="{2E5B1D66-0982-F779-FF55-A338D77CD653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4" name="Ellipse 1113">
                <a:extLst>
                  <a:ext uri="{FF2B5EF4-FFF2-40B4-BE49-F238E27FC236}">
                    <a16:creationId xmlns:a16="http://schemas.microsoft.com/office/drawing/2014/main" id="{68C8F955-A6BB-3882-BBAF-100C55703F52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5" name="Ellipse 1114">
                <a:extLst>
                  <a:ext uri="{FF2B5EF4-FFF2-40B4-BE49-F238E27FC236}">
                    <a16:creationId xmlns:a16="http://schemas.microsoft.com/office/drawing/2014/main" id="{B72AB862-B49C-B7AB-C9B4-FBD0D87880C2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6" name="Ellipse 1115">
                <a:extLst>
                  <a:ext uri="{FF2B5EF4-FFF2-40B4-BE49-F238E27FC236}">
                    <a16:creationId xmlns:a16="http://schemas.microsoft.com/office/drawing/2014/main" id="{FD263939-DA12-7B64-7CB4-EBB48081B385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7" name="Ellipse 1116">
                <a:extLst>
                  <a:ext uri="{FF2B5EF4-FFF2-40B4-BE49-F238E27FC236}">
                    <a16:creationId xmlns:a16="http://schemas.microsoft.com/office/drawing/2014/main" id="{B638E950-83A3-8195-54F1-768325B5D49F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8" name="Ellipse 1117">
                <a:extLst>
                  <a:ext uri="{FF2B5EF4-FFF2-40B4-BE49-F238E27FC236}">
                    <a16:creationId xmlns:a16="http://schemas.microsoft.com/office/drawing/2014/main" id="{101F3BFD-290E-B0E7-CFC3-03795EC510E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9" name="Ellipse 1118">
                <a:extLst>
                  <a:ext uri="{FF2B5EF4-FFF2-40B4-BE49-F238E27FC236}">
                    <a16:creationId xmlns:a16="http://schemas.microsoft.com/office/drawing/2014/main" id="{031E1764-DCC1-DF60-01B3-DC5FE3F4028B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0" name="Ellipse 1119">
                <a:extLst>
                  <a:ext uri="{FF2B5EF4-FFF2-40B4-BE49-F238E27FC236}">
                    <a16:creationId xmlns:a16="http://schemas.microsoft.com/office/drawing/2014/main" id="{688FF939-0923-314A-E882-48501F021666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1" name="Ellipse 1120">
                <a:extLst>
                  <a:ext uri="{FF2B5EF4-FFF2-40B4-BE49-F238E27FC236}">
                    <a16:creationId xmlns:a16="http://schemas.microsoft.com/office/drawing/2014/main" id="{0FEC35CA-01AD-E982-0C20-D219ED1FBFB0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2" name="Ellipse 1121">
                <a:extLst>
                  <a:ext uri="{FF2B5EF4-FFF2-40B4-BE49-F238E27FC236}">
                    <a16:creationId xmlns:a16="http://schemas.microsoft.com/office/drawing/2014/main" id="{A2C7069F-3CA1-2FAC-7F5F-287F8BF466F0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3" name="Ellipse 1122">
                <a:extLst>
                  <a:ext uri="{FF2B5EF4-FFF2-40B4-BE49-F238E27FC236}">
                    <a16:creationId xmlns:a16="http://schemas.microsoft.com/office/drawing/2014/main" id="{219F2562-5C24-858B-2C35-E672DC06BE1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4" name="Ellipse 1123">
                <a:extLst>
                  <a:ext uri="{FF2B5EF4-FFF2-40B4-BE49-F238E27FC236}">
                    <a16:creationId xmlns:a16="http://schemas.microsoft.com/office/drawing/2014/main" id="{B3429FD7-0920-429F-0749-FF28FDDF964C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5" name="Ellipse 1124">
                <a:extLst>
                  <a:ext uri="{FF2B5EF4-FFF2-40B4-BE49-F238E27FC236}">
                    <a16:creationId xmlns:a16="http://schemas.microsoft.com/office/drawing/2014/main" id="{9E359353-3F08-C14C-111F-BF589836E37F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6" name="Ellipse 1125">
                <a:extLst>
                  <a:ext uri="{FF2B5EF4-FFF2-40B4-BE49-F238E27FC236}">
                    <a16:creationId xmlns:a16="http://schemas.microsoft.com/office/drawing/2014/main" id="{5A5DD52E-5D62-26B2-3EAD-1CD6C681BDDB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7" name="Ellipse 1126">
                <a:extLst>
                  <a:ext uri="{FF2B5EF4-FFF2-40B4-BE49-F238E27FC236}">
                    <a16:creationId xmlns:a16="http://schemas.microsoft.com/office/drawing/2014/main" id="{59045092-8236-ADCB-C4FC-167334FA8C3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8" name="Ellipse 1127">
                <a:extLst>
                  <a:ext uri="{FF2B5EF4-FFF2-40B4-BE49-F238E27FC236}">
                    <a16:creationId xmlns:a16="http://schemas.microsoft.com/office/drawing/2014/main" id="{632FCF0D-D910-1488-B764-469A2C62458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9" name="Ellipse 1128">
                <a:extLst>
                  <a:ext uri="{FF2B5EF4-FFF2-40B4-BE49-F238E27FC236}">
                    <a16:creationId xmlns:a16="http://schemas.microsoft.com/office/drawing/2014/main" id="{75979758-6ACF-E977-09C1-1CE751E4F045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0" name="Ellipse 1129">
                <a:extLst>
                  <a:ext uri="{FF2B5EF4-FFF2-40B4-BE49-F238E27FC236}">
                    <a16:creationId xmlns:a16="http://schemas.microsoft.com/office/drawing/2014/main" id="{6072266C-4DFE-F67F-7569-D13C9BAE9A85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1" name="Ellipse 1130">
                <a:extLst>
                  <a:ext uri="{FF2B5EF4-FFF2-40B4-BE49-F238E27FC236}">
                    <a16:creationId xmlns:a16="http://schemas.microsoft.com/office/drawing/2014/main" id="{5FE62FA1-06D3-48E0-63D9-658EEA8771B5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2" name="Ellipse 1131">
                <a:extLst>
                  <a:ext uri="{FF2B5EF4-FFF2-40B4-BE49-F238E27FC236}">
                    <a16:creationId xmlns:a16="http://schemas.microsoft.com/office/drawing/2014/main" id="{08E936F1-3A4B-C1CC-4108-73440819C448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3" name="Ellipse 1132">
                <a:extLst>
                  <a:ext uri="{FF2B5EF4-FFF2-40B4-BE49-F238E27FC236}">
                    <a16:creationId xmlns:a16="http://schemas.microsoft.com/office/drawing/2014/main" id="{E59B791C-D84F-AE4F-09EB-8AF2C62C75D8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4" name="Ellipse 1133">
                <a:extLst>
                  <a:ext uri="{FF2B5EF4-FFF2-40B4-BE49-F238E27FC236}">
                    <a16:creationId xmlns:a16="http://schemas.microsoft.com/office/drawing/2014/main" id="{5C31C5A9-9152-2B8A-62E8-74969D7F8791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5" name="Ellipse 1134">
                <a:extLst>
                  <a:ext uri="{FF2B5EF4-FFF2-40B4-BE49-F238E27FC236}">
                    <a16:creationId xmlns:a16="http://schemas.microsoft.com/office/drawing/2014/main" id="{1D5B40B0-111B-B2D5-2AFB-B0359F67C948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6" name="Ellipse 1135">
                <a:extLst>
                  <a:ext uri="{FF2B5EF4-FFF2-40B4-BE49-F238E27FC236}">
                    <a16:creationId xmlns:a16="http://schemas.microsoft.com/office/drawing/2014/main" id="{9C10A012-1814-DF95-24C1-23661A4FA236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7" name="Ellipse 1136">
                <a:extLst>
                  <a:ext uri="{FF2B5EF4-FFF2-40B4-BE49-F238E27FC236}">
                    <a16:creationId xmlns:a16="http://schemas.microsoft.com/office/drawing/2014/main" id="{FD07B930-AC17-78AF-57BB-764106D4EAA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8" name="Ellipse 1137">
                <a:extLst>
                  <a:ext uri="{FF2B5EF4-FFF2-40B4-BE49-F238E27FC236}">
                    <a16:creationId xmlns:a16="http://schemas.microsoft.com/office/drawing/2014/main" id="{E865F5A6-F1D7-4F05-635B-D2EECA2FE21E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9" name="Ellipse 1138">
                <a:extLst>
                  <a:ext uri="{FF2B5EF4-FFF2-40B4-BE49-F238E27FC236}">
                    <a16:creationId xmlns:a16="http://schemas.microsoft.com/office/drawing/2014/main" id="{E42DFC2E-453E-CB8C-8205-F14643C6B533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40" name="Gruppieren 1139">
              <a:extLst>
                <a:ext uri="{FF2B5EF4-FFF2-40B4-BE49-F238E27FC236}">
                  <a16:creationId xmlns:a16="http://schemas.microsoft.com/office/drawing/2014/main" id="{BA4C2D3B-DFF3-B453-2F38-9C83D5C3A068}"/>
                </a:ext>
              </a:extLst>
            </p:cNvPr>
            <p:cNvGrpSpPr/>
            <p:nvPr/>
          </p:nvGrpSpPr>
          <p:grpSpPr>
            <a:xfrm rot="6300000">
              <a:off x="-1497983" y="-785354"/>
              <a:ext cx="4629584" cy="2788981"/>
              <a:chOff x="-324210" y="4706992"/>
              <a:chExt cx="4629584" cy="2788981"/>
            </a:xfrm>
          </p:grpSpPr>
          <p:sp>
            <p:nvSpPr>
              <p:cNvPr id="1141" name="Ellipse 1140">
                <a:extLst>
                  <a:ext uri="{FF2B5EF4-FFF2-40B4-BE49-F238E27FC236}">
                    <a16:creationId xmlns:a16="http://schemas.microsoft.com/office/drawing/2014/main" id="{AC5A01D1-C4D4-1158-88B1-C7714D344DDF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2" name="Ellipse 1141">
                <a:extLst>
                  <a:ext uri="{FF2B5EF4-FFF2-40B4-BE49-F238E27FC236}">
                    <a16:creationId xmlns:a16="http://schemas.microsoft.com/office/drawing/2014/main" id="{4F3EBC59-7794-BCD8-2B01-8A93134BABF0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3" name="Ellipse 1142">
                <a:extLst>
                  <a:ext uri="{FF2B5EF4-FFF2-40B4-BE49-F238E27FC236}">
                    <a16:creationId xmlns:a16="http://schemas.microsoft.com/office/drawing/2014/main" id="{A0BE0B79-3D5E-B212-7F52-C2F5DA6BC9DB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4" name="Ellipse 1143">
                <a:extLst>
                  <a:ext uri="{FF2B5EF4-FFF2-40B4-BE49-F238E27FC236}">
                    <a16:creationId xmlns:a16="http://schemas.microsoft.com/office/drawing/2014/main" id="{52089DBB-DAF5-6B2E-1F3C-BD79DD1D8F2B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5" name="Ellipse 1144">
                <a:extLst>
                  <a:ext uri="{FF2B5EF4-FFF2-40B4-BE49-F238E27FC236}">
                    <a16:creationId xmlns:a16="http://schemas.microsoft.com/office/drawing/2014/main" id="{D0589DDC-8363-00C0-2147-21A70154CA50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6" name="Ellipse 1145">
                <a:extLst>
                  <a:ext uri="{FF2B5EF4-FFF2-40B4-BE49-F238E27FC236}">
                    <a16:creationId xmlns:a16="http://schemas.microsoft.com/office/drawing/2014/main" id="{2F2B3BED-EDE5-C509-6BE7-5046F34F22DA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7" name="Ellipse 1146">
                <a:extLst>
                  <a:ext uri="{FF2B5EF4-FFF2-40B4-BE49-F238E27FC236}">
                    <a16:creationId xmlns:a16="http://schemas.microsoft.com/office/drawing/2014/main" id="{5B199399-4264-FC39-3A28-78983FC2A343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8" name="Ellipse 1147">
                <a:extLst>
                  <a:ext uri="{FF2B5EF4-FFF2-40B4-BE49-F238E27FC236}">
                    <a16:creationId xmlns:a16="http://schemas.microsoft.com/office/drawing/2014/main" id="{8CD92204-DB8F-0BB3-FEB5-5727F5E0030C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9" name="Ellipse 1148">
                <a:extLst>
                  <a:ext uri="{FF2B5EF4-FFF2-40B4-BE49-F238E27FC236}">
                    <a16:creationId xmlns:a16="http://schemas.microsoft.com/office/drawing/2014/main" id="{BA3C0546-9355-A863-5A45-47C744270612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0" name="Ellipse 1149">
                <a:extLst>
                  <a:ext uri="{FF2B5EF4-FFF2-40B4-BE49-F238E27FC236}">
                    <a16:creationId xmlns:a16="http://schemas.microsoft.com/office/drawing/2014/main" id="{B6164070-F997-A105-F5BD-1824E83FAFD7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1" name="Ellipse 1150">
                <a:extLst>
                  <a:ext uri="{FF2B5EF4-FFF2-40B4-BE49-F238E27FC236}">
                    <a16:creationId xmlns:a16="http://schemas.microsoft.com/office/drawing/2014/main" id="{47B79D3E-8030-CB3B-C394-EED31E1D96C4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2" name="Ellipse 1151">
                <a:extLst>
                  <a:ext uri="{FF2B5EF4-FFF2-40B4-BE49-F238E27FC236}">
                    <a16:creationId xmlns:a16="http://schemas.microsoft.com/office/drawing/2014/main" id="{AA4070D5-7F8A-950F-08D7-8F4B5CF8061D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3" name="Ellipse 1152">
                <a:extLst>
                  <a:ext uri="{FF2B5EF4-FFF2-40B4-BE49-F238E27FC236}">
                    <a16:creationId xmlns:a16="http://schemas.microsoft.com/office/drawing/2014/main" id="{2DB2B2B6-1127-F5B6-718D-F3F37153FF61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4" name="Ellipse 1153">
                <a:extLst>
                  <a:ext uri="{FF2B5EF4-FFF2-40B4-BE49-F238E27FC236}">
                    <a16:creationId xmlns:a16="http://schemas.microsoft.com/office/drawing/2014/main" id="{0DCF25C3-1724-130D-33BA-D8A69C2D4A9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5" name="Ellipse 1154">
                <a:extLst>
                  <a:ext uri="{FF2B5EF4-FFF2-40B4-BE49-F238E27FC236}">
                    <a16:creationId xmlns:a16="http://schemas.microsoft.com/office/drawing/2014/main" id="{111DAE32-48E4-045C-CAAB-470F54A5088F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6" name="Ellipse 1155">
                <a:extLst>
                  <a:ext uri="{FF2B5EF4-FFF2-40B4-BE49-F238E27FC236}">
                    <a16:creationId xmlns:a16="http://schemas.microsoft.com/office/drawing/2014/main" id="{DF953B22-4034-A067-4CCE-9656792EAA4C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7" name="Ellipse 1156">
                <a:extLst>
                  <a:ext uri="{FF2B5EF4-FFF2-40B4-BE49-F238E27FC236}">
                    <a16:creationId xmlns:a16="http://schemas.microsoft.com/office/drawing/2014/main" id="{D8E76520-E824-349B-BF9D-535463E86B0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8" name="Ellipse 1157">
                <a:extLst>
                  <a:ext uri="{FF2B5EF4-FFF2-40B4-BE49-F238E27FC236}">
                    <a16:creationId xmlns:a16="http://schemas.microsoft.com/office/drawing/2014/main" id="{38D2C0AA-A8B2-069D-0997-B9CD3DCA11F0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9" name="Ellipse 1158">
                <a:extLst>
                  <a:ext uri="{FF2B5EF4-FFF2-40B4-BE49-F238E27FC236}">
                    <a16:creationId xmlns:a16="http://schemas.microsoft.com/office/drawing/2014/main" id="{E5E013D9-7471-AE64-77F4-17635C6C165F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0" name="Ellipse 1159">
                <a:extLst>
                  <a:ext uri="{FF2B5EF4-FFF2-40B4-BE49-F238E27FC236}">
                    <a16:creationId xmlns:a16="http://schemas.microsoft.com/office/drawing/2014/main" id="{F51E3106-D91E-655D-F551-AB6CC1A182AB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1" name="Ellipse 1160">
                <a:extLst>
                  <a:ext uri="{FF2B5EF4-FFF2-40B4-BE49-F238E27FC236}">
                    <a16:creationId xmlns:a16="http://schemas.microsoft.com/office/drawing/2014/main" id="{53890D1C-F01B-5E83-DF79-65878C4FE01B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2" name="Ellipse 1161">
                <a:extLst>
                  <a:ext uri="{FF2B5EF4-FFF2-40B4-BE49-F238E27FC236}">
                    <a16:creationId xmlns:a16="http://schemas.microsoft.com/office/drawing/2014/main" id="{C8C212FD-7E32-ACA2-136A-79D463B77140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3" name="Ellipse 1162">
                <a:extLst>
                  <a:ext uri="{FF2B5EF4-FFF2-40B4-BE49-F238E27FC236}">
                    <a16:creationId xmlns:a16="http://schemas.microsoft.com/office/drawing/2014/main" id="{F1EC5FDD-4E42-DF90-4875-2BFFAB38EDD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4" name="Ellipse 1163">
                <a:extLst>
                  <a:ext uri="{FF2B5EF4-FFF2-40B4-BE49-F238E27FC236}">
                    <a16:creationId xmlns:a16="http://schemas.microsoft.com/office/drawing/2014/main" id="{DD0A654A-5EED-FF7D-7E7A-D0217A5C704B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5" name="Ellipse 1164">
                <a:extLst>
                  <a:ext uri="{FF2B5EF4-FFF2-40B4-BE49-F238E27FC236}">
                    <a16:creationId xmlns:a16="http://schemas.microsoft.com/office/drawing/2014/main" id="{0AFEE88E-166E-9064-1142-055A91C9B2A1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6" name="Ellipse 1165">
                <a:extLst>
                  <a:ext uri="{FF2B5EF4-FFF2-40B4-BE49-F238E27FC236}">
                    <a16:creationId xmlns:a16="http://schemas.microsoft.com/office/drawing/2014/main" id="{C4E4EE2D-6321-3805-6C60-6416829A6D56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7" name="Ellipse 1166">
                <a:extLst>
                  <a:ext uri="{FF2B5EF4-FFF2-40B4-BE49-F238E27FC236}">
                    <a16:creationId xmlns:a16="http://schemas.microsoft.com/office/drawing/2014/main" id="{7DF3D1FD-E186-B8BB-4BEC-9629E165A64B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8" name="Ellipse 1167">
                <a:extLst>
                  <a:ext uri="{FF2B5EF4-FFF2-40B4-BE49-F238E27FC236}">
                    <a16:creationId xmlns:a16="http://schemas.microsoft.com/office/drawing/2014/main" id="{D474CB94-91B9-B5B4-64B9-54ED7822FDC2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69" name="Gruppieren 1168">
              <a:extLst>
                <a:ext uri="{FF2B5EF4-FFF2-40B4-BE49-F238E27FC236}">
                  <a16:creationId xmlns:a16="http://schemas.microsoft.com/office/drawing/2014/main" id="{DE1E0612-99C2-F1DF-0054-BBB10444D17F}"/>
                </a:ext>
              </a:extLst>
            </p:cNvPr>
            <p:cNvGrpSpPr/>
            <p:nvPr/>
          </p:nvGrpSpPr>
          <p:grpSpPr>
            <a:xfrm rot="6300000">
              <a:off x="-2575702" y="-1304657"/>
              <a:ext cx="4629584" cy="2788981"/>
              <a:chOff x="-324210" y="4706992"/>
              <a:chExt cx="4629584" cy="2788981"/>
            </a:xfrm>
          </p:grpSpPr>
          <p:sp>
            <p:nvSpPr>
              <p:cNvPr id="1170" name="Ellipse 1169">
                <a:extLst>
                  <a:ext uri="{FF2B5EF4-FFF2-40B4-BE49-F238E27FC236}">
                    <a16:creationId xmlns:a16="http://schemas.microsoft.com/office/drawing/2014/main" id="{5DC73869-9185-7766-45E0-C045515ED667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1" name="Ellipse 1170">
                <a:extLst>
                  <a:ext uri="{FF2B5EF4-FFF2-40B4-BE49-F238E27FC236}">
                    <a16:creationId xmlns:a16="http://schemas.microsoft.com/office/drawing/2014/main" id="{4EF455E2-D3E4-6918-4E9C-EEED4E0C531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2" name="Ellipse 1171">
                <a:extLst>
                  <a:ext uri="{FF2B5EF4-FFF2-40B4-BE49-F238E27FC236}">
                    <a16:creationId xmlns:a16="http://schemas.microsoft.com/office/drawing/2014/main" id="{CA8BD9E6-3BC4-D859-4EC7-A1B8F0EECB0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3" name="Ellipse 1172">
                <a:extLst>
                  <a:ext uri="{FF2B5EF4-FFF2-40B4-BE49-F238E27FC236}">
                    <a16:creationId xmlns:a16="http://schemas.microsoft.com/office/drawing/2014/main" id="{8BF10F4F-8777-FF43-6F38-821E9866E32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4" name="Ellipse 1173">
                <a:extLst>
                  <a:ext uri="{FF2B5EF4-FFF2-40B4-BE49-F238E27FC236}">
                    <a16:creationId xmlns:a16="http://schemas.microsoft.com/office/drawing/2014/main" id="{31BE916B-1A6E-4223-3109-65092E7BF34D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5" name="Ellipse 1174">
                <a:extLst>
                  <a:ext uri="{FF2B5EF4-FFF2-40B4-BE49-F238E27FC236}">
                    <a16:creationId xmlns:a16="http://schemas.microsoft.com/office/drawing/2014/main" id="{2797E79E-29D9-BA88-6F75-2097E3E22D83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6" name="Ellipse 1175">
                <a:extLst>
                  <a:ext uri="{FF2B5EF4-FFF2-40B4-BE49-F238E27FC236}">
                    <a16:creationId xmlns:a16="http://schemas.microsoft.com/office/drawing/2014/main" id="{916F52A7-67D0-43A4-BF79-08AB77C08E2B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7" name="Ellipse 1176">
                <a:extLst>
                  <a:ext uri="{FF2B5EF4-FFF2-40B4-BE49-F238E27FC236}">
                    <a16:creationId xmlns:a16="http://schemas.microsoft.com/office/drawing/2014/main" id="{ADD5D23C-6DFC-F8C6-865D-2BC061964CB8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8" name="Ellipse 1177">
                <a:extLst>
                  <a:ext uri="{FF2B5EF4-FFF2-40B4-BE49-F238E27FC236}">
                    <a16:creationId xmlns:a16="http://schemas.microsoft.com/office/drawing/2014/main" id="{67BD63CE-427A-FFE9-CC96-45A46813585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9" name="Ellipse 1178">
                <a:extLst>
                  <a:ext uri="{FF2B5EF4-FFF2-40B4-BE49-F238E27FC236}">
                    <a16:creationId xmlns:a16="http://schemas.microsoft.com/office/drawing/2014/main" id="{7F956B31-E4EE-31C0-3679-3E949E92AE42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0" name="Ellipse 1179">
                <a:extLst>
                  <a:ext uri="{FF2B5EF4-FFF2-40B4-BE49-F238E27FC236}">
                    <a16:creationId xmlns:a16="http://schemas.microsoft.com/office/drawing/2014/main" id="{27D36E93-FAB2-60BC-003B-50F8BC831FA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1" name="Ellipse 1180">
                <a:extLst>
                  <a:ext uri="{FF2B5EF4-FFF2-40B4-BE49-F238E27FC236}">
                    <a16:creationId xmlns:a16="http://schemas.microsoft.com/office/drawing/2014/main" id="{41F15BFF-D88A-3448-8F8A-68E3AB97B1B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2" name="Ellipse 1181">
                <a:extLst>
                  <a:ext uri="{FF2B5EF4-FFF2-40B4-BE49-F238E27FC236}">
                    <a16:creationId xmlns:a16="http://schemas.microsoft.com/office/drawing/2014/main" id="{B7D67AA7-C0C9-69A7-A58E-DE3C2CADD5F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3" name="Ellipse 1182">
                <a:extLst>
                  <a:ext uri="{FF2B5EF4-FFF2-40B4-BE49-F238E27FC236}">
                    <a16:creationId xmlns:a16="http://schemas.microsoft.com/office/drawing/2014/main" id="{F99FCF55-ECAE-BFB4-1D7F-6A0A276C15F4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4" name="Ellipse 1183">
                <a:extLst>
                  <a:ext uri="{FF2B5EF4-FFF2-40B4-BE49-F238E27FC236}">
                    <a16:creationId xmlns:a16="http://schemas.microsoft.com/office/drawing/2014/main" id="{CB63B222-FF0E-AA80-2309-4EEBF7C50A0C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5" name="Ellipse 1184">
                <a:extLst>
                  <a:ext uri="{FF2B5EF4-FFF2-40B4-BE49-F238E27FC236}">
                    <a16:creationId xmlns:a16="http://schemas.microsoft.com/office/drawing/2014/main" id="{16E81F7F-54BF-DDBB-4B89-392FC7DFF78D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6" name="Ellipse 1185">
                <a:extLst>
                  <a:ext uri="{FF2B5EF4-FFF2-40B4-BE49-F238E27FC236}">
                    <a16:creationId xmlns:a16="http://schemas.microsoft.com/office/drawing/2014/main" id="{213D2D16-DD5F-CDA5-F1FA-A32FEBBC0AB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7" name="Ellipse 1186">
                <a:extLst>
                  <a:ext uri="{FF2B5EF4-FFF2-40B4-BE49-F238E27FC236}">
                    <a16:creationId xmlns:a16="http://schemas.microsoft.com/office/drawing/2014/main" id="{9DFBDDF8-A8B7-DC84-C5DC-273552059747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8" name="Ellipse 1187">
                <a:extLst>
                  <a:ext uri="{FF2B5EF4-FFF2-40B4-BE49-F238E27FC236}">
                    <a16:creationId xmlns:a16="http://schemas.microsoft.com/office/drawing/2014/main" id="{D93873B1-1CC5-4003-36E1-33DB051AA653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9" name="Ellipse 1188">
                <a:extLst>
                  <a:ext uri="{FF2B5EF4-FFF2-40B4-BE49-F238E27FC236}">
                    <a16:creationId xmlns:a16="http://schemas.microsoft.com/office/drawing/2014/main" id="{396FB992-09E7-E407-DE45-CE8DF105FDE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0" name="Ellipse 1189">
                <a:extLst>
                  <a:ext uri="{FF2B5EF4-FFF2-40B4-BE49-F238E27FC236}">
                    <a16:creationId xmlns:a16="http://schemas.microsoft.com/office/drawing/2014/main" id="{605F6C7F-C446-0C4E-1C2A-0FA40CD3BEA8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1" name="Ellipse 1190">
                <a:extLst>
                  <a:ext uri="{FF2B5EF4-FFF2-40B4-BE49-F238E27FC236}">
                    <a16:creationId xmlns:a16="http://schemas.microsoft.com/office/drawing/2014/main" id="{29A7DB7E-8079-9C2B-CD2E-D2C5735A23A3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2" name="Ellipse 1191">
                <a:extLst>
                  <a:ext uri="{FF2B5EF4-FFF2-40B4-BE49-F238E27FC236}">
                    <a16:creationId xmlns:a16="http://schemas.microsoft.com/office/drawing/2014/main" id="{754EDFA0-9DC1-FCE9-B5A0-EDFC15BCCB2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3" name="Ellipse 1192">
                <a:extLst>
                  <a:ext uri="{FF2B5EF4-FFF2-40B4-BE49-F238E27FC236}">
                    <a16:creationId xmlns:a16="http://schemas.microsoft.com/office/drawing/2014/main" id="{BB54B283-FA10-6AF8-B49E-E72F97AF2EC0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4" name="Ellipse 1193">
                <a:extLst>
                  <a:ext uri="{FF2B5EF4-FFF2-40B4-BE49-F238E27FC236}">
                    <a16:creationId xmlns:a16="http://schemas.microsoft.com/office/drawing/2014/main" id="{52208B9D-66F9-B599-3E1B-18C0FD3D3FA2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5" name="Ellipse 1194">
                <a:extLst>
                  <a:ext uri="{FF2B5EF4-FFF2-40B4-BE49-F238E27FC236}">
                    <a16:creationId xmlns:a16="http://schemas.microsoft.com/office/drawing/2014/main" id="{EB47B2CC-18AA-7E91-19AD-02439065424E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6" name="Ellipse 1195">
                <a:extLst>
                  <a:ext uri="{FF2B5EF4-FFF2-40B4-BE49-F238E27FC236}">
                    <a16:creationId xmlns:a16="http://schemas.microsoft.com/office/drawing/2014/main" id="{276789FE-76B0-AF59-50D3-4AE44F0FCD4B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7" name="Ellipse 1196">
                <a:extLst>
                  <a:ext uri="{FF2B5EF4-FFF2-40B4-BE49-F238E27FC236}">
                    <a16:creationId xmlns:a16="http://schemas.microsoft.com/office/drawing/2014/main" id="{0780C6E5-CE9A-0BF6-D59D-5639AB5AA824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34692AAA-6F15-D04E-0B9A-6BC219C05788}"/>
                </a:ext>
              </a:extLst>
            </p:cNvPr>
            <p:cNvGrpSpPr/>
            <p:nvPr/>
          </p:nvGrpSpPr>
          <p:grpSpPr>
            <a:xfrm rot="6300000">
              <a:off x="5858615" y="-458496"/>
              <a:ext cx="4629584" cy="2788981"/>
              <a:chOff x="-324210" y="4706992"/>
              <a:chExt cx="4629584" cy="2788981"/>
            </a:xfrm>
          </p:grpSpPr>
          <p:sp>
            <p:nvSpPr>
              <p:cNvPr id="741" name="Ellipse 740">
                <a:extLst>
                  <a:ext uri="{FF2B5EF4-FFF2-40B4-BE49-F238E27FC236}">
                    <a16:creationId xmlns:a16="http://schemas.microsoft.com/office/drawing/2014/main" id="{FA026BBA-0F0D-5903-1244-B74E2F4B434C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8" name="Ellipse 1197">
                <a:extLst>
                  <a:ext uri="{FF2B5EF4-FFF2-40B4-BE49-F238E27FC236}">
                    <a16:creationId xmlns:a16="http://schemas.microsoft.com/office/drawing/2014/main" id="{1AC556C6-0B9D-FD2F-968C-41227BD6769E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9" name="Ellipse 1198">
                <a:extLst>
                  <a:ext uri="{FF2B5EF4-FFF2-40B4-BE49-F238E27FC236}">
                    <a16:creationId xmlns:a16="http://schemas.microsoft.com/office/drawing/2014/main" id="{1A5294EA-FA6A-7892-2C37-DF24FE9EA2B7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0" name="Ellipse 1199">
                <a:extLst>
                  <a:ext uri="{FF2B5EF4-FFF2-40B4-BE49-F238E27FC236}">
                    <a16:creationId xmlns:a16="http://schemas.microsoft.com/office/drawing/2014/main" id="{B79D8F12-15AC-6764-32F8-ACEDD1458C1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1" name="Ellipse 1200">
                <a:extLst>
                  <a:ext uri="{FF2B5EF4-FFF2-40B4-BE49-F238E27FC236}">
                    <a16:creationId xmlns:a16="http://schemas.microsoft.com/office/drawing/2014/main" id="{D39E25C4-04D2-2C10-69CB-E988A5044E9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2" name="Ellipse 1201">
                <a:extLst>
                  <a:ext uri="{FF2B5EF4-FFF2-40B4-BE49-F238E27FC236}">
                    <a16:creationId xmlns:a16="http://schemas.microsoft.com/office/drawing/2014/main" id="{DDE796F7-FD19-9D47-26DF-A2A2129D2ED9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3" name="Ellipse 1202">
                <a:extLst>
                  <a:ext uri="{FF2B5EF4-FFF2-40B4-BE49-F238E27FC236}">
                    <a16:creationId xmlns:a16="http://schemas.microsoft.com/office/drawing/2014/main" id="{FAF20C19-CA15-1178-63AD-6D9D9C331E90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4" name="Ellipse 1203">
                <a:extLst>
                  <a:ext uri="{FF2B5EF4-FFF2-40B4-BE49-F238E27FC236}">
                    <a16:creationId xmlns:a16="http://schemas.microsoft.com/office/drawing/2014/main" id="{C311E69A-A7A4-9FAE-86C6-BA7F91444149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5" name="Ellipse 1204">
                <a:extLst>
                  <a:ext uri="{FF2B5EF4-FFF2-40B4-BE49-F238E27FC236}">
                    <a16:creationId xmlns:a16="http://schemas.microsoft.com/office/drawing/2014/main" id="{ECE3B025-844E-D43F-7BD9-24AD94462FAF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6" name="Ellipse 1205">
                <a:extLst>
                  <a:ext uri="{FF2B5EF4-FFF2-40B4-BE49-F238E27FC236}">
                    <a16:creationId xmlns:a16="http://schemas.microsoft.com/office/drawing/2014/main" id="{41213A7A-7276-7911-C46A-E444993FA55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7" name="Ellipse 1206">
                <a:extLst>
                  <a:ext uri="{FF2B5EF4-FFF2-40B4-BE49-F238E27FC236}">
                    <a16:creationId xmlns:a16="http://schemas.microsoft.com/office/drawing/2014/main" id="{B6335E21-C5C6-5FCD-7BD5-05753EF6ABA8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8" name="Ellipse 1207">
                <a:extLst>
                  <a:ext uri="{FF2B5EF4-FFF2-40B4-BE49-F238E27FC236}">
                    <a16:creationId xmlns:a16="http://schemas.microsoft.com/office/drawing/2014/main" id="{DBEC4044-4A40-807B-A4D4-5C8708D3DA0D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9" name="Ellipse 1208">
                <a:extLst>
                  <a:ext uri="{FF2B5EF4-FFF2-40B4-BE49-F238E27FC236}">
                    <a16:creationId xmlns:a16="http://schemas.microsoft.com/office/drawing/2014/main" id="{0F772A13-2B99-66CF-D0B5-0F32A0FCA60A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0" name="Ellipse 1209">
                <a:extLst>
                  <a:ext uri="{FF2B5EF4-FFF2-40B4-BE49-F238E27FC236}">
                    <a16:creationId xmlns:a16="http://schemas.microsoft.com/office/drawing/2014/main" id="{C2C65238-27CB-8820-1BBE-F88F99C6365D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1" name="Ellipse 1210">
                <a:extLst>
                  <a:ext uri="{FF2B5EF4-FFF2-40B4-BE49-F238E27FC236}">
                    <a16:creationId xmlns:a16="http://schemas.microsoft.com/office/drawing/2014/main" id="{FF13205A-552A-02E4-88C0-6031C1DEAB45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2" name="Ellipse 1211">
                <a:extLst>
                  <a:ext uri="{FF2B5EF4-FFF2-40B4-BE49-F238E27FC236}">
                    <a16:creationId xmlns:a16="http://schemas.microsoft.com/office/drawing/2014/main" id="{D4ABCA87-C6BE-5379-D093-ED3A58C88A46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3" name="Ellipse 1212">
                <a:extLst>
                  <a:ext uri="{FF2B5EF4-FFF2-40B4-BE49-F238E27FC236}">
                    <a16:creationId xmlns:a16="http://schemas.microsoft.com/office/drawing/2014/main" id="{DBFC4191-8081-B6A1-E0A4-657BF3F76AE0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4" name="Ellipse 1213">
                <a:extLst>
                  <a:ext uri="{FF2B5EF4-FFF2-40B4-BE49-F238E27FC236}">
                    <a16:creationId xmlns:a16="http://schemas.microsoft.com/office/drawing/2014/main" id="{CE2FFA68-3929-C815-2ADB-6AA8A2DC5093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5" name="Ellipse 1214">
                <a:extLst>
                  <a:ext uri="{FF2B5EF4-FFF2-40B4-BE49-F238E27FC236}">
                    <a16:creationId xmlns:a16="http://schemas.microsoft.com/office/drawing/2014/main" id="{BCDF2D31-28C4-8D27-2EE1-7D65C93430DF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6" name="Ellipse 1215">
                <a:extLst>
                  <a:ext uri="{FF2B5EF4-FFF2-40B4-BE49-F238E27FC236}">
                    <a16:creationId xmlns:a16="http://schemas.microsoft.com/office/drawing/2014/main" id="{1709FA8A-892F-733E-20BF-5B97653F27E3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7" name="Ellipse 1216">
                <a:extLst>
                  <a:ext uri="{FF2B5EF4-FFF2-40B4-BE49-F238E27FC236}">
                    <a16:creationId xmlns:a16="http://schemas.microsoft.com/office/drawing/2014/main" id="{FF3AD461-4E9F-3443-421B-D28606548579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8" name="Ellipse 1217">
                <a:extLst>
                  <a:ext uri="{FF2B5EF4-FFF2-40B4-BE49-F238E27FC236}">
                    <a16:creationId xmlns:a16="http://schemas.microsoft.com/office/drawing/2014/main" id="{4DF93F9D-0B03-E137-BDEF-4EFC7A7E781E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9" name="Ellipse 1218">
                <a:extLst>
                  <a:ext uri="{FF2B5EF4-FFF2-40B4-BE49-F238E27FC236}">
                    <a16:creationId xmlns:a16="http://schemas.microsoft.com/office/drawing/2014/main" id="{D107A634-6014-0696-2197-E2AB1999D81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0" name="Ellipse 1219">
                <a:extLst>
                  <a:ext uri="{FF2B5EF4-FFF2-40B4-BE49-F238E27FC236}">
                    <a16:creationId xmlns:a16="http://schemas.microsoft.com/office/drawing/2014/main" id="{9E0C5C20-8920-8585-B9BD-CE2AF0A6D80F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1" name="Ellipse 1220">
                <a:extLst>
                  <a:ext uri="{FF2B5EF4-FFF2-40B4-BE49-F238E27FC236}">
                    <a16:creationId xmlns:a16="http://schemas.microsoft.com/office/drawing/2014/main" id="{8F1FD299-5C15-E258-1126-02FB38F2802B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2" name="Ellipse 1221">
                <a:extLst>
                  <a:ext uri="{FF2B5EF4-FFF2-40B4-BE49-F238E27FC236}">
                    <a16:creationId xmlns:a16="http://schemas.microsoft.com/office/drawing/2014/main" id="{17AF84E5-3C65-42D1-64CF-C62622B32114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3" name="Ellipse 1222">
                <a:extLst>
                  <a:ext uri="{FF2B5EF4-FFF2-40B4-BE49-F238E27FC236}">
                    <a16:creationId xmlns:a16="http://schemas.microsoft.com/office/drawing/2014/main" id="{BF1F218E-CCB5-0A15-85FC-7D9AD00C250C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4" name="Ellipse 1223">
                <a:extLst>
                  <a:ext uri="{FF2B5EF4-FFF2-40B4-BE49-F238E27FC236}">
                    <a16:creationId xmlns:a16="http://schemas.microsoft.com/office/drawing/2014/main" id="{810D443A-6646-882C-A27D-4E359AF10C92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225" name="Gruppieren 1224">
              <a:extLst>
                <a:ext uri="{FF2B5EF4-FFF2-40B4-BE49-F238E27FC236}">
                  <a16:creationId xmlns:a16="http://schemas.microsoft.com/office/drawing/2014/main" id="{01E90418-66C8-C989-C1D6-272E201013F7}"/>
                </a:ext>
              </a:extLst>
            </p:cNvPr>
            <p:cNvGrpSpPr/>
            <p:nvPr/>
          </p:nvGrpSpPr>
          <p:grpSpPr>
            <a:xfrm rot="3026059">
              <a:off x="6240131" y="1547614"/>
              <a:ext cx="4629584" cy="2788981"/>
              <a:chOff x="-324210" y="4706992"/>
              <a:chExt cx="4629584" cy="2788981"/>
            </a:xfrm>
          </p:grpSpPr>
          <p:sp>
            <p:nvSpPr>
              <p:cNvPr id="1226" name="Ellipse 1225">
                <a:extLst>
                  <a:ext uri="{FF2B5EF4-FFF2-40B4-BE49-F238E27FC236}">
                    <a16:creationId xmlns:a16="http://schemas.microsoft.com/office/drawing/2014/main" id="{9E2107EA-25DB-985C-6170-8E6F8311B94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7" name="Ellipse 1226">
                <a:extLst>
                  <a:ext uri="{FF2B5EF4-FFF2-40B4-BE49-F238E27FC236}">
                    <a16:creationId xmlns:a16="http://schemas.microsoft.com/office/drawing/2014/main" id="{99ADFC5B-65F2-0AB6-3DFD-42C59AD82264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8" name="Ellipse 1227">
                <a:extLst>
                  <a:ext uri="{FF2B5EF4-FFF2-40B4-BE49-F238E27FC236}">
                    <a16:creationId xmlns:a16="http://schemas.microsoft.com/office/drawing/2014/main" id="{416831FB-195E-3905-D226-F2700AE736D7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9" name="Ellipse 1228">
                <a:extLst>
                  <a:ext uri="{FF2B5EF4-FFF2-40B4-BE49-F238E27FC236}">
                    <a16:creationId xmlns:a16="http://schemas.microsoft.com/office/drawing/2014/main" id="{6852406F-C89D-209C-DE98-E6B8A04DF940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0" name="Ellipse 1229">
                <a:extLst>
                  <a:ext uri="{FF2B5EF4-FFF2-40B4-BE49-F238E27FC236}">
                    <a16:creationId xmlns:a16="http://schemas.microsoft.com/office/drawing/2014/main" id="{00518439-C6FA-1ADD-0262-673ED4FED732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1" name="Ellipse 1230">
                <a:extLst>
                  <a:ext uri="{FF2B5EF4-FFF2-40B4-BE49-F238E27FC236}">
                    <a16:creationId xmlns:a16="http://schemas.microsoft.com/office/drawing/2014/main" id="{34413179-AF13-6B84-0925-BDC87310A19A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2" name="Ellipse 1231">
                <a:extLst>
                  <a:ext uri="{FF2B5EF4-FFF2-40B4-BE49-F238E27FC236}">
                    <a16:creationId xmlns:a16="http://schemas.microsoft.com/office/drawing/2014/main" id="{0C82F5F7-E215-3A31-498E-1177C13D48A0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3" name="Ellipse 1232">
                <a:extLst>
                  <a:ext uri="{FF2B5EF4-FFF2-40B4-BE49-F238E27FC236}">
                    <a16:creationId xmlns:a16="http://schemas.microsoft.com/office/drawing/2014/main" id="{3E4C733A-4ECC-6C94-1EDD-44312C815031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4" name="Ellipse 1233">
                <a:extLst>
                  <a:ext uri="{FF2B5EF4-FFF2-40B4-BE49-F238E27FC236}">
                    <a16:creationId xmlns:a16="http://schemas.microsoft.com/office/drawing/2014/main" id="{ABEE2295-FC23-826F-6123-271B78CFC265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5" name="Ellipse 1234">
                <a:extLst>
                  <a:ext uri="{FF2B5EF4-FFF2-40B4-BE49-F238E27FC236}">
                    <a16:creationId xmlns:a16="http://schemas.microsoft.com/office/drawing/2014/main" id="{C1603B83-6A93-7CE4-37F2-DA52BF8D70D8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6" name="Ellipse 1235">
                <a:extLst>
                  <a:ext uri="{FF2B5EF4-FFF2-40B4-BE49-F238E27FC236}">
                    <a16:creationId xmlns:a16="http://schemas.microsoft.com/office/drawing/2014/main" id="{49454395-CE87-9C64-BE72-56CA6FD36C8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7" name="Ellipse 1236">
                <a:extLst>
                  <a:ext uri="{FF2B5EF4-FFF2-40B4-BE49-F238E27FC236}">
                    <a16:creationId xmlns:a16="http://schemas.microsoft.com/office/drawing/2014/main" id="{AEF2ABCD-9C10-4BA2-264A-D2C92FA1D71F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8" name="Ellipse 1237">
                <a:extLst>
                  <a:ext uri="{FF2B5EF4-FFF2-40B4-BE49-F238E27FC236}">
                    <a16:creationId xmlns:a16="http://schemas.microsoft.com/office/drawing/2014/main" id="{A868F52F-29A3-545D-4FBB-B668CAEFF6A0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9" name="Ellipse 1238">
                <a:extLst>
                  <a:ext uri="{FF2B5EF4-FFF2-40B4-BE49-F238E27FC236}">
                    <a16:creationId xmlns:a16="http://schemas.microsoft.com/office/drawing/2014/main" id="{96B8E56D-DA57-06FF-FE16-49A99CDADB0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0" name="Ellipse 1239">
                <a:extLst>
                  <a:ext uri="{FF2B5EF4-FFF2-40B4-BE49-F238E27FC236}">
                    <a16:creationId xmlns:a16="http://schemas.microsoft.com/office/drawing/2014/main" id="{A8C81F2E-976F-50A1-08F9-FB0ADB79EE63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1" name="Ellipse 1240">
                <a:extLst>
                  <a:ext uri="{FF2B5EF4-FFF2-40B4-BE49-F238E27FC236}">
                    <a16:creationId xmlns:a16="http://schemas.microsoft.com/office/drawing/2014/main" id="{246361DB-F80F-9209-712D-6E50B4478259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2" name="Ellipse 1241">
                <a:extLst>
                  <a:ext uri="{FF2B5EF4-FFF2-40B4-BE49-F238E27FC236}">
                    <a16:creationId xmlns:a16="http://schemas.microsoft.com/office/drawing/2014/main" id="{C1632C8C-8377-20F0-7D78-C38DF694BC46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3" name="Ellipse 1242">
                <a:extLst>
                  <a:ext uri="{FF2B5EF4-FFF2-40B4-BE49-F238E27FC236}">
                    <a16:creationId xmlns:a16="http://schemas.microsoft.com/office/drawing/2014/main" id="{CD36D385-C2AB-51A3-3EA2-9A8AA221E7AB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4" name="Ellipse 1243">
                <a:extLst>
                  <a:ext uri="{FF2B5EF4-FFF2-40B4-BE49-F238E27FC236}">
                    <a16:creationId xmlns:a16="http://schemas.microsoft.com/office/drawing/2014/main" id="{00D2BFF4-9FAA-DF88-B1DD-4B1671F22DB2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5" name="Ellipse 1244">
                <a:extLst>
                  <a:ext uri="{FF2B5EF4-FFF2-40B4-BE49-F238E27FC236}">
                    <a16:creationId xmlns:a16="http://schemas.microsoft.com/office/drawing/2014/main" id="{B5299542-7A1D-CF6F-F724-7AC8E62C0BCB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6" name="Ellipse 1245">
                <a:extLst>
                  <a:ext uri="{FF2B5EF4-FFF2-40B4-BE49-F238E27FC236}">
                    <a16:creationId xmlns:a16="http://schemas.microsoft.com/office/drawing/2014/main" id="{B0D10CFD-DF79-31D5-8452-EC6F85A8097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7" name="Ellipse 1246">
                <a:extLst>
                  <a:ext uri="{FF2B5EF4-FFF2-40B4-BE49-F238E27FC236}">
                    <a16:creationId xmlns:a16="http://schemas.microsoft.com/office/drawing/2014/main" id="{E6D6E992-1DC3-9A79-8437-C355E0EF8C1A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8" name="Ellipse 1247">
                <a:extLst>
                  <a:ext uri="{FF2B5EF4-FFF2-40B4-BE49-F238E27FC236}">
                    <a16:creationId xmlns:a16="http://schemas.microsoft.com/office/drawing/2014/main" id="{D0AE0DC1-DF93-CC4E-B01F-357F16CE7C4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9" name="Ellipse 1248">
                <a:extLst>
                  <a:ext uri="{FF2B5EF4-FFF2-40B4-BE49-F238E27FC236}">
                    <a16:creationId xmlns:a16="http://schemas.microsoft.com/office/drawing/2014/main" id="{3E78A7F6-F288-BA46-DB12-4BDB66B97DD1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0" name="Ellipse 1249">
                <a:extLst>
                  <a:ext uri="{FF2B5EF4-FFF2-40B4-BE49-F238E27FC236}">
                    <a16:creationId xmlns:a16="http://schemas.microsoft.com/office/drawing/2014/main" id="{B65FC50B-1631-8034-4848-9A252C8AEC79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1" name="Ellipse 1250">
                <a:extLst>
                  <a:ext uri="{FF2B5EF4-FFF2-40B4-BE49-F238E27FC236}">
                    <a16:creationId xmlns:a16="http://schemas.microsoft.com/office/drawing/2014/main" id="{6DFC7E52-3658-7056-3636-D76FB3E88058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2" name="Ellipse 1251">
                <a:extLst>
                  <a:ext uri="{FF2B5EF4-FFF2-40B4-BE49-F238E27FC236}">
                    <a16:creationId xmlns:a16="http://schemas.microsoft.com/office/drawing/2014/main" id="{7864C393-2D97-E481-8D8A-AB8614B2B206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3" name="Ellipse 1252">
                <a:extLst>
                  <a:ext uri="{FF2B5EF4-FFF2-40B4-BE49-F238E27FC236}">
                    <a16:creationId xmlns:a16="http://schemas.microsoft.com/office/drawing/2014/main" id="{B7ED5438-D492-6709-AC5D-A817C2E8D0A4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254" name="Gruppieren 1253">
              <a:extLst>
                <a:ext uri="{FF2B5EF4-FFF2-40B4-BE49-F238E27FC236}">
                  <a16:creationId xmlns:a16="http://schemas.microsoft.com/office/drawing/2014/main" id="{80D4F82A-9E8E-4BB7-0160-446174CDD45E}"/>
                </a:ext>
              </a:extLst>
            </p:cNvPr>
            <p:cNvGrpSpPr/>
            <p:nvPr/>
          </p:nvGrpSpPr>
          <p:grpSpPr>
            <a:xfrm rot="7381579">
              <a:off x="6899313" y="-241471"/>
              <a:ext cx="4629584" cy="2788981"/>
              <a:chOff x="-324210" y="4706992"/>
              <a:chExt cx="4629584" cy="2788981"/>
            </a:xfrm>
          </p:grpSpPr>
          <p:sp>
            <p:nvSpPr>
              <p:cNvPr id="1255" name="Ellipse 1254">
                <a:extLst>
                  <a:ext uri="{FF2B5EF4-FFF2-40B4-BE49-F238E27FC236}">
                    <a16:creationId xmlns:a16="http://schemas.microsoft.com/office/drawing/2014/main" id="{77B16FFF-DC2C-F702-A274-6AD9B0ACECE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6" name="Ellipse 1255">
                <a:extLst>
                  <a:ext uri="{FF2B5EF4-FFF2-40B4-BE49-F238E27FC236}">
                    <a16:creationId xmlns:a16="http://schemas.microsoft.com/office/drawing/2014/main" id="{7A668493-21F6-DEFF-5AC2-0C860AFD5963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7" name="Ellipse 1256">
                <a:extLst>
                  <a:ext uri="{FF2B5EF4-FFF2-40B4-BE49-F238E27FC236}">
                    <a16:creationId xmlns:a16="http://schemas.microsoft.com/office/drawing/2014/main" id="{C3F50A1E-B7BB-49C8-C8F5-95E306CAF5C2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8" name="Ellipse 1257">
                <a:extLst>
                  <a:ext uri="{FF2B5EF4-FFF2-40B4-BE49-F238E27FC236}">
                    <a16:creationId xmlns:a16="http://schemas.microsoft.com/office/drawing/2014/main" id="{CE0FBDDA-C931-DD90-51FA-9FD9ABD5A656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9" name="Ellipse 1258">
                <a:extLst>
                  <a:ext uri="{FF2B5EF4-FFF2-40B4-BE49-F238E27FC236}">
                    <a16:creationId xmlns:a16="http://schemas.microsoft.com/office/drawing/2014/main" id="{0A7910F7-A18C-1F2E-0828-83BC94CEAF37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0" name="Ellipse 1259">
                <a:extLst>
                  <a:ext uri="{FF2B5EF4-FFF2-40B4-BE49-F238E27FC236}">
                    <a16:creationId xmlns:a16="http://schemas.microsoft.com/office/drawing/2014/main" id="{E3E0649C-47F0-D93F-F6AA-643CD9A42756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1" name="Ellipse 1260">
                <a:extLst>
                  <a:ext uri="{FF2B5EF4-FFF2-40B4-BE49-F238E27FC236}">
                    <a16:creationId xmlns:a16="http://schemas.microsoft.com/office/drawing/2014/main" id="{E857FE26-EDA1-4450-BB5F-C4CD622A9085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2" name="Ellipse 1261">
                <a:extLst>
                  <a:ext uri="{FF2B5EF4-FFF2-40B4-BE49-F238E27FC236}">
                    <a16:creationId xmlns:a16="http://schemas.microsoft.com/office/drawing/2014/main" id="{A8C122BD-EA46-DA60-3BEA-6F9BD18F4C04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3" name="Ellipse 1262">
                <a:extLst>
                  <a:ext uri="{FF2B5EF4-FFF2-40B4-BE49-F238E27FC236}">
                    <a16:creationId xmlns:a16="http://schemas.microsoft.com/office/drawing/2014/main" id="{9C2946B8-E8F4-DC82-380A-0A888BCC7495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4" name="Ellipse 1263">
                <a:extLst>
                  <a:ext uri="{FF2B5EF4-FFF2-40B4-BE49-F238E27FC236}">
                    <a16:creationId xmlns:a16="http://schemas.microsoft.com/office/drawing/2014/main" id="{8FCD0A4C-FFBA-B83C-E426-3D044F861023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5" name="Ellipse 1264">
                <a:extLst>
                  <a:ext uri="{FF2B5EF4-FFF2-40B4-BE49-F238E27FC236}">
                    <a16:creationId xmlns:a16="http://schemas.microsoft.com/office/drawing/2014/main" id="{2A21252C-B1E8-8387-F578-FC2D3C391A53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6" name="Ellipse 1265">
                <a:extLst>
                  <a:ext uri="{FF2B5EF4-FFF2-40B4-BE49-F238E27FC236}">
                    <a16:creationId xmlns:a16="http://schemas.microsoft.com/office/drawing/2014/main" id="{5B33E4AE-4125-2E9C-9C42-D7DFEA620CCA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7" name="Ellipse 1266">
                <a:extLst>
                  <a:ext uri="{FF2B5EF4-FFF2-40B4-BE49-F238E27FC236}">
                    <a16:creationId xmlns:a16="http://schemas.microsoft.com/office/drawing/2014/main" id="{E5A3CD78-B906-FAC7-957C-473BE2693C3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8" name="Ellipse 1267">
                <a:extLst>
                  <a:ext uri="{FF2B5EF4-FFF2-40B4-BE49-F238E27FC236}">
                    <a16:creationId xmlns:a16="http://schemas.microsoft.com/office/drawing/2014/main" id="{B8C45960-DC6F-0AC0-313C-895739EA6FD4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9" name="Ellipse 1268">
                <a:extLst>
                  <a:ext uri="{FF2B5EF4-FFF2-40B4-BE49-F238E27FC236}">
                    <a16:creationId xmlns:a16="http://schemas.microsoft.com/office/drawing/2014/main" id="{667BA57A-D37A-48AD-4539-85FF467FDA02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0" name="Ellipse 1269">
                <a:extLst>
                  <a:ext uri="{FF2B5EF4-FFF2-40B4-BE49-F238E27FC236}">
                    <a16:creationId xmlns:a16="http://schemas.microsoft.com/office/drawing/2014/main" id="{174B2891-6484-DF4C-8385-92C75A450BEA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1" name="Ellipse 1270">
                <a:extLst>
                  <a:ext uri="{FF2B5EF4-FFF2-40B4-BE49-F238E27FC236}">
                    <a16:creationId xmlns:a16="http://schemas.microsoft.com/office/drawing/2014/main" id="{B36EBE3B-EE5A-9860-4B67-858736535AC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2" name="Ellipse 1271">
                <a:extLst>
                  <a:ext uri="{FF2B5EF4-FFF2-40B4-BE49-F238E27FC236}">
                    <a16:creationId xmlns:a16="http://schemas.microsoft.com/office/drawing/2014/main" id="{DB3DCF40-007B-540C-CC6B-AF46E691C362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3" name="Ellipse 1272">
                <a:extLst>
                  <a:ext uri="{FF2B5EF4-FFF2-40B4-BE49-F238E27FC236}">
                    <a16:creationId xmlns:a16="http://schemas.microsoft.com/office/drawing/2014/main" id="{006367DE-C09F-7B76-C38C-C5F00998116B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4" name="Ellipse 1273">
                <a:extLst>
                  <a:ext uri="{FF2B5EF4-FFF2-40B4-BE49-F238E27FC236}">
                    <a16:creationId xmlns:a16="http://schemas.microsoft.com/office/drawing/2014/main" id="{66C1BB0F-E850-99D1-1C3C-84A8C07952FF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5" name="Ellipse 1274">
                <a:extLst>
                  <a:ext uri="{FF2B5EF4-FFF2-40B4-BE49-F238E27FC236}">
                    <a16:creationId xmlns:a16="http://schemas.microsoft.com/office/drawing/2014/main" id="{E8A52226-CCC7-5A09-0FEF-BFD429A8D63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6" name="Ellipse 1275">
                <a:extLst>
                  <a:ext uri="{FF2B5EF4-FFF2-40B4-BE49-F238E27FC236}">
                    <a16:creationId xmlns:a16="http://schemas.microsoft.com/office/drawing/2014/main" id="{5B345364-2E5F-3DB0-014C-4660EA8C45B7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7" name="Ellipse 1276">
                <a:extLst>
                  <a:ext uri="{FF2B5EF4-FFF2-40B4-BE49-F238E27FC236}">
                    <a16:creationId xmlns:a16="http://schemas.microsoft.com/office/drawing/2014/main" id="{CA10E804-FE7F-8AA8-C132-E7B0AB9DAF1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8" name="Ellipse 1277">
                <a:extLst>
                  <a:ext uri="{FF2B5EF4-FFF2-40B4-BE49-F238E27FC236}">
                    <a16:creationId xmlns:a16="http://schemas.microsoft.com/office/drawing/2014/main" id="{F212C6F6-9492-1497-1591-4F29618E809B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9" name="Ellipse 1278">
                <a:extLst>
                  <a:ext uri="{FF2B5EF4-FFF2-40B4-BE49-F238E27FC236}">
                    <a16:creationId xmlns:a16="http://schemas.microsoft.com/office/drawing/2014/main" id="{63F5EC56-C7AB-A7AB-0C78-0AFBCBA6E0A9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0" name="Ellipse 1279">
                <a:extLst>
                  <a:ext uri="{FF2B5EF4-FFF2-40B4-BE49-F238E27FC236}">
                    <a16:creationId xmlns:a16="http://schemas.microsoft.com/office/drawing/2014/main" id="{E1D91AC3-6CD5-2C96-7D61-4DD69E022134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1" name="Ellipse 1280">
                <a:extLst>
                  <a:ext uri="{FF2B5EF4-FFF2-40B4-BE49-F238E27FC236}">
                    <a16:creationId xmlns:a16="http://schemas.microsoft.com/office/drawing/2014/main" id="{810B3C8B-9CC5-9C2C-5D94-499FB3BAF98F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2" name="Ellipse 1281">
                <a:extLst>
                  <a:ext uri="{FF2B5EF4-FFF2-40B4-BE49-F238E27FC236}">
                    <a16:creationId xmlns:a16="http://schemas.microsoft.com/office/drawing/2014/main" id="{95C4823A-E4E6-B32A-80A4-2CD85419198B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12" name="Grafik 1311">
              <a:extLst>
                <a:ext uri="{FF2B5EF4-FFF2-40B4-BE49-F238E27FC236}">
                  <a16:creationId xmlns:a16="http://schemas.microsoft.com/office/drawing/2014/main" id="{89A206D0-48BB-0C9B-00F6-2B8DA92F24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>
              <a:off x="9141577" y="-22860"/>
              <a:ext cx="1591374" cy="1190084"/>
            </a:xfrm>
            <a:prstGeom prst="rect">
              <a:avLst/>
            </a:prstGeom>
          </p:spPr>
        </p:pic>
      </p:grpSp>
      <p:pic>
        <p:nvPicPr>
          <p:cNvPr id="670" name="Grafik 669">
            <a:extLst>
              <a:ext uri="{FF2B5EF4-FFF2-40B4-BE49-F238E27FC236}">
                <a16:creationId xmlns:a16="http://schemas.microsoft.com/office/drawing/2014/main" id="{66D70A49-DDEF-8894-82F3-9D22E8B59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98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ruppieren 1370">
            <a:extLst>
              <a:ext uri="{FF2B5EF4-FFF2-40B4-BE49-F238E27FC236}">
                <a16:creationId xmlns:a16="http://schemas.microsoft.com/office/drawing/2014/main" id="{964FEBD4-AF49-B1C2-8101-89B0382927E2}"/>
              </a:ext>
            </a:extLst>
          </p:cNvPr>
          <p:cNvGrpSpPr/>
          <p:nvPr/>
        </p:nvGrpSpPr>
        <p:grpSpPr>
          <a:xfrm>
            <a:off x="-2041333" y="-2335352"/>
            <a:ext cx="15704122" cy="11004295"/>
            <a:chOff x="-2006273" y="-2623573"/>
            <a:chExt cx="15704122" cy="11004295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614D6A0A-4896-1721-3D8B-DBA5A4BDCD0B}"/>
                </a:ext>
              </a:extLst>
            </p:cNvPr>
            <p:cNvGrpSpPr/>
            <p:nvPr/>
          </p:nvGrpSpPr>
          <p:grpSpPr>
            <a:xfrm>
              <a:off x="9602336" y="4611819"/>
              <a:ext cx="2953403" cy="2665423"/>
              <a:chOff x="9535110" y="4663981"/>
              <a:chExt cx="2953403" cy="2665423"/>
            </a:xfrm>
          </p:grpSpPr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F3508A01-54D3-43BB-EDC9-42772EC2314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6523E7A6-D6C6-E6CB-FE33-94BC492B8CA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2407A1B-2243-8098-7113-FF4266DBFAE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FA50947-19A7-5089-49A1-3C6E4BB66EB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F5BA2D6C-8B50-7981-C373-DE23785AB01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41B9CDD9-01C6-0EF5-8456-3B4990A507A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92AB450F-B409-E9C0-5151-C8E66B234FD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B09BF052-2187-5006-4EC0-D21E0CD88CA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A50838AE-881B-9439-C5CD-2CCC03045F1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9E6B9716-5596-F226-87A6-5359DA1C3D2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414FF0F3-CCED-FF55-16EF-4B1D103EFCA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E590B972-BA33-7347-6D6D-82AAE758F36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44DEB6B6-8CC5-45B1-FB17-9350516439F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55A0D6B-2203-C513-DAA2-32FCEFD6B2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BC688E4B-704C-F984-661E-F28616C2C9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9FFD6861-C610-2DCE-F543-7E2EEDB8880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5BD358BF-188E-E674-BD40-54C1129FE8ED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AEC65661-EF1D-7858-8B00-F540081317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126F37A3-C26D-16F8-7D7B-3F9A953FE6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A1426C8-1843-2FEC-BF3A-BFE06DCB233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EEA82C4E-B016-85C3-BCDE-6E1DEE2A5FA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728FF631-422B-302B-8C64-6AC385A6645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D4362DBA-960F-4EC6-48A5-FCFBB1934D6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0CF51497-68B2-A300-FF22-209C1678372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B4E08E-78C6-4662-0EFB-48687DD2737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F0B22222-0AAE-9888-8472-8430CFEABB17}"/>
                </a:ext>
              </a:extLst>
            </p:cNvPr>
            <p:cNvSpPr/>
            <p:nvPr/>
          </p:nvSpPr>
          <p:spPr>
            <a:xfrm rot="9412871">
              <a:off x="7467547" y="62383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D915AA2-21C3-D0AC-7594-787BA01BEAB8}"/>
                </a:ext>
              </a:extLst>
            </p:cNvPr>
            <p:cNvSpPr/>
            <p:nvPr/>
          </p:nvSpPr>
          <p:spPr>
            <a:xfrm rot="9412871">
              <a:off x="7450185" y="66017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85F56718-10C2-02CA-5B71-BB4CF1AE7FAB}"/>
                </a:ext>
              </a:extLst>
            </p:cNvPr>
            <p:cNvSpPr/>
            <p:nvPr/>
          </p:nvSpPr>
          <p:spPr>
            <a:xfrm rot="9412871">
              <a:off x="7641514" y="692054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930B08C8-4C6A-F2C8-94ED-AA60B8050301}"/>
                </a:ext>
              </a:extLst>
            </p:cNvPr>
            <p:cNvSpPr/>
            <p:nvPr/>
          </p:nvSpPr>
          <p:spPr>
            <a:xfrm rot="9412871">
              <a:off x="7578097" y="593102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C53283AB-8F8D-3121-4166-575A0804497D}"/>
                </a:ext>
              </a:extLst>
            </p:cNvPr>
            <p:cNvSpPr/>
            <p:nvPr/>
          </p:nvSpPr>
          <p:spPr>
            <a:xfrm rot="9412871">
              <a:off x="7749615" y="610636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354BD956-ECEE-E690-D629-95CECF1CD173}"/>
                </a:ext>
              </a:extLst>
            </p:cNvPr>
            <p:cNvSpPr/>
            <p:nvPr/>
          </p:nvSpPr>
          <p:spPr>
            <a:xfrm rot="9412871">
              <a:off x="7711938" y="63642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DAEFE60-B08E-F559-FB39-6E224C428213}"/>
                </a:ext>
              </a:extLst>
            </p:cNvPr>
            <p:cNvSpPr/>
            <p:nvPr/>
          </p:nvSpPr>
          <p:spPr>
            <a:xfrm rot="9412871">
              <a:off x="8073153" y="702179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17AE697A-FE0B-DF50-102F-2214A416682F}"/>
                </a:ext>
              </a:extLst>
            </p:cNvPr>
            <p:cNvSpPr/>
            <p:nvPr/>
          </p:nvSpPr>
          <p:spPr>
            <a:xfrm rot="9412871">
              <a:off x="8137666" y="591381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F55B6797-AF2C-1DBA-3EF0-D21845B2B932}"/>
                </a:ext>
              </a:extLst>
            </p:cNvPr>
            <p:cNvSpPr/>
            <p:nvPr/>
          </p:nvSpPr>
          <p:spPr>
            <a:xfrm rot="9412871">
              <a:off x="8038053" y="659340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3B4093E4-AD2B-DFFF-687E-69CC4528DC98}"/>
                </a:ext>
              </a:extLst>
            </p:cNvPr>
            <p:cNvSpPr/>
            <p:nvPr/>
          </p:nvSpPr>
          <p:spPr>
            <a:xfrm rot="9412871">
              <a:off x="8281820" y="631466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DDB43284-DAD1-D7DE-EF8E-759841734E6E}"/>
                </a:ext>
              </a:extLst>
            </p:cNvPr>
            <p:cNvSpPr/>
            <p:nvPr/>
          </p:nvSpPr>
          <p:spPr>
            <a:xfrm rot="9412871">
              <a:off x="5581062" y="560176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670CBF29-1F31-2B6F-18AA-17E7F3735437}"/>
                </a:ext>
              </a:extLst>
            </p:cNvPr>
            <p:cNvSpPr/>
            <p:nvPr/>
          </p:nvSpPr>
          <p:spPr>
            <a:xfrm rot="9412871">
              <a:off x="8469401" y="704630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DB46C942-425C-1FDA-77D7-7C797752FBCD}"/>
                </a:ext>
              </a:extLst>
            </p:cNvPr>
            <p:cNvSpPr/>
            <p:nvPr/>
          </p:nvSpPr>
          <p:spPr>
            <a:xfrm rot="9412871">
              <a:off x="8521437" y="675578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1FB3F88F-F133-C727-EA13-100671F2589E}"/>
                </a:ext>
              </a:extLst>
            </p:cNvPr>
            <p:cNvSpPr/>
            <p:nvPr/>
          </p:nvSpPr>
          <p:spPr>
            <a:xfrm rot="9412871">
              <a:off x="8718200" y="640274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53E9A5B5-E7FB-2064-901D-1BC45D019497}"/>
                </a:ext>
              </a:extLst>
            </p:cNvPr>
            <p:cNvSpPr/>
            <p:nvPr/>
          </p:nvSpPr>
          <p:spPr>
            <a:xfrm rot="9412871">
              <a:off x="8712444" y="591306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29389C3D-205E-309A-6AA4-F716EAD9E605}"/>
                </a:ext>
              </a:extLst>
            </p:cNvPr>
            <p:cNvSpPr/>
            <p:nvPr/>
          </p:nvSpPr>
          <p:spPr>
            <a:xfrm rot="9412871">
              <a:off x="8957481" y="557411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6634CDF1-E48E-CFE7-496A-C8862A900C04}"/>
                </a:ext>
              </a:extLst>
            </p:cNvPr>
            <p:cNvSpPr/>
            <p:nvPr/>
          </p:nvSpPr>
          <p:spPr>
            <a:xfrm rot="9412871">
              <a:off x="9099540" y="596992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82144D62-7BD3-0A18-B7E6-D704047A3F9F}"/>
                </a:ext>
              </a:extLst>
            </p:cNvPr>
            <p:cNvSpPr/>
            <p:nvPr/>
          </p:nvSpPr>
          <p:spPr>
            <a:xfrm rot="9412871">
              <a:off x="9228414" y="634157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87708D8D-A19F-B7F1-6FA1-BDF633997AF7}"/>
                </a:ext>
              </a:extLst>
            </p:cNvPr>
            <p:cNvSpPr/>
            <p:nvPr/>
          </p:nvSpPr>
          <p:spPr>
            <a:xfrm rot="9412871">
              <a:off x="9729057" y="631485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B187B003-BC0F-EB37-91C6-0FC00818EE77}"/>
                </a:ext>
              </a:extLst>
            </p:cNvPr>
            <p:cNvSpPr/>
            <p:nvPr/>
          </p:nvSpPr>
          <p:spPr>
            <a:xfrm rot="9412871">
              <a:off x="9557114" y="603895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A3BB6FEF-F10D-A4E0-F815-AF3BCB5A6C25}"/>
                </a:ext>
              </a:extLst>
            </p:cNvPr>
            <p:cNvSpPr/>
            <p:nvPr/>
          </p:nvSpPr>
          <p:spPr>
            <a:xfrm rot="9412871">
              <a:off x="9474698" y="584590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ACE078B4-7FC3-3CFC-482C-55173A13CD6C}"/>
                </a:ext>
              </a:extLst>
            </p:cNvPr>
            <p:cNvSpPr/>
            <p:nvPr/>
          </p:nvSpPr>
          <p:spPr>
            <a:xfrm rot="9412871">
              <a:off x="9426836" y="563810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A1BBC266-D341-39A2-F128-AEE70399AE5C}"/>
                </a:ext>
              </a:extLst>
            </p:cNvPr>
            <p:cNvGrpSpPr/>
            <p:nvPr/>
          </p:nvGrpSpPr>
          <p:grpSpPr>
            <a:xfrm rot="19191760" flipV="1">
              <a:off x="6928224" y="4728572"/>
              <a:ext cx="2953403" cy="2665423"/>
              <a:chOff x="9535110" y="4663981"/>
              <a:chExt cx="2953403" cy="2665423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F3A87B7C-DD1C-4CCC-3043-D112F613CAA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1CBA64A0-81FF-7C1A-A9BE-CED7CA8590B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C31F732-52FE-94DC-6262-99CA3C0C369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7C406F40-C0E7-F6AA-7C32-28BADEE373E2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4D544D04-BE9B-22D5-18DC-ECF0660732C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6D047B1D-232C-716E-40B5-24211133E0C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50E803FE-1F39-F269-C71E-B19C739A559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D9D2E2B9-2062-04E8-D06E-DAABA9956BC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D5D5B255-65EC-2301-1C71-8AA232D44F1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4AA743B8-E7F5-C305-0674-74B786B6C5F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86E7DE3-17A8-810C-7A16-9C7C0D436F6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Ellipse 66">
                <a:extLst>
                  <a:ext uri="{FF2B5EF4-FFF2-40B4-BE49-F238E27FC236}">
                    <a16:creationId xmlns:a16="http://schemas.microsoft.com/office/drawing/2014/main" id="{274B6950-BB96-91DF-DD2D-FEF80C32910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Ellipse 67">
                <a:extLst>
                  <a:ext uri="{FF2B5EF4-FFF2-40B4-BE49-F238E27FC236}">
                    <a16:creationId xmlns:a16="http://schemas.microsoft.com/office/drawing/2014/main" id="{4B7FC131-6E36-C71D-0225-EC1572482FE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Ellipse 68">
                <a:extLst>
                  <a:ext uri="{FF2B5EF4-FFF2-40B4-BE49-F238E27FC236}">
                    <a16:creationId xmlns:a16="http://schemas.microsoft.com/office/drawing/2014/main" id="{7532CD24-3BE5-3C2B-2CAB-0D0550A117D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68799D3-1492-381C-1A7C-0E383EAA8BD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65C07DB-29CB-98A8-8B76-420561B4006E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FA248155-BE42-AA09-8982-79E17060D8E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47974652-4C32-0662-02D8-DBD93709CA1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7F7534AB-1446-F297-28DD-2A7C4188EC1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06810B89-F205-39E3-F820-FACD81F0D86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B3855C14-2FCA-6EA4-D1E1-CAC4967BA4A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2758FE1B-274F-F4F0-09B0-DC0FBD2EE78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CAAACE48-7C9D-2BF3-1587-FCD917322B0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CEC1516-4408-640D-8B5D-9DF9CC53C8E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BD87E6C-9884-6F03-C38E-B50D8DA25D82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F904D34B-FE9F-813A-DFAC-000491511909}"/>
                </a:ext>
              </a:extLst>
            </p:cNvPr>
            <p:cNvGrpSpPr/>
            <p:nvPr/>
          </p:nvGrpSpPr>
          <p:grpSpPr>
            <a:xfrm rot="12187129" flipH="1">
              <a:off x="5654720" y="3036183"/>
              <a:ext cx="2953403" cy="2665423"/>
              <a:chOff x="9535110" y="4663981"/>
              <a:chExt cx="2953403" cy="2665423"/>
            </a:xfrm>
          </p:grpSpPr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8C12844D-7D7F-F091-0933-51DAA20901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EE4AF275-4A2E-47DB-4A7B-FA65FE4B01E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CD7F8F94-21F4-6A35-7964-02869845063C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939926E-962E-C947-2FB7-AA786261B46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89DA6602-C4EB-CFB6-E8AF-F719C3DF770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611320C4-4DAB-13FA-841A-716535D869C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C3BFE47B-CD5B-CFD5-1F36-C3E1F467364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C95A274A-188E-7E11-C18F-CDA7A69DB0FD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E79DEE3A-C277-8BEC-14AB-5998CE16C68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97DB6AB7-9418-6123-88D2-EFEB6BB1A5E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BC0A7B3-AA40-DC5D-2A87-4C675D5FF1D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CBD7B500-E846-33E4-7E8A-E27482CD514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6CA6FD97-97A7-1692-516B-60C76C494F3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10365B15-2713-0846-587F-2282084948D6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B3DB54CF-8A0C-4632-B863-62AB58FE5F2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0A440BDB-475F-00DF-6B86-1E2C381BD41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95553DD0-24BE-B47A-1F92-CBA135C4553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E636D544-C83D-3D8D-53FD-9C631C555B99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" name="Ellipse 99">
                <a:extLst>
                  <a:ext uri="{FF2B5EF4-FFF2-40B4-BE49-F238E27FC236}">
                    <a16:creationId xmlns:a16="http://schemas.microsoft.com/office/drawing/2014/main" id="{D832E891-E124-9CFB-6787-2F702F3DE70E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" name="Ellipse 100">
                <a:extLst>
                  <a:ext uri="{FF2B5EF4-FFF2-40B4-BE49-F238E27FC236}">
                    <a16:creationId xmlns:a16="http://schemas.microsoft.com/office/drawing/2014/main" id="{51B72512-A7DE-9E05-6C66-4395B0BC007F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" name="Ellipse 101">
                <a:extLst>
                  <a:ext uri="{FF2B5EF4-FFF2-40B4-BE49-F238E27FC236}">
                    <a16:creationId xmlns:a16="http://schemas.microsoft.com/office/drawing/2014/main" id="{0B241A68-63EA-C66B-557E-0FB119564E51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" name="Ellipse 102">
                <a:extLst>
                  <a:ext uri="{FF2B5EF4-FFF2-40B4-BE49-F238E27FC236}">
                    <a16:creationId xmlns:a16="http://schemas.microsoft.com/office/drawing/2014/main" id="{0BAC5B23-90A6-AD81-FBE9-DDDD71828B03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" name="Ellipse 103">
                <a:extLst>
                  <a:ext uri="{FF2B5EF4-FFF2-40B4-BE49-F238E27FC236}">
                    <a16:creationId xmlns:a16="http://schemas.microsoft.com/office/drawing/2014/main" id="{5ECB8434-1A8B-B11E-796E-6B06F292054A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" name="Ellipse 104">
                <a:extLst>
                  <a:ext uri="{FF2B5EF4-FFF2-40B4-BE49-F238E27FC236}">
                    <a16:creationId xmlns:a16="http://schemas.microsoft.com/office/drawing/2014/main" id="{3D72EBA4-6AB3-C64C-4BF5-C153704B703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" name="Ellipse 105">
                <a:extLst>
                  <a:ext uri="{FF2B5EF4-FFF2-40B4-BE49-F238E27FC236}">
                    <a16:creationId xmlns:a16="http://schemas.microsoft.com/office/drawing/2014/main" id="{96510AAC-2222-9701-D528-0325367AE2C3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FE9C48E3-D7EC-1552-CAA1-05685CA535B3}"/>
                </a:ext>
              </a:extLst>
            </p:cNvPr>
            <p:cNvGrpSpPr/>
            <p:nvPr/>
          </p:nvGrpSpPr>
          <p:grpSpPr>
            <a:xfrm>
              <a:off x="6761781" y="4279621"/>
              <a:ext cx="2953403" cy="2665423"/>
              <a:chOff x="9535110" y="4663981"/>
              <a:chExt cx="2953403" cy="2665423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5AFDA0DA-1905-AC49-E7D7-50EAA1CB74D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" name="Ellipse 108">
                <a:extLst>
                  <a:ext uri="{FF2B5EF4-FFF2-40B4-BE49-F238E27FC236}">
                    <a16:creationId xmlns:a16="http://schemas.microsoft.com/office/drawing/2014/main" id="{24AC9EBD-2334-41E8-1A71-7D21CC7BC6E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" name="Ellipse 109">
                <a:extLst>
                  <a:ext uri="{FF2B5EF4-FFF2-40B4-BE49-F238E27FC236}">
                    <a16:creationId xmlns:a16="http://schemas.microsoft.com/office/drawing/2014/main" id="{B96CED08-C254-F0D7-016A-7B3306D364E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" name="Ellipse 110">
                <a:extLst>
                  <a:ext uri="{FF2B5EF4-FFF2-40B4-BE49-F238E27FC236}">
                    <a16:creationId xmlns:a16="http://schemas.microsoft.com/office/drawing/2014/main" id="{E2D2C63E-2029-931D-217E-F99BD4FBE67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" name="Ellipse 111">
                <a:extLst>
                  <a:ext uri="{FF2B5EF4-FFF2-40B4-BE49-F238E27FC236}">
                    <a16:creationId xmlns:a16="http://schemas.microsoft.com/office/drawing/2014/main" id="{C95AE07F-1695-E354-07D8-ED12CA3A0067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" name="Ellipse 112">
                <a:extLst>
                  <a:ext uri="{FF2B5EF4-FFF2-40B4-BE49-F238E27FC236}">
                    <a16:creationId xmlns:a16="http://schemas.microsoft.com/office/drawing/2014/main" id="{81736510-B2DE-B46A-5A72-9B30320ED6B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" name="Ellipse 113">
                <a:extLst>
                  <a:ext uri="{FF2B5EF4-FFF2-40B4-BE49-F238E27FC236}">
                    <a16:creationId xmlns:a16="http://schemas.microsoft.com/office/drawing/2014/main" id="{EEA985AE-8EE2-74DC-0054-CF9703E2963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8B6CDADA-AC4C-329B-5DBA-E27E6487DB3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A8B4842D-59C5-73A1-543E-D442A0DEA4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31672C7F-0884-99F8-8FAD-B337FBE3266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6268EB5B-0E7D-781E-4EED-47A50D28EB3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10F00B31-0B77-DE1D-6ABE-10568C860765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448E7501-CEDE-D72B-717E-C282F5B1A9BD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3EC71D15-0067-2FC0-EC6E-F0DA3B16361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2825F0A3-7DE5-E078-A420-E1B6A35E4ACB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1123543E-CBB0-C4A0-04CB-EBB2E2E899D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5017D1D6-DC86-7CD8-BCFD-CAAA14A46B1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0033AE9D-7FA9-E2A3-6DDF-D5F67F98CAF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" name="Ellipse 125">
                <a:extLst>
                  <a:ext uri="{FF2B5EF4-FFF2-40B4-BE49-F238E27FC236}">
                    <a16:creationId xmlns:a16="http://schemas.microsoft.com/office/drawing/2014/main" id="{8400A037-40DC-E373-C8D8-AD5944D713A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961AD9CE-8520-89CF-64ED-3574201688E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" name="Ellipse 127">
                <a:extLst>
                  <a:ext uri="{FF2B5EF4-FFF2-40B4-BE49-F238E27FC236}">
                    <a16:creationId xmlns:a16="http://schemas.microsoft.com/office/drawing/2014/main" id="{A43415F9-484B-6CF1-1900-0E547328BA7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DACE5737-1117-BF34-ECFD-64B345D9F89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" name="Ellipse 129">
                <a:extLst>
                  <a:ext uri="{FF2B5EF4-FFF2-40B4-BE49-F238E27FC236}">
                    <a16:creationId xmlns:a16="http://schemas.microsoft.com/office/drawing/2014/main" id="{5598B4F6-B115-E2EE-5995-B5931DEF9F91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" name="Ellipse 130">
                <a:extLst>
                  <a:ext uri="{FF2B5EF4-FFF2-40B4-BE49-F238E27FC236}">
                    <a16:creationId xmlns:a16="http://schemas.microsoft.com/office/drawing/2014/main" id="{D76F051B-11C9-16C1-97FB-F340393437E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" name="Ellipse 131">
                <a:extLst>
                  <a:ext uri="{FF2B5EF4-FFF2-40B4-BE49-F238E27FC236}">
                    <a16:creationId xmlns:a16="http://schemas.microsoft.com/office/drawing/2014/main" id="{786110BC-C541-6FDC-6E69-E633BAC860B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3" name="Grafik 132">
              <a:extLst>
                <a:ext uri="{FF2B5EF4-FFF2-40B4-BE49-F238E27FC236}">
                  <a16:creationId xmlns:a16="http://schemas.microsoft.com/office/drawing/2014/main" id="{6BEE164E-42CB-28F8-102E-BA8B2A6CAD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 flipH="1">
              <a:off x="4672082" y="7190638"/>
              <a:ext cx="1591374" cy="1190084"/>
            </a:xfrm>
            <a:prstGeom prst="rect">
              <a:avLst/>
            </a:prstGeom>
          </p:spPr>
        </p:pic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93C68318-0DA9-1BCF-3377-378AA56DBFAF}"/>
                </a:ext>
              </a:extLst>
            </p:cNvPr>
            <p:cNvGrpSpPr/>
            <p:nvPr/>
          </p:nvGrpSpPr>
          <p:grpSpPr>
            <a:xfrm rot="9412871">
              <a:off x="4739406" y="5527503"/>
              <a:ext cx="2953403" cy="2665423"/>
              <a:chOff x="9535110" y="4663981"/>
              <a:chExt cx="2953403" cy="2665423"/>
            </a:xfrm>
          </p:grpSpPr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CC19915E-876C-CDF9-39C5-6D224428F9D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" name="Ellipse 135">
                <a:extLst>
                  <a:ext uri="{FF2B5EF4-FFF2-40B4-BE49-F238E27FC236}">
                    <a16:creationId xmlns:a16="http://schemas.microsoft.com/office/drawing/2014/main" id="{BFCECDC2-7AA5-8387-B87F-A28207F66F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941BA206-0AC8-8651-1713-4EB0E7ABEBF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8" name="Ellipse 137">
                <a:extLst>
                  <a:ext uri="{FF2B5EF4-FFF2-40B4-BE49-F238E27FC236}">
                    <a16:creationId xmlns:a16="http://schemas.microsoft.com/office/drawing/2014/main" id="{790AA228-D892-F563-0133-A7B1807F69FD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6E8F30EB-C5A2-F137-56D2-A9DC2D4A4F5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0" name="Ellipse 139">
                <a:extLst>
                  <a:ext uri="{FF2B5EF4-FFF2-40B4-BE49-F238E27FC236}">
                    <a16:creationId xmlns:a16="http://schemas.microsoft.com/office/drawing/2014/main" id="{907824BB-126C-B396-7A16-6FD0E3E0147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1" name="Ellipse 140">
                <a:extLst>
                  <a:ext uri="{FF2B5EF4-FFF2-40B4-BE49-F238E27FC236}">
                    <a16:creationId xmlns:a16="http://schemas.microsoft.com/office/drawing/2014/main" id="{7A0FF3AE-29A9-E3A0-3BD8-30503EB99B2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2" name="Ellipse 141">
                <a:extLst>
                  <a:ext uri="{FF2B5EF4-FFF2-40B4-BE49-F238E27FC236}">
                    <a16:creationId xmlns:a16="http://schemas.microsoft.com/office/drawing/2014/main" id="{51503583-2FFE-10D4-1B90-15F9AD0FA99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3" name="Ellipse 142">
                <a:extLst>
                  <a:ext uri="{FF2B5EF4-FFF2-40B4-BE49-F238E27FC236}">
                    <a16:creationId xmlns:a16="http://schemas.microsoft.com/office/drawing/2014/main" id="{4D597D0A-ED60-3BF1-8657-92D88F69915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8C7B853D-9735-850A-372C-CB6E2A66FE9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5" name="Ellipse 144">
                <a:extLst>
                  <a:ext uri="{FF2B5EF4-FFF2-40B4-BE49-F238E27FC236}">
                    <a16:creationId xmlns:a16="http://schemas.microsoft.com/office/drawing/2014/main" id="{6E91EBDC-902D-BE5E-BFC7-446CFE2E3436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6" name="Ellipse 145">
                <a:extLst>
                  <a:ext uri="{FF2B5EF4-FFF2-40B4-BE49-F238E27FC236}">
                    <a16:creationId xmlns:a16="http://schemas.microsoft.com/office/drawing/2014/main" id="{43E601C8-3A28-26D6-A8B8-C423EFEA794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7" name="Ellipse 146">
                <a:extLst>
                  <a:ext uri="{FF2B5EF4-FFF2-40B4-BE49-F238E27FC236}">
                    <a16:creationId xmlns:a16="http://schemas.microsoft.com/office/drawing/2014/main" id="{5E861B2A-6C5D-8D1B-B9D3-B00904E6B948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8" name="Ellipse 147">
                <a:extLst>
                  <a:ext uri="{FF2B5EF4-FFF2-40B4-BE49-F238E27FC236}">
                    <a16:creationId xmlns:a16="http://schemas.microsoft.com/office/drawing/2014/main" id="{94F9D362-D2DA-33C9-ABBB-E02859458840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E6884446-9D80-8BAC-B9F2-EBA3BEE6A2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0" name="Ellipse 149">
                <a:extLst>
                  <a:ext uri="{FF2B5EF4-FFF2-40B4-BE49-F238E27FC236}">
                    <a16:creationId xmlns:a16="http://schemas.microsoft.com/office/drawing/2014/main" id="{911461E7-6FE0-9BED-C5F5-8B6AEA566A51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1" name="Ellipse 150">
                <a:extLst>
                  <a:ext uri="{FF2B5EF4-FFF2-40B4-BE49-F238E27FC236}">
                    <a16:creationId xmlns:a16="http://schemas.microsoft.com/office/drawing/2014/main" id="{B009AB69-F6AD-D72B-9CC9-615C36E7D4F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8247737B-F8A7-E5FB-FACE-C2DB1D5F15E8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3" name="Ellipse 152">
                <a:extLst>
                  <a:ext uri="{FF2B5EF4-FFF2-40B4-BE49-F238E27FC236}">
                    <a16:creationId xmlns:a16="http://schemas.microsoft.com/office/drawing/2014/main" id="{747CDD99-F104-6120-8F56-B574BC9083E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00E7D2B5-0F35-5FBE-F3CF-C7C355F1DAB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BA46D33B-D158-6B66-C029-FAA26E11551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6" name="Ellipse 155">
                <a:extLst>
                  <a:ext uri="{FF2B5EF4-FFF2-40B4-BE49-F238E27FC236}">
                    <a16:creationId xmlns:a16="http://schemas.microsoft.com/office/drawing/2014/main" id="{116B78D2-05A1-0487-6135-77A1DA70308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7" name="Ellipse 156">
                <a:extLst>
                  <a:ext uri="{FF2B5EF4-FFF2-40B4-BE49-F238E27FC236}">
                    <a16:creationId xmlns:a16="http://schemas.microsoft.com/office/drawing/2014/main" id="{72CD923E-AF29-03BB-591D-735D097567A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8" name="Ellipse 157">
                <a:extLst>
                  <a:ext uri="{FF2B5EF4-FFF2-40B4-BE49-F238E27FC236}">
                    <a16:creationId xmlns:a16="http://schemas.microsoft.com/office/drawing/2014/main" id="{91A2DAED-9039-A6E5-9025-5710FCE0F1A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59" name="Ellipse 158">
                <a:extLst>
                  <a:ext uri="{FF2B5EF4-FFF2-40B4-BE49-F238E27FC236}">
                    <a16:creationId xmlns:a16="http://schemas.microsoft.com/office/drawing/2014/main" id="{9F22B741-84E1-7534-EE22-49F209681A8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60" name="Gruppieren 159">
              <a:extLst>
                <a:ext uri="{FF2B5EF4-FFF2-40B4-BE49-F238E27FC236}">
                  <a16:creationId xmlns:a16="http://schemas.microsoft.com/office/drawing/2014/main" id="{AF26BD02-FF28-9BB1-D711-BE846F44CC13}"/>
                </a:ext>
              </a:extLst>
            </p:cNvPr>
            <p:cNvGrpSpPr/>
            <p:nvPr/>
          </p:nvGrpSpPr>
          <p:grpSpPr>
            <a:xfrm rot="19191760" flipV="1">
              <a:off x="4588975" y="4298236"/>
              <a:ext cx="2953403" cy="2665423"/>
              <a:chOff x="9535110" y="4663981"/>
              <a:chExt cx="2953403" cy="2665423"/>
            </a:xfrm>
          </p:grpSpPr>
          <p:sp>
            <p:nvSpPr>
              <p:cNvPr id="161" name="Ellipse 160">
                <a:extLst>
                  <a:ext uri="{FF2B5EF4-FFF2-40B4-BE49-F238E27FC236}">
                    <a16:creationId xmlns:a16="http://schemas.microsoft.com/office/drawing/2014/main" id="{0F2336CA-F2F9-0A04-78FE-DA9D8348965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2" name="Ellipse 161">
                <a:extLst>
                  <a:ext uri="{FF2B5EF4-FFF2-40B4-BE49-F238E27FC236}">
                    <a16:creationId xmlns:a16="http://schemas.microsoft.com/office/drawing/2014/main" id="{A37A526E-487C-7ED2-08B3-1EAD98D8D44B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3" name="Ellipse 162">
                <a:extLst>
                  <a:ext uri="{FF2B5EF4-FFF2-40B4-BE49-F238E27FC236}">
                    <a16:creationId xmlns:a16="http://schemas.microsoft.com/office/drawing/2014/main" id="{04275869-DD7B-2907-A561-FED740C8C293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4" name="Ellipse 163">
                <a:extLst>
                  <a:ext uri="{FF2B5EF4-FFF2-40B4-BE49-F238E27FC236}">
                    <a16:creationId xmlns:a16="http://schemas.microsoft.com/office/drawing/2014/main" id="{006256B9-526B-61F6-22AB-4BA29A4E0FC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5" name="Ellipse 164">
                <a:extLst>
                  <a:ext uri="{FF2B5EF4-FFF2-40B4-BE49-F238E27FC236}">
                    <a16:creationId xmlns:a16="http://schemas.microsoft.com/office/drawing/2014/main" id="{DE2D52E3-CBA5-D712-A58B-06A34CF68E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6" name="Ellipse 165">
                <a:extLst>
                  <a:ext uri="{FF2B5EF4-FFF2-40B4-BE49-F238E27FC236}">
                    <a16:creationId xmlns:a16="http://schemas.microsoft.com/office/drawing/2014/main" id="{E44A2DAF-BE09-3ABB-FBAD-8E76FF39F44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49C9C55D-9A40-52D4-CDBD-EB797CB604A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8" name="Ellipse 167">
                <a:extLst>
                  <a:ext uri="{FF2B5EF4-FFF2-40B4-BE49-F238E27FC236}">
                    <a16:creationId xmlns:a16="http://schemas.microsoft.com/office/drawing/2014/main" id="{22CBD06F-5523-120E-BAE1-BBD90C7DD91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9" name="Ellipse 168">
                <a:extLst>
                  <a:ext uri="{FF2B5EF4-FFF2-40B4-BE49-F238E27FC236}">
                    <a16:creationId xmlns:a16="http://schemas.microsoft.com/office/drawing/2014/main" id="{EDCB781B-2149-6E67-3C23-3C0ECF30370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4028AF3D-ABE1-9BDD-0C39-05F128A1AC3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1" name="Ellipse 170">
                <a:extLst>
                  <a:ext uri="{FF2B5EF4-FFF2-40B4-BE49-F238E27FC236}">
                    <a16:creationId xmlns:a16="http://schemas.microsoft.com/office/drawing/2014/main" id="{898BA7AF-E3D4-85B1-95D4-3D8D95E3280A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2" name="Ellipse 171">
                <a:extLst>
                  <a:ext uri="{FF2B5EF4-FFF2-40B4-BE49-F238E27FC236}">
                    <a16:creationId xmlns:a16="http://schemas.microsoft.com/office/drawing/2014/main" id="{E6AE16BA-8603-D814-E68E-42504F2A9B9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CF4AC4AE-B5B8-2AD8-E57D-8E0BD6C9089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2F7F071-D4EC-A6CF-B16C-B6453D1C92B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5FB71F44-C53B-7A72-2797-44F0BEEA589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55102CB9-50EA-281A-58DD-3058D001624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013AA3EC-29D0-454D-D598-39DFE3125C6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F2114684-5C32-8528-7320-390F16F09FE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C75C4D69-667C-C008-28DF-8215ED457B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EAE9212D-FE19-0F4F-967E-0B9DA82A20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1" name="Ellipse 180">
                <a:extLst>
                  <a:ext uri="{FF2B5EF4-FFF2-40B4-BE49-F238E27FC236}">
                    <a16:creationId xmlns:a16="http://schemas.microsoft.com/office/drawing/2014/main" id="{431F3A43-D122-67E8-F773-FDAECC0EB1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2" name="Ellipse 181">
                <a:extLst>
                  <a:ext uri="{FF2B5EF4-FFF2-40B4-BE49-F238E27FC236}">
                    <a16:creationId xmlns:a16="http://schemas.microsoft.com/office/drawing/2014/main" id="{F8D9B119-F046-712F-96A5-DCBDCC222A0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3" name="Ellipse 182">
                <a:extLst>
                  <a:ext uri="{FF2B5EF4-FFF2-40B4-BE49-F238E27FC236}">
                    <a16:creationId xmlns:a16="http://schemas.microsoft.com/office/drawing/2014/main" id="{1425A6D2-ECE4-81A8-3BB9-A42F4CA601B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6306649B-7AA1-ADE4-AE2A-D38A3283440D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5" name="Ellipse 184">
                <a:extLst>
                  <a:ext uri="{FF2B5EF4-FFF2-40B4-BE49-F238E27FC236}">
                    <a16:creationId xmlns:a16="http://schemas.microsoft.com/office/drawing/2014/main" id="{5DA3BCA7-8D15-A017-3C8F-FDDF0EC8F96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9CE11D0C-3C9E-69BD-BF2A-7B1B9AC92DBD}"/>
                </a:ext>
              </a:extLst>
            </p:cNvPr>
            <p:cNvGrpSpPr/>
            <p:nvPr/>
          </p:nvGrpSpPr>
          <p:grpSpPr>
            <a:xfrm>
              <a:off x="2261388" y="4568854"/>
              <a:ext cx="2953403" cy="2665423"/>
              <a:chOff x="9535110" y="4663981"/>
              <a:chExt cx="2953403" cy="2665423"/>
            </a:xfrm>
          </p:grpSpPr>
          <p:sp>
            <p:nvSpPr>
              <p:cNvPr id="187" name="Ellipse 186">
                <a:extLst>
                  <a:ext uri="{FF2B5EF4-FFF2-40B4-BE49-F238E27FC236}">
                    <a16:creationId xmlns:a16="http://schemas.microsoft.com/office/drawing/2014/main" id="{50BA4B9E-6409-C141-ACE2-166068D6153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8" name="Ellipse 187">
                <a:extLst>
                  <a:ext uri="{FF2B5EF4-FFF2-40B4-BE49-F238E27FC236}">
                    <a16:creationId xmlns:a16="http://schemas.microsoft.com/office/drawing/2014/main" id="{E5330FCA-77F6-EB3A-3A1E-F2B01F5DBFE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89" name="Ellipse 188">
                <a:extLst>
                  <a:ext uri="{FF2B5EF4-FFF2-40B4-BE49-F238E27FC236}">
                    <a16:creationId xmlns:a16="http://schemas.microsoft.com/office/drawing/2014/main" id="{FB5FBAE6-E345-8BCD-5D46-7A76D49E461F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0" name="Ellipse 189">
                <a:extLst>
                  <a:ext uri="{FF2B5EF4-FFF2-40B4-BE49-F238E27FC236}">
                    <a16:creationId xmlns:a16="http://schemas.microsoft.com/office/drawing/2014/main" id="{CE9C437F-F043-94DA-EE4C-CC5B58C80DC8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1" name="Ellipse 190">
                <a:extLst>
                  <a:ext uri="{FF2B5EF4-FFF2-40B4-BE49-F238E27FC236}">
                    <a16:creationId xmlns:a16="http://schemas.microsoft.com/office/drawing/2014/main" id="{20266608-FF8E-58B6-1BC5-B00A23163FC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2" name="Ellipse 191">
                <a:extLst>
                  <a:ext uri="{FF2B5EF4-FFF2-40B4-BE49-F238E27FC236}">
                    <a16:creationId xmlns:a16="http://schemas.microsoft.com/office/drawing/2014/main" id="{E47627D7-07CD-CAF3-F4A2-C6262FAA8D3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3" name="Ellipse 192">
                <a:extLst>
                  <a:ext uri="{FF2B5EF4-FFF2-40B4-BE49-F238E27FC236}">
                    <a16:creationId xmlns:a16="http://schemas.microsoft.com/office/drawing/2014/main" id="{0C05E565-4BC9-50E9-2EA9-7C0D4F43412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4" name="Ellipse 193">
                <a:extLst>
                  <a:ext uri="{FF2B5EF4-FFF2-40B4-BE49-F238E27FC236}">
                    <a16:creationId xmlns:a16="http://schemas.microsoft.com/office/drawing/2014/main" id="{D31CBC1F-4124-DACD-BC44-4FA1E993720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5" name="Ellipse 194">
                <a:extLst>
                  <a:ext uri="{FF2B5EF4-FFF2-40B4-BE49-F238E27FC236}">
                    <a16:creationId xmlns:a16="http://schemas.microsoft.com/office/drawing/2014/main" id="{A1B60E96-5E65-AC66-8F9B-8C62C7BBCFB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6" name="Ellipse 195">
                <a:extLst>
                  <a:ext uri="{FF2B5EF4-FFF2-40B4-BE49-F238E27FC236}">
                    <a16:creationId xmlns:a16="http://schemas.microsoft.com/office/drawing/2014/main" id="{256F7897-452E-CD9E-B60D-27B5BA1A7D95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7" name="Ellipse 196">
                <a:extLst>
                  <a:ext uri="{FF2B5EF4-FFF2-40B4-BE49-F238E27FC236}">
                    <a16:creationId xmlns:a16="http://schemas.microsoft.com/office/drawing/2014/main" id="{BA18432E-06A9-24C5-5695-CF97B617C27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8" name="Ellipse 197">
                <a:extLst>
                  <a:ext uri="{FF2B5EF4-FFF2-40B4-BE49-F238E27FC236}">
                    <a16:creationId xmlns:a16="http://schemas.microsoft.com/office/drawing/2014/main" id="{B9AA6552-1F1D-D3BF-7455-9F7E09AD039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9" name="Ellipse 198">
                <a:extLst>
                  <a:ext uri="{FF2B5EF4-FFF2-40B4-BE49-F238E27FC236}">
                    <a16:creationId xmlns:a16="http://schemas.microsoft.com/office/drawing/2014/main" id="{AFD7DD45-6FB7-5C83-4271-32855836AE2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0" name="Ellipse 199">
                <a:extLst>
                  <a:ext uri="{FF2B5EF4-FFF2-40B4-BE49-F238E27FC236}">
                    <a16:creationId xmlns:a16="http://schemas.microsoft.com/office/drawing/2014/main" id="{D6928541-5FEC-9E7C-4072-14034497FB5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1" name="Ellipse 200">
                <a:extLst>
                  <a:ext uri="{FF2B5EF4-FFF2-40B4-BE49-F238E27FC236}">
                    <a16:creationId xmlns:a16="http://schemas.microsoft.com/office/drawing/2014/main" id="{58463564-47F1-1083-7842-7156BFE5F60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2" name="Ellipse 201">
                <a:extLst>
                  <a:ext uri="{FF2B5EF4-FFF2-40B4-BE49-F238E27FC236}">
                    <a16:creationId xmlns:a16="http://schemas.microsoft.com/office/drawing/2014/main" id="{16D1B8CC-83B1-427B-5C37-567ECBD1235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AD9688DC-C581-29DD-F001-50EA63D1E77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4" name="Ellipse 203">
                <a:extLst>
                  <a:ext uri="{FF2B5EF4-FFF2-40B4-BE49-F238E27FC236}">
                    <a16:creationId xmlns:a16="http://schemas.microsoft.com/office/drawing/2014/main" id="{7642C375-F131-D500-E3C1-6A69BC83E95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5" name="Ellipse 204">
                <a:extLst>
                  <a:ext uri="{FF2B5EF4-FFF2-40B4-BE49-F238E27FC236}">
                    <a16:creationId xmlns:a16="http://schemas.microsoft.com/office/drawing/2014/main" id="{86F4DEED-1BBA-DEAF-7471-569270E07C2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6" name="Ellipse 205">
                <a:extLst>
                  <a:ext uri="{FF2B5EF4-FFF2-40B4-BE49-F238E27FC236}">
                    <a16:creationId xmlns:a16="http://schemas.microsoft.com/office/drawing/2014/main" id="{9868A7CB-ED26-DE3C-10C9-F49D3EE674A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7" name="Ellipse 206">
                <a:extLst>
                  <a:ext uri="{FF2B5EF4-FFF2-40B4-BE49-F238E27FC236}">
                    <a16:creationId xmlns:a16="http://schemas.microsoft.com/office/drawing/2014/main" id="{881B755B-47CD-2714-2A6F-3E213962281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88EFC239-3244-1860-6AB2-AFE4E1BF0A0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09" name="Ellipse 208">
                <a:extLst>
                  <a:ext uri="{FF2B5EF4-FFF2-40B4-BE49-F238E27FC236}">
                    <a16:creationId xmlns:a16="http://schemas.microsoft.com/office/drawing/2014/main" id="{71733C1D-9CDD-C666-0DFE-44253367751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0" name="Ellipse 209">
                <a:extLst>
                  <a:ext uri="{FF2B5EF4-FFF2-40B4-BE49-F238E27FC236}">
                    <a16:creationId xmlns:a16="http://schemas.microsoft.com/office/drawing/2014/main" id="{52A8F6EE-C343-3225-C20B-AB1870D60C3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1" name="Ellipse 210">
                <a:extLst>
                  <a:ext uri="{FF2B5EF4-FFF2-40B4-BE49-F238E27FC236}">
                    <a16:creationId xmlns:a16="http://schemas.microsoft.com/office/drawing/2014/main" id="{3B80FF34-C1FB-D01D-9A39-8E8ECBDBC388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38" name="Gruppieren 237">
              <a:extLst>
                <a:ext uri="{FF2B5EF4-FFF2-40B4-BE49-F238E27FC236}">
                  <a16:creationId xmlns:a16="http://schemas.microsoft.com/office/drawing/2014/main" id="{9E1D096F-BA37-5707-5914-38D2B0231B5E}"/>
                </a:ext>
              </a:extLst>
            </p:cNvPr>
            <p:cNvGrpSpPr/>
            <p:nvPr/>
          </p:nvGrpSpPr>
          <p:grpSpPr>
            <a:xfrm rot="9412871">
              <a:off x="3839666" y="3257542"/>
              <a:ext cx="2953403" cy="2665423"/>
              <a:chOff x="9535110" y="4663981"/>
              <a:chExt cx="2953403" cy="2665423"/>
            </a:xfrm>
          </p:grpSpPr>
          <p:sp>
            <p:nvSpPr>
              <p:cNvPr id="239" name="Ellipse 238">
                <a:extLst>
                  <a:ext uri="{FF2B5EF4-FFF2-40B4-BE49-F238E27FC236}">
                    <a16:creationId xmlns:a16="http://schemas.microsoft.com/office/drawing/2014/main" id="{1B997747-5629-ADB0-A525-0B5E9504879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0" name="Ellipse 239">
                <a:extLst>
                  <a:ext uri="{FF2B5EF4-FFF2-40B4-BE49-F238E27FC236}">
                    <a16:creationId xmlns:a16="http://schemas.microsoft.com/office/drawing/2014/main" id="{68793F9E-8901-6CC8-D2E0-9B9239952AC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1" name="Ellipse 240">
                <a:extLst>
                  <a:ext uri="{FF2B5EF4-FFF2-40B4-BE49-F238E27FC236}">
                    <a16:creationId xmlns:a16="http://schemas.microsoft.com/office/drawing/2014/main" id="{BE86E8E3-C876-6AB8-A38B-C24499C04F9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2" name="Ellipse 241">
                <a:extLst>
                  <a:ext uri="{FF2B5EF4-FFF2-40B4-BE49-F238E27FC236}">
                    <a16:creationId xmlns:a16="http://schemas.microsoft.com/office/drawing/2014/main" id="{4A6A61DF-2FF3-BF7C-3E99-C848B210BEE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3" name="Ellipse 242">
                <a:extLst>
                  <a:ext uri="{FF2B5EF4-FFF2-40B4-BE49-F238E27FC236}">
                    <a16:creationId xmlns:a16="http://schemas.microsoft.com/office/drawing/2014/main" id="{B78D1FB0-BD77-3236-C93A-A050EE97545D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4" name="Ellipse 243">
                <a:extLst>
                  <a:ext uri="{FF2B5EF4-FFF2-40B4-BE49-F238E27FC236}">
                    <a16:creationId xmlns:a16="http://schemas.microsoft.com/office/drawing/2014/main" id="{DBDE90DD-F773-F469-588E-7CC7B4430AA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5" name="Ellipse 244">
                <a:extLst>
                  <a:ext uri="{FF2B5EF4-FFF2-40B4-BE49-F238E27FC236}">
                    <a16:creationId xmlns:a16="http://schemas.microsoft.com/office/drawing/2014/main" id="{9FA4238A-BC60-E873-22B0-71BE09D8CD86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6" name="Ellipse 245">
                <a:extLst>
                  <a:ext uri="{FF2B5EF4-FFF2-40B4-BE49-F238E27FC236}">
                    <a16:creationId xmlns:a16="http://schemas.microsoft.com/office/drawing/2014/main" id="{5B028018-A9B6-7997-1C6D-110C817A883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7" name="Ellipse 246">
                <a:extLst>
                  <a:ext uri="{FF2B5EF4-FFF2-40B4-BE49-F238E27FC236}">
                    <a16:creationId xmlns:a16="http://schemas.microsoft.com/office/drawing/2014/main" id="{41DA0B15-20E2-6032-F154-19520EC07526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8" name="Ellipse 247">
                <a:extLst>
                  <a:ext uri="{FF2B5EF4-FFF2-40B4-BE49-F238E27FC236}">
                    <a16:creationId xmlns:a16="http://schemas.microsoft.com/office/drawing/2014/main" id="{B1AC9A44-103A-6B01-63AD-F9BAAA022014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49" name="Ellipse 248">
                <a:extLst>
                  <a:ext uri="{FF2B5EF4-FFF2-40B4-BE49-F238E27FC236}">
                    <a16:creationId xmlns:a16="http://schemas.microsoft.com/office/drawing/2014/main" id="{9459E113-CF63-5CAC-6F64-97ACCF872DC7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0" name="Ellipse 249">
                <a:extLst>
                  <a:ext uri="{FF2B5EF4-FFF2-40B4-BE49-F238E27FC236}">
                    <a16:creationId xmlns:a16="http://schemas.microsoft.com/office/drawing/2014/main" id="{99026EBA-172C-538E-03F1-B03F8E359D7B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1" name="Ellipse 250">
                <a:extLst>
                  <a:ext uri="{FF2B5EF4-FFF2-40B4-BE49-F238E27FC236}">
                    <a16:creationId xmlns:a16="http://schemas.microsoft.com/office/drawing/2014/main" id="{A63A1514-9AB8-1812-F97F-CE3E6B72CD3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2" name="Ellipse 251">
                <a:extLst>
                  <a:ext uri="{FF2B5EF4-FFF2-40B4-BE49-F238E27FC236}">
                    <a16:creationId xmlns:a16="http://schemas.microsoft.com/office/drawing/2014/main" id="{110C1B26-0CE5-A50F-EB62-7418CAAA1E5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3" name="Ellipse 252">
                <a:extLst>
                  <a:ext uri="{FF2B5EF4-FFF2-40B4-BE49-F238E27FC236}">
                    <a16:creationId xmlns:a16="http://schemas.microsoft.com/office/drawing/2014/main" id="{9B78B74D-5AA6-5242-559E-E06AF72FE23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4" name="Ellipse 253">
                <a:extLst>
                  <a:ext uri="{FF2B5EF4-FFF2-40B4-BE49-F238E27FC236}">
                    <a16:creationId xmlns:a16="http://schemas.microsoft.com/office/drawing/2014/main" id="{71D05838-BA88-4370-E675-647121D1314B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5" name="Ellipse 254">
                <a:extLst>
                  <a:ext uri="{FF2B5EF4-FFF2-40B4-BE49-F238E27FC236}">
                    <a16:creationId xmlns:a16="http://schemas.microsoft.com/office/drawing/2014/main" id="{EBEC5E9A-F31A-5CAA-9629-D831A714E437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6" name="Ellipse 255">
                <a:extLst>
                  <a:ext uri="{FF2B5EF4-FFF2-40B4-BE49-F238E27FC236}">
                    <a16:creationId xmlns:a16="http://schemas.microsoft.com/office/drawing/2014/main" id="{36C1CF4A-B8C4-257E-43C9-6FB4317A1A5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7" name="Ellipse 256">
                <a:extLst>
                  <a:ext uri="{FF2B5EF4-FFF2-40B4-BE49-F238E27FC236}">
                    <a16:creationId xmlns:a16="http://schemas.microsoft.com/office/drawing/2014/main" id="{04B08AC5-0996-D0A1-9830-C015865C8C59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8" name="Ellipse 257">
                <a:extLst>
                  <a:ext uri="{FF2B5EF4-FFF2-40B4-BE49-F238E27FC236}">
                    <a16:creationId xmlns:a16="http://schemas.microsoft.com/office/drawing/2014/main" id="{722FE81D-F509-9318-C196-BE263E86BEA8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59" name="Ellipse 258">
                <a:extLst>
                  <a:ext uri="{FF2B5EF4-FFF2-40B4-BE49-F238E27FC236}">
                    <a16:creationId xmlns:a16="http://schemas.microsoft.com/office/drawing/2014/main" id="{5A6CBE6B-3A2A-F071-5CDD-32D490D561B3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0" name="Ellipse 259">
                <a:extLst>
                  <a:ext uri="{FF2B5EF4-FFF2-40B4-BE49-F238E27FC236}">
                    <a16:creationId xmlns:a16="http://schemas.microsoft.com/office/drawing/2014/main" id="{0945B6E0-AD37-7573-5612-8FC7140BBF7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1" name="Ellipse 260">
                <a:extLst>
                  <a:ext uri="{FF2B5EF4-FFF2-40B4-BE49-F238E27FC236}">
                    <a16:creationId xmlns:a16="http://schemas.microsoft.com/office/drawing/2014/main" id="{F70B2A63-FDB3-2EAE-202A-F4159631AA0C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2" name="Ellipse 261">
                <a:extLst>
                  <a:ext uri="{FF2B5EF4-FFF2-40B4-BE49-F238E27FC236}">
                    <a16:creationId xmlns:a16="http://schemas.microsoft.com/office/drawing/2014/main" id="{CF8F3A8B-9B84-DCC3-48E8-95F096649C7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3" name="Ellipse 262">
                <a:extLst>
                  <a:ext uri="{FF2B5EF4-FFF2-40B4-BE49-F238E27FC236}">
                    <a16:creationId xmlns:a16="http://schemas.microsoft.com/office/drawing/2014/main" id="{F688C900-DFE3-5717-E9E6-540DF777C2B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265FFDDA-BFB4-B1C4-6FF6-853A31F4B767}"/>
                </a:ext>
              </a:extLst>
            </p:cNvPr>
            <p:cNvGrpSpPr/>
            <p:nvPr/>
          </p:nvGrpSpPr>
          <p:grpSpPr>
            <a:xfrm>
              <a:off x="-256984" y="4654830"/>
              <a:ext cx="4629584" cy="2788981"/>
              <a:chOff x="-324210" y="4706992"/>
              <a:chExt cx="4629584" cy="2788981"/>
            </a:xfrm>
          </p:grpSpPr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72CF5AE3-6F62-582C-E471-30A7286DB1F0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733E19C-8476-7A79-7BEB-F16B6029BBF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6C5C0AD9-0EC0-D83E-EC01-07B7B1BB937E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3" name="Ellipse 212">
                <a:extLst>
                  <a:ext uri="{FF2B5EF4-FFF2-40B4-BE49-F238E27FC236}">
                    <a16:creationId xmlns:a16="http://schemas.microsoft.com/office/drawing/2014/main" id="{6E212A14-96C5-9CCA-DE73-248A1C7ACF68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C5E1CA5E-F4F4-719E-2509-89B68526A7ED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5" name="Ellipse 214">
                <a:extLst>
                  <a:ext uri="{FF2B5EF4-FFF2-40B4-BE49-F238E27FC236}">
                    <a16:creationId xmlns:a16="http://schemas.microsoft.com/office/drawing/2014/main" id="{4172E599-3EB4-0D0C-B9A2-FAF4107F9C2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6" name="Ellipse 215">
                <a:extLst>
                  <a:ext uri="{FF2B5EF4-FFF2-40B4-BE49-F238E27FC236}">
                    <a16:creationId xmlns:a16="http://schemas.microsoft.com/office/drawing/2014/main" id="{2F3CCED4-DE03-C016-4394-5B38587F3A5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7" name="Ellipse 216">
                <a:extLst>
                  <a:ext uri="{FF2B5EF4-FFF2-40B4-BE49-F238E27FC236}">
                    <a16:creationId xmlns:a16="http://schemas.microsoft.com/office/drawing/2014/main" id="{F0B37DAA-92CE-BEBE-7C47-46A38B5B51E3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8" name="Ellipse 217">
                <a:extLst>
                  <a:ext uri="{FF2B5EF4-FFF2-40B4-BE49-F238E27FC236}">
                    <a16:creationId xmlns:a16="http://schemas.microsoft.com/office/drawing/2014/main" id="{01A05B29-26F0-E6FD-51A7-27B06998070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19" name="Ellipse 218">
                <a:extLst>
                  <a:ext uri="{FF2B5EF4-FFF2-40B4-BE49-F238E27FC236}">
                    <a16:creationId xmlns:a16="http://schemas.microsoft.com/office/drawing/2014/main" id="{B7171E76-75C2-B15E-A2A2-EFFB51AB4C0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0" name="Ellipse 219">
                <a:extLst>
                  <a:ext uri="{FF2B5EF4-FFF2-40B4-BE49-F238E27FC236}">
                    <a16:creationId xmlns:a16="http://schemas.microsoft.com/office/drawing/2014/main" id="{4C75D649-05FE-0CC1-2882-8E5C311708DA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2" name="Ellipse 221">
                <a:extLst>
                  <a:ext uri="{FF2B5EF4-FFF2-40B4-BE49-F238E27FC236}">
                    <a16:creationId xmlns:a16="http://schemas.microsoft.com/office/drawing/2014/main" id="{6A9F19EF-E968-F98A-BCA1-D5009A848D30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3" name="Ellipse 222">
                <a:extLst>
                  <a:ext uri="{FF2B5EF4-FFF2-40B4-BE49-F238E27FC236}">
                    <a16:creationId xmlns:a16="http://schemas.microsoft.com/office/drawing/2014/main" id="{2A3E0ED6-E045-FF43-6B08-02B3170DFE3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7" name="Ellipse 226">
                <a:extLst>
                  <a:ext uri="{FF2B5EF4-FFF2-40B4-BE49-F238E27FC236}">
                    <a16:creationId xmlns:a16="http://schemas.microsoft.com/office/drawing/2014/main" id="{1E3F331E-CC81-81A4-F135-3211D4A029E7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8" name="Ellipse 227">
                <a:extLst>
                  <a:ext uri="{FF2B5EF4-FFF2-40B4-BE49-F238E27FC236}">
                    <a16:creationId xmlns:a16="http://schemas.microsoft.com/office/drawing/2014/main" id="{FD4B6B2E-3775-2825-DAF9-1B50C9678FA7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9" name="Ellipse 228">
                <a:extLst>
                  <a:ext uri="{FF2B5EF4-FFF2-40B4-BE49-F238E27FC236}">
                    <a16:creationId xmlns:a16="http://schemas.microsoft.com/office/drawing/2014/main" id="{D320D5EE-BAD6-C89E-7217-F87900D0F9B6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0" name="Ellipse 229">
                <a:extLst>
                  <a:ext uri="{FF2B5EF4-FFF2-40B4-BE49-F238E27FC236}">
                    <a16:creationId xmlns:a16="http://schemas.microsoft.com/office/drawing/2014/main" id="{7AA6B1E6-4824-F4A2-D09D-58DD60AAB87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1" name="Ellipse 230">
                <a:extLst>
                  <a:ext uri="{FF2B5EF4-FFF2-40B4-BE49-F238E27FC236}">
                    <a16:creationId xmlns:a16="http://schemas.microsoft.com/office/drawing/2014/main" id="{827C5408-D922-2D59-3572-D285E20533B0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2" name="Ellipse 231">
                <a:extLst>
                  <a:ext uri="{FF2B5EF4-FFF2-40B4-BE49-F238E27FC236}">
                    <a16:creationId xmlns:a16="http://schemas.microsoft.com/office/drawing/2014/main" id="{A9F76DDD-CD9F-E517-299A-C9ECAAF5ABB0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3" name="Ellipse 232">
                <a:extLst>
                  <a:ext uri="{FF2B5EF4-FFF2-40B4-BE49-F238E27FC236}">
                    <a16:creationId xmlns:a16="http://schemas.microsoft.com/office/drawing/2014/main" id="{E041D804-B3D2-5C9A-03E3-25ABB2F6C9EC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4" name="Ellipse 233">
                <a:extLst>
                  <a:ext uri="{FF2B5EF4-FFF2-40B4-BE49-F238E27FC236}">
                    <a16:creationId xmlns:a16="http://schemas.microsoft.com/office/drawing/2014/main" id="{71C5A3C7-7B32-F5C6-B648-AABD7A493724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5" name="Ellipse 234">
                <a:extLst>
                  <a:ext uri="{FF2B5EF4-FFF2-40B4-BE49-F238E27FC236}">
                    <a16:creationId xmlns:a16="http://schemas.microsoft.com/office/drawing/2014/main" id="{C5ECC047-FCEF-9ACF-10F9-03932D647303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6" name="Ellipse 235">
                <a:extLst>
                  <a:ext uri="{FF2B5EF4-FFF2-40B4-BE49-F238E27FC236}">
                    <a16:creationId xmlns:a16="http://schemas.microsoft.com/office/drawing/2014/main" id="{560545AF-34D6-697B-4EE4-5BD05E05431C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7" name="Ellipse 236">
                <a:extLst>
                  <a:ext uri="{FF2B5EF4-FFF2-40B4-BE49-F238E27FC236}">
                    <a16:creationId xmlns:a16="http://schemas.microsoft.com/office/drawing/2014/main" id="{BCFB9394-669C-4E08-9B56-8A253A1F9978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4" name="Ellipse 263">
                <a:extLst>
                  <a:ext uri="{FF2B5EF4-FFF2-40B4-BE49-F238E27FC236}">
                    <a16:creationId xmlns:a16="http://schemas.microsoft.com/office/drawing/2014/main" id="{38BB9797-8344-62D9-435B-4310FDE349A7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5" name="Ellipse 264">
                <a:extLst>
                  <a:ext uri="{FF2B5EF4-FFF2-40B4-BE49-F238E27FC236}">
                    <a16:creationId xmlns:a16="http://schemas.microsoft.com/office/drawing/2014/main" id="{FA5D18B7-3736-C50F-C0AF-D76DE2BD1A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6" name="Ellipse 265">
                <a:extLst>
                  <a:ext uri="{FF2B5EF4-FFF2-40B4-BE49-F238E27FC236}">
                    <a16:creationId xmlns:a16="http://schemas.microsoft.com/office/drawing/2014/main" id="{E12874B2-3CD0-8E49-26B9-DA0D70ECF49A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7" name="Ellipse 266">
                <a:extLst>
                  <a:ext uri="{FF2B5EF4-FFF2-40B4-BE49-F238E27FC236}">
                    <a16:creationId xmlns:a16="http://schemas.microsoft.com/office/drawing/2014/main" id="{D6DF41DE-ECF3-8DB8-3003-C3AE2D84D3F5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4785E4A5-42E6-5232-1BAA-5C52498E54FC}"/>
                </a:ext>
              </a:extLst>
            </p:cNvPr>
            <p:cNvGrpSpPr/>
            <p:nvPr/>
          </p:nvGrpSpPr>
          <p:grpSpPr>
            <a:xfrm rot="10800000">
              <a:off x="531756" y="4114355"/>
              <a:ext cx="4629584" cy="2788981"/>
              <a:chOff x="-324210" y="4706992"/>
              <a:chExt cx="4629584" cy="2788981"/>
            </a:xfrm>
          </p:grpSpPr>
          <p:sp>
            <p:nvSpPr>
              <p:cNvPr id="221" name="Ellipse 220">
                <a:extLst>
                  <a:ext uri="{FF2B5EF4-FFF2-40B4-BE49-F238E27FC236}">
                    <a16:creationId xmlns:a16="http://schemas.microsoft.com/office/drawing/2014/main" id="{39583E6D-B5B8-BEA1-3621-28A44888FD44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4" name="Ellipse 223">
                <a:extLst>
                  <a:ext uri="{FF2B5EF4-FFF2-40B4-BE49-F238E27FC236}">
                    <a16:creationId xmlns:a16="http://schemas.microsoft.com/office/drawing/2014/main" id="{ADBF7BEB-F710-4478-E441-74D26A294207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5" name="Ellipse 224">
                <a:extLst>
                  <a:ext uri="{FF2B5EF4-FFF2-40B4-BE49-F238E27FC236}">
                    <a16:creationId xmlns:a16="http://schemas.microsoft.com/office/drawing/2014/main" id="{EA41BA9B-D7FA-AE98-96F5-0749FFE10B03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26" name="Ellipse 225">
                <a:extLst>
                  <a:ext uri="{FF2B5EF4-FFF2-40B4-BE49-F238E27FC236}">
                    <a16:creationId xmlns:a16="http://schemas.microsoft.com/office/drawing/2014/main" id="{F0BCFCBD-D7B1-0143-077D-759E8CC7958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8" name="Ellipse 267">
                <a:extLst>
                  <a:ext uri="{FF2B5EF4-FFF2-40B4-BE49-F238E27FC236}">
                    <a16:creationId xmlns:a16="http://schemas.microsoft.com/office/drawing/2014/main" id="{A112F99E-BCF1-7E92-793C-674E65795153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69" name="Ellipse 268">
                <a:extLst>
                  <a:ext uri="{FF2B5EF4-FFF2-40B4-BE49-F238E27FC236}">
                    <a16:creationId xmlns:a16="http://schemas.microsoft.com/office/drawing/2014/main" id="{A6BC01C2-6018-CF31-397A-D92180770F7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0" name="Ellipse 269">
                <a:extLst>
                  <a:ext uri="{FF2B5EF4-FFF2-40B4-BE49-F238E27FC236}">
                    <a16:creationId xmlns:a16="http://schemas.microsoft.com/office/drawing/2014/main" id="{572F8818-A479-6F01-18A1-8FFA13B0D69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1" name="Ellipse 270">
                <a:extLst>
                  <a:ext uri="{FF2B5EF4-FFF2-40B4-BE49-F238E27FC236}">
                    <a16:creationId xmlns:a16="http://schemas.microsoft.com/office/drawing/2014/main" id="{F925AF72-21CF-D0DC-71A4-C65EBDB2CA44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2" name="Ellipse 271">
                <a:extLst>
                  <a:ext uri="{FF2B5EF4-FFF2-40B4-BE49-F238E27FC236}">
                    <a16:creationId xmlns:a16="http://schemas.microsoft.com/office/drawing/2014/main" id="{AE9768FC-571E-27B7-8153-F65F4BC9F36A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3" name="Ellipse 272">
                <a:extLst>
                  <a:ext uri="{FF2B5EF4-FFF2-40B4-BE49-F238E27FC236}">
                    <a16:creationId xmlns:a16="http://schemas.microsoft.com/office/drawing/2014/main" id="{DF49D3C6-28CC-AC96-43A2-CC5A843840D0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4" name="Ellipse 273">
                <a:extLst>
                  <a:ext uri="{FF2B5EF4-FFF2-40B4-BE49-F238E27FC236}">
                    <a16:creationId xmlns:a16="http://schemas.microsoft.com/office/drawing/2014/main" id="{B393AA75-2B43-0B09-0025-EBD5D697C98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5" name="Ellipse 274">
                <a:extLst>
                  <a:ext uri="{FF2B5EF4-FFF2-40B4-BE49-F238E27FC236}">
                    <a16:creationId xmlns:a16="http://schemas.microsoft.com/office/drawing/2014/main" id="{AE955DA8-F8FB-57EC-968B-B5BA5D5BD60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6" name="Ellipse 275">
                <a:extLst>
                  <a:ext uri="{FF2B5EF4-FFF2-40B4-BE49-F238E27FC236}">
                    <a16:creationId xmlns:a16="http://schemas.microsoft.com/office/drawing/2014/main" id="{CDC3CFAE-68E4-CE7A-6382-01D2EC6FD909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7" name="Ellipse 276">
                <a:extLst>
                  <a:ext uri="{FF2B5EF4-FFF2-40B4-BE49-F238E27FC236}">
                    <a16:creationId xmlns:a16="http://schemas.microsoft.com/office/drawing/2014/main" id="{0DF1242F-C5F4-D23E-06B7-7D2356A4B0BC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8" name="Ellipse 277">
                <a:extLst>
                  <a:ext uri="{FF2B5EF4-FFF2-40B4-BE49-F238E27FC236}">
                    <a16:creationId xmlns:a16="http://schemas.microsoft.com/office/drawing/2014/main" id="{2B8F6BC3-BC14-5C2B-0B6B-8F0AEC5E005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79" name="Ellipse 278">
                <a:extLst>
                  <a:ext uri="{FF2B5EF4-FFF2-40B4-BE49-F238E27FC236}">
                    <a16:creationId xmlns:a16="http://schemas.microsoft.com/office/drawing/2014/main" id="{63F4666E-65C8-A4CB-893C-8A83F6F5160E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0" name="Ellipse 279">
                <a:extLst>
                  <a:ext uri="{FF2B5EF4-FFF2-40B4-BE49-F238E27FC236}">
                    <a16:creationId xmlns:a16="http://schemas.microsoft.com/office/drawing/2014/main" id="{97F62468-448D-8BD0-9954-342E8A0033F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1" name="Ellipse 280">
                <a:extLst>
                  <a:ext uri="{FF2B5EF4-FFF2-40B4-BE49-F238E27FC236}">
                    <a16:creationId xmlns:a16="http://schemas.microsoft.com/office/drawing/2014/main" id="{22D8E5E0-932C-A738-9AAC-2A184CE5580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2" name="Ellipse 281">
                <a:extLst>
                  <a:ext uri="{FF2B5EF4-FFF2-40B4-BE49-F238E27FC236}">
                    <a16:creationId xmlns:a16="http://schemas.microsoft.com/office/drawing/2014/main" id="{13429B3E-FF68-D8BC-3BE0-8511E5C7FE9A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3" name="Ellipse 282">
                <a:extLst>
                  <a:ext uri="{FF2B5EF4-FFF2-40B4-BE49-F238E27FC236}">
                    <a16:creationId xmlns:a16="http://schemas.microsoft.com/office/drawing/2014/main" id="{CACB2279-9125-11A0-A825-334BDD777F64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4" name="Ellipse 283">
                <a:extLst>
                  <a:ext uri="{FF2B5EF4-FFF2-40B4-BE49-F238E27FC236}">
                    <a16:creationId xmlns:a16="http://schemas.microsoft.com/office/drawing/2014/main" id="{28FAE4F3-99CA-AEF8-BA30-9FB8CC8F7EA6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5" name="Ellipse 284">
                <a:extLst>
                  <a:ext uri="{FF2B5EF4-FFF2-40B4-BE49-F238E27FC236}">
                    <a16:creationId xmlns:a16="http://schemas.microsoft.com/office/drawing/2014/main" id="{C2CDF820-DEE0-BE3B-67C1-73DF82E39985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6" name="Ellipse 285">
                <a:extLst>
                  <a:ext uri="{FF2B5EF4-FFF2-40B4-BE49-F238E27FC236}">
                    <a16:creationId xmlns:a16="http://schemas.microsoft.com/office/drawing/2014/main" id="{5EF8E7A0-70A0-7D69-D01A-2216FEB2D404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7" name="Ellipse 286">
                <a:extLst>
                  <a:ext uri="{FF2B5EF4-FFF2-40B4-BE49-F238E27FC236}">
                    <a16:creationId xmlns:a16="http://schemas.microsoft.com/office/drawing/2014/main" id="{AE60AFF9-C29D-E910-3793-A4B5C450E1A6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8" name="Ellipse 287">
                <a:extLst>
                  <a:ext uri="{FF2B5EF4-FFF2-40B4-BE49-F238E27FC236}">
                    <a16:creationId xmlns:a16="http://schemas.microsoft.com/office/drawing/2014/main" id="{635651D7-EC4C-8E80-8B33-A8F03464C218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89" name="Ellipse 288">
                <a:extLst>
                  <a:ext uri="{FF2B5EF4-FFF2-40B4-BE49-F238E27FC236}">
                    <a16:creationId xmlns:a16="http://schemas.microsoft.com/office/drawing/2014/main" id="{3DEBAB8B-E892-0659-CB23-313C19388C3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0" name="Ellipse 289">
                <a:extLst>
                  <a:ext uri="{FF2B5EF4-FFF2-40B4-BE49-F238E27FC236}">
                    <a16:creationId xmlns:a16="http://schemas.microsoft.com/office/drawing/2014/main" id="{57815560-5DF4-8836-3203-C356BF7D6775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1" name="Ellipse 290">
                <a:extLst>
                  <a:ext uri="{FF2B5EF4-FFF2-40B4-BE49-F238E27FC236}">
                    <a16:creationId xmlns:a16="http://schemas.microsoft.com/office/drawing/2014/main" id="{649C5B97-8175-9328-3493-DE124F8FF67F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92" name="Gruppieren 291">
              <a:extLst>
                <a:ext uri="{FF2B5EF4-FFF2-40B4-BE49-F238E27FC236}">
                  <a16:creationId xmlns:a16="http://schemas.microsoft.com/office/drawing/2014/main" id="{5AD36017-9DFF-602B-3708-C3A028022B1E}"/>
                </a:ext>
              </a:extLst>
            </p:cNvPr>
            <p:cNvGrpSpPr/>
            <p:nvPr/>
          </p:nvGrpSpPr>
          <p:grpSpPr>
            <a:xfrm rot="10800000">
              <a:off x="-1720125" y="4987812"/>
              <a:ext cx="4629584" cy="2788981"/>
              <a:chOff x="-324210" y="4706992"/>
              <a:chExt cx="4629584" cy="2788981"/>
            </a:xfrm>
          </p:grpSpPr>
          <p:sp>
            <p:nvSpPr>
              <p:cNvPr id="293" name="Ellipse 292">
                <a:extLst>
                  <a:ext uri="{FF2B5EF4-FFF2-40B4-BE49-F238E27FC236}">
                    <a16:creationId xmlns:a16="http://schemas.microsoft.com/office/drawing/2014/main" id="{6A691841-95E7-D399-8FDC-B344B950C813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4" name="Ellipse 293">
                <a:extLst>
                  <a:ext uri="{FF2B5EF4-FFF2-40B4-BE49-F238E27FC236}">
                    <a16:creationId xmlns:a16="http://schemas.microsoft.com/office/drawing/2014/main" id="{3DF1EF7A-F19E-B98B-7FD7-053C0951D194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5" name="Ellipse 294">
                <a:extLst>
                  <a:ext uri="{FF2B5EF4-FFF2-40B4-BE49-F238E27FC236}">
                    <a16:creationId xmlns:a16="http://schemas.microsoft.com/office/drawing/2014/main" id="{B39A233B-C7D0-2D48-0E99-198B6481FD68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6" name="Ellipse 295">
                <a:extLst>
                  <a:ext uri="{FF2B5EF4-FFF2-40B4-BE49-F238E27FC236}">
                    <a16:creationId xmlns:a16="http://schemas.microsoft.com/office/drawing/2014/main" id="{9520E17C-7B04-D1ED-1711-365454B1BD8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7" name="Ellipse 296">
                <a:extLst>
                  <a:ext uri="{FF2B5EF4-FFF2-40B4-BE49-F238E27FC236}">
                    <a16:creationId xmlns:a16="http://schemas.microsoft.com/office/drawing/2014/main" id="{9030FCB1-3930-08CF-9153-8A9F9BB79BD4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8" name="Ellipse 297">
                <a:extLst>
                  <a:ext uri="{FF2B5EF4-FFF2-40B4-BE49-F238E27FC236}">
                    <a16:creationId xmlns:a16="http://schemas.microsoft.com/office/drawing/2014/main" id="{D33CEAF7-8E68-51F3-FA35-1D11743791ED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99" name="Ellipse 298">
                <a:extLst>
                  <a:ext uri="{FF2B5EF4-FFF2-40B4-BE49-F238E27FC236}">
                    <a16:creationId xmlns:a16="http://schemas.microsoft.com/office/drawing/2014/main" id="{40CB7E9D-BA46-9E23-DE45-B7927641BE0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0" name="Ellipse 299">
                <a:extLst>
                  <a:ext uri="{FF2B5EF4-FFF2-40B4-BE49-F238E27FC236}">
                    <a16:creationId xmlns:a16="http://schemas.microsoft.com/office/drawing/2014/main" id="{FD6F0B3F-2CBE-E163-3E65-7D50A9659A0A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1" name="Ellipse 300">
                <a:extLst>
                  <a:ext uri="{FF2B5EF4-FFF2-40B4-BE49-F238E27FC236}">
                    <a16:creationId xmlns:a16="http://schemas.microsoft.com/office/drawing/2014/main" id="{97ED4B6C-6D8E-7F1F-41FB-46D0C094F1E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2" name="Ellipse 301">
                <a:extLst>
                  <a:ext uri="{FF2B5EF4-FFF2-40B4-BE49-F238E27FC236}">
                    <a16:creationId xmlns:a16="http://schemas.microsoft.com/office/drawing/2014/main" id="{E3D32D63-D3F6-189C-B890-048292EA859C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3" name="Ellipse 302">
                <a:extLst>
                  <a:ext uri="{FF2B5EF4-FFF2-40B4-BE49-F238E27FC236}">
                    <a16:creationId xmlns:a16="http://schemas.microsoft.com/office/drawing/2014/main" id="{028FF8CE-6009-77A6-7D6A-B7E399B3F736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4" name="Ellipse 303">
                <a:extLst>
                  <a:ext uri="{FF2B5EF4-FFF2-40B4-BE49-F238E27FC236}">
                    <a16:creationId xmlns:a16="http://schemas.microsoft.com/office/drawing/2014/main" id="{41410EA5-A2AB-4B5B-3B9C-0A5B3D1D3F6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5" name="Ellipse 304">
                <a:extLst>
                  <a:ext uri="{FF2B5EF4-FFF2-40B4-BE49-F238E27FC236}">
                    <a16:creationId xmlns:a16="http://schemas.microsoft.com/office/drawing/2014/main" id="{68946DDF-A85E-6A6F-C0A5-7A1565DBCA12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6" name="Ellipse 305">
                <a:extLst>
                  <a:ext uri="{FF2B5EF4-FFF2-40B4-BE49-F238E27FC236}">
                    <a16:creationId xmlns:a16="http://schemas.microsoft.com/office/drawing/2014/main" id="{9AA26EC9-83DD-EE81-1518-AD83FA7B64F7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7" name="Ellipse 306">
                <a:extLst>
                  <a:ext uri="{FF2B5EF4-FFF2-40B4-BE49-F238E27FC236}">
                    <a16:creationId xmlns:a16="http://schemas.microsoft.com/office/drawing/2014/main" id="{3355C62B-5FD1-2BF1-C8A9-7EEC8828C412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8" name="Ellipse 307">
                <a:extLst>
                  <a:ext uri="{FF2B5EF4-FFF2-40B4-BE49-F238E27FC236}">
                    <a16:creationId xmlns:a16="http://schemas.microsoft.com/office/drawing/2014/main" id="{2E1F5182-530A-D3E1-D20F-4DD88E6E7F6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09" name="Ellipse 308">
                <a:extLst>
                  <a:ext uri="{FF2B5EF4-FFF2-40B4-BE49-F238E27FC236}">
                    <a16:creationId xmlns:a16="http://schemas.microsoft.com/office/drawing/2014/main" id="{8381269D-8E0D-78D0-5943-E8BF864AD2EE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0" name="Ellipse 309">
                <a:extLst>
                  <a:ext uri="{FF2B5EF4-FFF2-40B4-BE49-F238E27FC236}">
                    <a16:creationId xmlns:a16="http://schemas.microsoft.com/office/drawing/2014/main" id="{9D3ED30E-4210-CAA4-DE56-DC78A3B8BEFA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1" name="Ellipse 310">
                <a:extLst>
                  <a:ext uri="{FF2B5EF4-FFF2-40B4-BE49-F238E27FC236}">
                    <a16:creationId xmlns:a16="http://schemas.microsoft.com/office/drawing/2014/main" id="{BEC665D7-E531-D4CD-3DC4-ED95A9126E65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2" name="Ellipse 311">
                <a:extLst>
                  <a:ext uri="{FF2B5EF4-FFF2-40B4-BE49-F238E27FC236}">
                    <a16:creationId xmlns:a16="http://schemas.microsoft.com/office/drawing/2014/main" id="{3769AA85-64A2-28AB-65DD-B82CE9416628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3" name="Ellipse 312">
                <a:extLst>
                  <a:ext uri="{FF2B5EF4-FFF2-40B4-BE49-F238E27FC236}">
                    <a16:creationId xmlns:a16="http://schemas.microsoft.com/office/drawing/2014/main" id="{D928BA3F-41A3-9F92-344E-4FA871551327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4" name="Ellipse 313">
                <a:extLst>
                  <a:ext uri="{FF2B5EF4-FFF2-40B4-BE49-F238E27FC236}">
                    <a16:creationId xmlns:a16="http://schemas.microsoft.com/office/drawing/2014/main" id="{E5BDDA88-38B5-31BE-FC9B-1A8E38162A50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5" name="Ellipse 314">
                <a:extLst>
                  <a:ext uri="{FF2B5EF4-FFF2-40B4-BE49-F238E27FC236}">
                    <a16:creationId xmlns:a16="http://schemas.microsoft.com/office/drawing/2014/main" id="{ADD5E451-E460-63DB-FF1B-004C5ACF7B3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6" name="Ellipse 315">
                <a:extLst>
                  <a:ext uri="{FF2B5EF4-FFF2-40B4-BE49-F238E27FC236}">
                    <a16:creationId xmlns:a16="http://schemas.microsoft.com/office/drawing/2014/main" id="{B4DB49DC-893A-A03A-3E40-64444B47406D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7" name="Ellipse 316">
                <a:extLst>
                  <a:ext uri="{FF2B5EF4-FFF2-40B4-BE49-F238E27FC236}">
                    <a16:creationId xmlns:a16="http://schemas.microsoft.com/office/drawing/2014/main" id="{2EC05E96-8A37-02CC-7D92-EB0D444C043A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8" name="Ellipse 317">
                <a:extLst>
                  <a:ext uri="{FF2B5EF4-FFF2-40B4-BE49-F238E27FC236}">
                    <a16:creationId xmlns:a16="http://schemas.microsoft.com/office/drawing/2014/main" id="{04880C67-0678-F3D6-4944-BC948CE16EC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19" name="Ellipse 318">
                <a:extLst>
                  <a:ext uri="{FF2B5EF4-FFF2-40B4-BE49-F238E27FC236}">
                    <a16:creationId xmlns:a16="http://schemas.microsoft.com/office/drawing/2014/main" id="{A1187A33-9950-BBC8-3311-5CBA5EECB9DD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0" name="Ellipse 319">
                <a:extLst>
                  <a:ext uri="{FF2B5EF4-FFF2-40B4-BE49-F238E27FC236}">
                    <a16:creationId xmlns:a16="http://schemas.microsoft.com/office/drawing/2014/main" id="{4C6EC1D3-41DD-F0D8-28E9-72CA57DE2C73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21" name="Gruppieren 320">
              <a:extLst>
                <a:ext uri="{FF2B5EF4-FFF2-40B4-BE49-F238E27FC236}">
                  <a16:creationId xmlns:a16="http://schemas.microsoft.com/office/drawing/2014/main" id="{246ED9B0-5B5E-719B-ADFB-2947E7B2A9C5}"/>
                </a:ext>
              </a:extLst>
            </p:cNvPr>
            <p:cNvGrpSpPr/>
            <p:nvPr/>
          </p:nvGrpSpPr>
          <p:grpSpPr>
            <a:xfrm rot="10800000">
              <a:off x="-545963" y="3595052"/>
              <a:ext cx="4629584" cy="2788981"/>
              <a:chOff x="-324210" y="4706992"/>
              <a:chExt cx="4629584" cy="2788981"/>
            </a:xfrm>
          </p:grpSpPr>
          <p:sp>
            <p:nvSpPr>
              <p:cNvPr id="322" name="Ellipse 321">
                <a:extLst>
                  <a:ext uri="{FF2B5EF4-FFF2-40B4-BE49-F238E27FC236}">
                    <a16:creationId xmlns:a16="http://schemas.microsoft.com/office/drawing/2014/main" id="{AC7994E6-895D-DC18-BB1E-36D3F83375E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3" name="Ellipse 322">
                <a:extLst>
                  <a:ext uri="{FF2B5EF4-FFF2-40B4-BE49-F238E27FC236}">
                    <a16:creationId xmlns:a16="http://schemas.microsoft.com/office/drawing/2014/main" id="{E9A64DF2-85B8-DEA7-4B56-B0E845658CA7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4" name="Ellipse 323">
                <a:extLst>
                  <a:ext uri="{FF2B5EF4-FFF2-40B4-BE49-F238E27FC236}">
                    <a16:creationId xmlns:a16="http://schemas.microsoft.com/office/drawing/2014/main" id="{8AD60B23-E0A7-7354-E6BF-124EED3A9D3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5" name="Ellipse 324">
                <a:extLst>
                  <a:ext uri="{FF2B5EF4-FFF2-40B4-BE49-F238E27FC236}">
                    <a16:creationId xmlns:a16="http://schemas.microsoft.com/office/drawing/2014/main" id="{7C37D063-EEA0-E4E2-A69D-D4BEAA9F844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6" name="Ellipse 325">
                <a:extLst>
                  <a:ext uri="{FF2B5EF4-FFF2-40B4-BE49-F238E27FC236}">
                    <a16:creationId xmlns:a16="http://schemas.microsoft.com/office/drawing/2014/main" id="{026E8DCA-E88B-A0B9-A8E9-55E3226FB3D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7" name="Ellipse 326">
                <a:extLst>
                  <a:ext uri="{FF2B5EF4-FFF2-40B4-BE49-F238E27FC236}">
                    <a16:creationId xmlns:a16="http://schemas.microsoft.com/office/drawing/2014/main" id="{4E8865CE-2D4A-77EE-7FB4-380596CAACFB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8" name="Ellipse 327">
                <a:extLst>
                  <a:ext uri="{FF2B5EF4-FFF2-40B4-BE49-F238E27FC236}">
                    <a16:creationId xmlns:a16="http://schemas.microsoft.com/office/drawing/2014/main" id="{D4B98B52-2A3F-A3D5-3710-FF35D5A94721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9" name="Ellipse 328">
                <a:extLst>
                  <a:ext uri="{FF2B5EF4-FFF2-40B4-BE49-F238E27FC236}">
                    <a16:creationId xmlns:a16="http://schemas.microsoft.com/office/drawing/2014/main" id="{640D08E2-900F-9422-AB6D-8CCE63963626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0" name="Ellipse 329">
                <a:extLst>
                  <a:ext uri="{FF2B5EF4-FFF2-40B4-BE49-F238E27FC236}">
                    <a16:creationId xmlns:a16="http://schemas.microsoft.com/office/drawing/2014/main" id="{3CAF9A20-229A-6E81-A385-83A4914EB7A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1" name="Ellipse 330">
                <a:extLst>
                  <a:ext uri="{FF2B5EF4-FFF2-40B4-BE49-F238E27FC236}">
                    <a16:creationId xmlns:a16="http://schemas.microsoft.com/office/drawing/2014/main" id="{A0546622-4075-EC74-E198-36D84D328886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2" name="Ellipse 331">
                <a:extLst>
                  <a:ext uri="{FF2B5EF4-FFF2-40B4-BE49-F238E27FC236}">
                    <a16:creationId xmlns:a16="http://schemas.microsoft.com/office/drawing/2014/main" id="{570B19B2-1519-629D-CF61-637B6E68368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3" name="Ellipse 332">
                <a:extLst>
                  <a:ext uri="{FF2B5EF4-FFF2-40B4-BE49-F238E27FC236}">
                    <a16:creationId xmlns:a16="http://schemas.microsoft.com/office/drawing/2014/main" id="{8DAC8E9C-8BCB-5D94-6629-5B1668EB6C36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4" name="Ellipse 333">
                <a:extLst>
                  <a:ext uri="{FF2B5EF4-FFF2-40B4-BE49-F238E27FC236}">
                    <a16:creationId xmlns:a16="http://schemas.microsoft.com/office/drawing/2014/main" id="{064490D1-0FDA-DA2F-F7D2-9F1DA445A89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5" name="Ellipse 334">
                <a:extLst>
                  <a:ext uri="{FF2B5EF4-FFF2-40B4-BE49-F238E27FC236}">
                    <a16:creationId xmlns:a16="http://schemas.microsoft.com/office/drawing/2014/main" id="{1016CA08-ACDF-AF66-433E-F5647B95E5E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6" name="Ellipse 335">
                <a:extLst>
                  <a:ext uri="{FF2B5EF4-FFF2-40B4-BE49-F238E27FC236}">
                    <a16:creationId xmlns:a16="http://schemas.microsoft.com/office/drawing/2014/main" id="{835E0C87-3A23-CAB0-D2F6-461861449878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7" name="Ellipse 336">
                <a:extLst>
                  <a:ext uri="{FF2B5EF4-FFF2-40B4-BE49-F238E27FC236}">
                    <a16:creationId xmlns:a16="http://schemas.microsoft.com/office/drawing/2014/main" id="{870FCDA2-E166-D1D0-5DAE-7D3E3B0334B3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8" name="Ellipse 337">
                <a:extLst>
                  <a:ext uri="{FF2B5EF4-FFF2-40B4-BE49-F238E27FC236}">
                    <a16:creationId xmlns:a16="http://schemas.microsoft.com/office/drawing/2014/main" id="{8EA6FC0B-0270-34D5-CDFA-0890B69F5399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9" name="Ellipse 338">
                <a:extLst>
                  <a:ext uri="{FF2B5EF4-FFF2-40B4-BE49-F238E27FC236}">
                    <a16:creationId xmlns:a16="http://schemas.microsoft.com/office/drawing/2014/main" id="{16C3B7F3-FDF5-855E-961B-72FA910D1ECB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0" name="Ellipse 339">
                <a:extLst>
                  <a:ext uri="{FF2B5EF4-FFF2-40B4-BE49-F238E27FC236}">
                    <a16:creationId xmlns:a16="http://schemas.microsoft.com/office/drawing/2014/main" id="{4A8B15E5-0054-3E23-F498-2F85D7EF77BA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1" name="Ellipse 340">
                <a:extLst>
                  <a:ext uri="{FF2B5EF4-FFF2-40B4-BE49-F238E27FC236}">
                    <a16:creationId xmlns:a16="http://schemas.microsoft.com/office/drawing/2014/main" id="{B36B6F7E-9B6C-59CD-6F1B-B33CBD245FCE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2" name="Ellipse 341">
                <a:extLst>
                  <a:ext uri="{FF2B5EF4-FFF2-40B4-BE49-F238E27FC236}">
                    <a16:creationId xmlns:a16="http://schemas.microsoft.com/office/drawing/2014/main" id="{8054A7AC-E363-207F-E884-84C5767E865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3" name="Ellipse 342">
                <a:extLst>
                  <a:ext uri="{FF2B5EF4-FFF2-40B4-BE49-F238E27FC236}">
                    <a16:creationId xmlns:a16="http://schemas.microsoft.com/office/drawing/2014/main" id="{C6F019D3-E9C1-49CE-0307-FF77120361AE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4" name="Ellipse 343">
                <a:extLst>
                  <a:ext uri="{FF2B5EF4-FFF2-40B4-BE49-F238E27FC236}">
                    <a16:creationId xmlns:a16="http://schemas.microsoft.com/office/drawing/2014/main" id="{7E29B9DF-2F80-E427-436F-230034EC266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5" name="Ellipse 344">
                <a:extLst>
                  <a:ext uri="{FF2B5EF4-FFF2-40B4-BE49-F238E27FC236}">
                    <a16:creationId xmlns:a16="http://schemas.microsoft.com/office/drawing/2014/main" id="{761AAEAD-ED05-F854-188F-BBC990A4185F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6" name="Ellipse 345">
                <a:extLst>
                  <a:ext uri="{FF2B5EF4-FFF2-40B4-BE49-F238E27FC236}">
                    <a16:creationId xmlns:a16="http://schemas.microsoft.com/office/drawing/2014/main" id="{29676541-512D-2B15-58CB-180A9255350C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7" name="Ellipse 346">
                <a:extLst>
                  <a:ext uri="{FF2B5EF4-FFF2-40B4-BE49-F238E27FC236}">
                    <a16:creationId xmlns:a16="http://schemas.microsoft.com/office/drawing/2014/main" id="{5D1E2602-797B-07CC-9A21-9B8A83CC8ABE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8" name="Ellipse 347">
                <a:extLst>
                  <a:ext uri="{FF2B5EF4-FFF2-40B4-BE49-F238E27FC236}">
                    <a16:creationId xmlns:a16="http://schemas.microsoft.com/office/drawing/2014/main" id="{4FE6193F-70A1-7F48-E8CC-497A16279A3A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9" name="Ellipse 348">
                <a:extLst>
                  <a:ext uri="{FF2B5EF4-FFF2-40B4-BE49-F238E27FC236}">
                    <a16:creationId xmlns:a16="http://schemas.microsoft.com/office/drawing/2014/main" id="{34233697-BAED-0302-7C9B-95FA75C24D6B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350" name="Gruppieren 349">
              <a:extLst>
                <a:ext uri="{FF2B5EF4-FFF2-40B4-BE49-F238E27FC236}">
                  <a16:creationId xmlns:a16="http://schemas.microsoft.com/office/drawing/2014/main" id="{CD27D02D-BC14-0D78-10AF-5A65B97817D4}"/>
                </a:ext>
              </a:extLst>
            </p:cNvPr>
            <p:cNvGrpSpPr/>
            <p:nvPr/>
          </p:nvGrpSpPr>
          <p:grpSpPr>
            <a:xfrm rot="17100000">
              <a:off x="-1450917" y="1433821"/>
              <a:ext cx="2953403" cy="2665423"/>
              <a:chOff x="9535110" y="4663981"/>
              <a:chExt cx="2953403" cy="2665423"/>
            </a:xfrm>
          </p:grpSpPr>
          <p:sp>
            <p:nvSpPr>
              <p:cNvPr id="351" name="Ellipse 350">
                <a:extLst>
                  <a:ext uri="{FF2B5EF4-FFF2-40B4-BE49-F238E27FC236}">
                    <a16:creationId xmlns:a16="http://schemas.microsoft.com/office/drawing/2014/main" id="{53984710-A21E-D1DA-FBB1-003A8D1451A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2" name="Ellipse 351">
                <a:extLst>
                  <a:ext uri="{FF2B5EF4-FFF2-40B4-BE49-F238E27FC236}">
                    <a16:creationId xmlns:a16="http://schemas.microsoft.com/office/drawing/2014/main" id="{288C8D39-E01B-C4B6-8F36-747A0C29C95C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3" name="Ellipse 352">
                <a:extLst>
                  <a:ext uri="{FF2B5EF4-FFF2-40B4-BE49-F238E27FC236}">
                    <a16:creationId xmlns:a16="http://schemas.microsoft.com/office/drawing/2014/main" id="{35BC45BF-3D11-0498-E0C1-14AD3925C529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4" name="Ellipse 353">
                <a:extLst>
                  <a:ext uri="{FF2B5EF4-FFF2-40B4-BE49-F238E27FC236}">
                    <a16:creationId xmlns:a16="http://schemas.microsoft.com/office/drawing/2014/main" id="{5E1A0CD6-8DBD-F588-FB7E-17739CDCAA15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5" name="Ellipse 354">
                <a:extLst>
                  <a:ext uri="{FF2B5EF4-FFF2-40B4-BE49-F238E27FC236}">
                    <a16:creationId xmlns:a16="http://schemas.microsoft.com/office/drawing/2014/main" id="{FA1F0E5C-AF07-1401-EB38-A26535B6799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6" name="Ellipse 355">
                <a:extLst>
                  <a:ext uri="{FF2B5EF4-FFF2-40B4-BE49-F238E27FC236}">
                    <a16:creationId xmlns:a16="http://schemas.microsoft.com/office/drawing/2014/main" id="{4CCD689D-9C4F-441E-852A-91B84C4017E8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7" name="Ellipse 356">
                <a:extLst>
                  <a:ext uri="{FF2B5EF4-FFF2-40B4-BE49-F238E27FC236}">
                    <a16:creationId xmlns:a16="http://schemas.microsoft.com/office/drawing/2014/main" id="{42A1152F-5B3C-94F4-F048-06404E474905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8" name="Ellipse 357">
                <a:extLst>
                  <a:ext uri="{FF2B5EF4-FFF2-40B4-BE49-F238E27FC236}">
                    <a16:creationId xmlns:a16="http://schemas.microsoft.com/office/drawing/2014/main" id="{D5E6425F-345E-0657-C01E-B658EE904B9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9" name="Ellipse 358">
                <a:extLst>
                  <a:ext uri="{FF2B5EF4-FFF2-40B4-BE49-F238E27FC236}">
                    <a16:creationId xmlns:a16="http://schemas.microsoft.com/office/drawing/2014/main" id="{069D70BF-CFE1-A14C-6F54-6CD8773A8830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0" name="Ellipse 359">
                <a:extLst>
                  <a:ext uri="{FF2B5EF4-FFF2-40B4-BE49-F238E27FC236}">
                    <a16:creationId xmlns:a16="http://schemas.microsoft.com/office/drawing/2014/main" id="{326D6F07-73B2-B201-FC31-C4FB85C43B20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1" name="Ellipse 360">
                <a:extLst>
                  <a:ext uri="{FF2B5EF4-FFF2-40B4-BE49-F238E27FC236}">
                    <a16:creationId xmlns:a16="http://schemas.microsoft.com/office/drawing/2014/main" id="{4C37E498-04AA-2A1A-F955-D0B6D67ED0C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2" name="Ellipse 361">
                <a:extLst>
                  <a:ext uri="{FF2B5EF4-FFF2-40B4-BE49-F238E27FC236}">
                    <a16:creationId xmlns:a16="http://schemas.microsoft.com/office/drawing/2014/main" id="{427D0F55-641D-46EE-8980-990309739C3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3" name="Ellipse 362">
                <a:extLst>
                  <a:ext uri="{FF2B5EF4-FFF2-40B4-BE49-F238E27FC236}">
                    <a16:creationId xmlns:a16="http://schemas.microsoft.com/office/drawing/2014/main" id="{2D773D6D-8E0D-BDBA-A9CF-950C8E8C158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4" name="Ellipse 363">
                <a:extLst>
                  <a:ext uri="{FF2B5EF4-FFF2-40B4-BE49-F238E27FC236}">
                    <a16:creationId xmlns:a16="http://schemas.microsoft.com/office/drawing/2014/main" id="{00FC9E7C-522C-DA03-8E87-2A8BE66C59AB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5" name="Ellipse 364">
                <a:extLst>
                  <a:ext uri="{FF2B5EF4-FFF2-40B4-BE49-F238E27FC236}">
                    <a16:creationId xmlns:a16="http://schemas.microsoft.com/office/drawing/2014/main" id="{DC2F8014-3C7A-1A0D-77A2-84E7FAEBEE64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6" name="Ellipse 365">
                <a:extLst>
                  <a:ext uri="{FF2B5EF4-FFF2-40B4-BE49-F238E27FC236}">
                    <a16:creationId xmlns:a16="http://schemas.microsoft.com/office/drawing/2014/main" id="{DF540E23-77B1-1131-90C8-AC493E4ABC3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7" name="Ellipse 366">
                <a:extLst>
                  <a:ext uri="{FF2B5EF4-FFF2-40B4-BE49-F238E27FC236}">
                    <a16:creationId xmlns:a16="http://schemas.microsoft.com/office/drawing/2014/main" id="{015B1647-5BDA-175A-B7FC-3A5F29AE8DC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8" name="Ellipse 367">
                <a:extLst>
                  <a:ext uri="{FF2B5EF4-FFF2-40B4-BE49-F238E27FC236}">
                    <a16:creationId xmlns:a16="http://schemas.microsoft.com/office/drawing/2014/main" id="{8039B0AD-F627-55E9-35EF-3CC580A26115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9" name="Ellipse 368">
                <a:extLst>
                  <a:ext uri="{FF2B5EF4-FFF2-40B4-BE49-F238E27FC236}">
                    <a16:creationId xmlns:a16="http://schemas.microsoft.com/office/drawing/2014/main" id="{494570F3-8020-69A2-D0CD-2B78DC9A94AA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0" name="Ellipse 369">
                <a:extLst>
                  <a:ext uri="{FF2B5EF4-FFF2-40B4-BE49-F238E27FC236}">
                    <a16:creationId xmlns:a16="http://schemas.microsoft.com/office/drawing/2014/main" id="{E205B23A-80F5-DA4A-0AEA-94578A3634BE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1" name="Ellipse 370">
                <a:extLst>
                  <a:ext uri="{FF2B5EF4-FFF2-40B4-BE49-F238E27FC236}">
                    <a16:creationId xmlns:a16="http://schemas.microsoft.com/office/drawing/2014/main" id="{AA0E84F0-0C24-05E7-0B3A-C5093AB8C6FB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2" name="Ellipse 371">
                <a:extLst>
                  <a:ext uri="{FF2B5EF4-FFF2-40B4-BE49-F238E27FC236}">
                    <a16:creationId xmlns:a16="http://schemas.microsoft.com/office/drawing/2014/main" id="{C195F2D7-671C-8488-7043-D4FD5D099C5C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3" name="Ellipse 372">
                <a:extLst>
                  <a:ext uri="{FF2B5EF4-FFF2-40B4-BE49-F238E27FC236}">
                    <a16:creationId xmlns:a16="http://schemas.microsoft.com/office/drawing/2014/main" id="{31E44528-38E9-BD28-8259-13A94D5A58B2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4" name="Ellipse 373">
                <a:extLst>
                  <a:ext uri="{FF2B5EF4-FFF2-40B4-BE49-F238E27FC236}">
                    <a16:creationId xmlns:a16="http://schemas.microsoft.com/office/drawing/2014/main" id="{2FD295AD-C3D1-559D-4522-92E2BDF59C0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5" name="Ellipse 374">
                <a:extLst>
                  <a:ext uri="{FF2B5EF4-FFF2-40B4-BE49-F238E27FC236}">
                    <a16:creationId xmlns:a16="http://schemas.microsoft.com/office/drawing/2014/main" id="{9F7D0E09-0EDA-BC80-6AA2-18B38F9651AC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376" name="Ellipse 375">
              <a:extLst>
                <a:ext uri="{FF2B5EF4-FFF2-40B4-BE49-F238E27FC236}">
                  <a16:creationId xmlns:a16="http://schemas.microsoft.com/office/drawing/2014/main" id="{13464985-27E2-6E54-7218-53C49EEB4E1C}"/>
                </a:ext>
              </a:extLst>
            </p:cNvPr>
            <p:cNvSpPr/>
            <p:nvPr/>
          </p:nvSpPr>
          <p:spPr>
            <a:xfrm rot="4912871">
              <a:off x="6965344" y="471202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7" name="Ellipse 376">
              <a:extLst>
                <a:ext uri="{FF2B5EF4-FFF2-40B4-BE49-F238E27FC236}">
                  <a16:creationId xmlns:a16="http://schemas.microsoft.com/office/drawing/2014/main" id="{E6327220-8381-DADA-C4C2-E1DC9E82C96E}"/>
                </a:ext>
              </a:extLst>
            </p:cNvPr>
            <p:cNvSpPr/>
            <p:nvPr/>
          </p:nvSpPr>
          <p:spPr>
            <a:xfrm rot="4912871">
              <a:off x="6947982" y="50754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8" name="Ellipse 377">
              <a:extLst>
                <a:ext uri="{FF2B5EF4-FFF2-40B4-BE49-F238E27FC236}">
                  <a16:creationId xmlns:a16="http://schemas.microsoft.com/office/drawing/2014/main" id="{DD84090E-1C00-1E86-C94D-F4A59411A452}"/>
                </a:ext>
              </a:extLst>
            </p:cNvPr>
            <p:cNvSpPr/>
            <p:nvPr/>
          </p:nvSpPr>
          <p:spPr>
            <a:xfrm rot="4912871">
              <a:off x="7139311" y="539426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79" name="Ellipse 378">
              <a:extLst>
                <a:ext uri="{FF2B5EF4-FFF2-40B4-BE49-F238E27FC236}">
                  <a16:creationId xmlns:a16="http://schemas.microsoft.com/office/drawing/2014/main" id="{67045E93-A97C-D1D9-161A-896196F3B9B0}"/>
                </a:ext>
              </a:extLst>
            </p:cNvPr>
            <p:cNvSpPr/>
            <p:nvPr/>
          </p:nvSpPr>
          <p:spPr>
            <a:xfrm rot="4912871">
              <a:off x="7075894" y="440474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0" name="Ellipse 379">
              <a:extLst>
                <a:ext uri="{FF2B5EF4-FFF2-40B4-BE49-F238E27FC236}">
                  <a16:creationId xmlns:a16="http://schemas.microsoft.com/office/drawing/2014/main" id="{F136802F-DB56-B9D2-2130-D93773C7C5AA}"/>
                </a:ext>
              </a:extLst>
            </p:cNvPr>
            <p:cNvSpPr/>
            <p:nvPr/>
          </p:nvSpPr>
          <p:spPr>
            <a:xfrm rot="4912871">
              <a:off x="7247412" y="458007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1" name="Ellipse 380">
              <a:extLst>
                <a:ext uri="{FF2B5EF4-FFF2-40B4-BE49-F238E27FC236}">
                  <a16:creationId xmlns:a16="http://schemas.microsoft.com/office/drawing/2014/main" id="{30A0ADF6-ED9B-4033-03B5-7674898C83BD}"/>
                </a:ext>
              </a:extLst>
            </p:cNvPr>
            <p:cNvSpPr/>
            <p:nvPr/>
          </p:nvSpPr>
          <p:spPr>
            <a:xfrm rot="4912871">
              <a:off x="7209735" y="483800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2" name="Ellipse 381">
              <a:extLst>
                <a:ext uri="{FF2B5EF4-FFF2-40B4-BE49-F238E27FC236}">
                  <a16:creationId xmlns:a16="http://schemas.microsoft.com/office/drawing/2014/main" id="{CFE34E30-6B53-1001-FC09-6D9AF5EABE52}"/>
                </a:ext>
              </a:extLst>
            </p:cNvPr>
            <p:cNvSpPr/>
            <p:nvPr/>
          </p:nvSpPr>
          <p:spPr>
            <a:xfrm rot="4912871">
              <a:off x="7570950" y="54955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3" name="Ellipse 382">
              <a:extLst>
                <a:ext uri="{FF2B5EF4-FFF2-40B4-BE49-F238E27FC236}">
                  <a16:creationId xmlns:a16="http://schemas.microsoft.com/office/drawing/2014/main" id="{40ED8570-5137-A44C-4D50-99AFDF12B16E}"/>
                </a:ext>
              </a:extLst>
            </p:cNvPr>
            <p:cNvSpPr/>
            <p:nvPr/>
          </p:nvSpPr>
          <p:spPr>
            <a:xfrm rot="4912871">
              <a:off x="7635463" y="43875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04E99E9C-51F8-3AED-FD78-D24E0A4611D9}"/>
                </a:ext>
              </a:extLst>
            </p:cNvPr>
            <p:cNvSpPr/>
            <p:nvPr/>
          </p:nvSpPr>
          <p:spPr>
            <a:xfrm rot="4912871">
              <a:off x="7535850" y="506711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5" name="Ellipse 384">
              <a:extLst>
                <a:ext uri="{FF2B5EF4-FFF2-40B4-BE49-F238E27FC236}">
                  <a16:creationId xmlns:a16="http://schemas.microsoft.com/office/drawing/2014/main" id="{68D8F4D7-AA85-AD89-C8D8-55EE897355A8}"/>
                </a:ext>
              </a:extLst>
            </p:cNvPr>
            <p:cNvSpPr/>
            <p:nvPr/>
          </p:nvSpPr>
          <p:spPr>
            <a:xfrm rot="4912871">
              <a:off x="7779617" y="478838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6" name="Ellipse 385">
              <a:extLst>
                <a:ext uri="{FF2B5EF4-FFF2-40B4-BE49-F238E27FC236}">
                  <a16:creationId xmlns:a16="http://schemas.microsoft.com/office/drawing/2014/main" id="{5BBFFF11-8842-A149-35B7-C54BE554A8F4}"/>
                </a:ext>
              </a:extLst>
            </p:cNvPr>
            <p:cNvSpPr/>
            <p:nvPr/>
          </p:nvSpPr>
          <p:spPr>
            <a:xfrm rot="4912871">
              <a:off x="5078859" y="407548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7" name="Ellipse 386">
              <a:extLst>
                <a:ext uri="{FF2B5EF4-FFF2-40B4-BE49-F238E27FC236}">
                  <a16:creationId xmlns:a16="http://schemas.microsoft.com/office/drawing/2014/main" id="{A781A794-B936-E721-A810-C4B8C6B395BC}"/>
                </a:ext>
              </a:extLst>
            </p:cNvPr>
            <p:cNvSpPr/>
            <p:nvPr/>
          </p:nvSpPr>
          <p:spPr>
            <a:xfrm rot="4912871">
              <a:off x="7967198" y="552002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8" name="Ellipse 387">
              <a:extLst>
                <a:ext uri="{FF2B5EF4-FFF2-40B4-BE49-F238E27FC236}">
                  <a16:creationId xmlns:a16="http://schemas.microsoft.com/office/drawing/2014/main" id="{77F0201E-90CE-6997-7B91-F3912B3717BE}"/>
                </a:ext>
              </a:extLst>
            </p:cNvPr>
            <p:cNvSpPr/>
            <p:nvPr/>
          </p:nvSpPr>
          <p:spPr>
            <a:xfrm rot="4912871">
              <a:off x="8019234" y="522950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89" name="Ellipse 388">
              <a:extLst>
                <a:ext uri="{FF2B5EF4-FFF2-40B4-BE49-F238E27FC236}">
                  <a16:creationId xmlns:a16="http://schemas.microsoft.com/office/drawing/2014/main" id="{5FB476F8-926D-2164-D2BF-2012683ED749}"/>
                </a:ext>
              </a:extLst>
            </p:cNvPr>
            <p:cNvSpPr/>
            <p:nvPr/>
          </p:nvSpPr>
          <p:spPr>
            <a:xfrm rot="4912871">
              <a:off x="8215997" y="487645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0" name="Ellipse 389">
              <a:extLst>
                <a:ext uri="{FF2B5EF4-FFF2-40B4-BE49-F238E27FC236}">
                  <a16:creationId xmlns:a16="http://schemas.microsoft.com/office/drawing/2014/main" id="{6E3E3D4F-7A7A-2D04-4A43-94A1ADA223E8}"/>
                </a:ext>
              </a:extLst>
            </p:cNvPr>
            <p:cNvSpPr/>
            <p:nvPr/>
          </p:nvSpPr>
          <p:spPr>
            <a:xfrm rot="4912871">
              <a:off x="8210241" y="438678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1" name="Ellipse 390">
              <a:extLst>
                <a:ext uri="{FF2B5EF4-FFF2-40B4-BE49-F238E27FC236}">
                  <a16:creationId xmlns:a16="http://schemas.microsoft.com/office/drawing/2014/main" id="{8D650725-6DC0-B83A-64DA-DAEB7620598E}"/>
                </a:ext>
              </a:extLst>
            </p:cNvPr>
            <p:cNvSpPr/>
            <p:nvPr/>
          </p:nvSpPr>
          <p:spPr>
            <a:xfrm rot="4912871">
              <a:off x="8455278" y="404783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2" name="Ellipse 391">
              <a:extLst>
                <a:ext uri="{FF2B5EF4-FFF2-40B4-BE49-F238E27FC236}">
                  <a16:creationId xmlns:a16="http://schemas.microsoft.com/office/drawing/2014/main" id="{1DD084FD-B8E7-892F-8B98-8F672F0CD7B6}"/>
                </a:ext>
              </a:extLst>
            </p:cNvPr>
            <p:cNvSpPr/>
            <p:nvPr/>
          </p:nvSpPr>
          <p:spPr>
            <a:xfrm rot="4912871">
              <a:off x="8597337" y="444364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3" name="Ellipse 392">
              <a:extLst>
                <a:ext uri="{FF2B5EF4-FFF2-40B4-BE49-F238E27FC236}">
                  <a16:creationId xmlns:a16="http://schemas.microsoft.com/office/drawing/2014/main" id="{34EA7519-5369-5289-50FA-20C21C5DA5E7}"/>
                </a:ext>
              </a:extLst>
            </p:cNvPr>
            <p:cNvSpPr/>
            <p:nvPr/>
          </p:nvSpPr>
          <p:spPr>
            <a:xfrm rot="4912871">
              <a:off x="8726211" y="481529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4" name="Ellipse 393">
              <a:extLst>
                <a:ext uri="{FF2B5EF4-FFF2-40B4-BE49-F238E27FC236}">
                  <a16:creationId xmlns:a16="http://schemas.microsoft.com/office/drawing/2014/main" id="{4BFD4D8C-65A9-0819-B102-A8226414924C}"/>
                </a:ext>
              </a:extLst>
            </p:cNvPr>
            <p:cNvSpPr/>
            <p:nvPr/>
          </p:nvSpPr>
          <p:spPr>
            <a:xfrm rot="4912871">
              <a:off x="9226854" y="478856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5" name="Ellipse 394">
              <a:extLst>
                <a:ext uri="{FF2B5EF4-FFF2-40B4-BE49-F238E27FC236}">
                  <a16:creationId xmlns:a16="http://schemas.microsoft.com/office/drawing/2014/main" id="{70E36FEE-37AE-458B-0EB3-3316B216C1B2}"/>
                </a:ext>
              </a:extLst>
            </p:cNvPr>
            <p:cNvSpPr/>
            <p:nvPr/>
          </p:nvSpPr>
          <p:spPr>
            <a:xfrm rot="4912871">
              <a:off x="9054911" y="451266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6" name="Ellipse 395">
              <a:extLst>
                <a:ext uri="{FF2B5EF4-FFF2-40B4-BE49-F238E27FC236}">
                  <a16:creationId xmlns:a16="http://schemas.microsoft.com/office/drawing/2014/main" id="{64832FFB-BF2E-7ED1-3176-D385D5236F97}"/>
                </a:ext>
              </a:extLst>
            </p:cNvPr>
            <p:cNvSpPr/>
            <p:nvPr/>
          </p:nvSpPr>
          <p:spPr>
            <a:xfrm rot="4912871">
              <a:off x="8972495" y="431962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97" name="Ellipse 396">
              <a:extLst>
                <a:ext uri="{FF2B5EF4-FFF2-40B4-BE49-F238E27FC236}">
                  <a16:creationId xmlns:a16="http://schemas.microsoft.com/office/drawing/2014/main" id="{C7ECE080-3CBB-D3B5-AAD8-C47D8151B07B}"/>
                </a:ext>
              </a:extLst>
            </p:cNvPr>
            <p:cNvSpPr/>
            <p:nvPr/>
          </p:nvSpPr>
          <p:spPr>
            <a:xfrm rot="4912871">
              <a:off x="8924633" y="411182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398" name="Gruppieren 397">
              <a:extLst>
                <a:ext uri="{FF2B5EF4-FFF2-40B4-BE49-F238E27FC236}">
                  <a16:creationId xmlns:a16="http://schemas.microsoft.com/office/drawing/2014/main" id="{A6F0D717-B644-2AF4-27BE-B2403A856FB5}"/>
                </a:ext>
              </a:extLst>
            </p:cNvPr>
            <p:cNvGrpSpPr/>
            <p:nvPr/>
          </p:nvGrpSpPr>
          <p:grpSpPr>
            <a:xfrm rot="14691760" flipV="1">
              <a:off x="6426021" y="3202289"/>
              <a:ext cx="2953403" cy="2665423"/>
              <a:chOff x="9535110" y="4663981"/>
              <a:chExt cx="2953403" cy="2665423"/>
            </a:xfrm>
          </p:grpSpPr>
          <p:sp>
            <p:nvSpPr>
              <p:cNvPr id="399" name="Ellipse 398">
                <a:extLst>
                  <a:ext uri="{FF2B5EF4-FFF2-40B4-BE49-F238E27FC236}">
                    <a16:creationId xmlns:a16="http://schemas.microsoft.com/office/drawing/2014/main" id="{9DCEDA1A-E809-083E-61D0-691FA134A68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0" name="Ellipse 399">
                <a:extLst>
                  <a:ext uri="{FF2B5EF4-FFF2-40B4-BE49-F238E27FC236}">
                    <a16:creationId xmlns:a16="http://schemas.microsoft.com/office/drawing/2014/main" id="{DE16B3E1-E570-93CF-4ECB-4B718DDDF0A2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1" name="Ellipse 400">
                <a:extLst>
                  <a:ext uri="{FF2B5EF4-FFF2-40B4-BE49-F238E27FC236}">
                    <a16:creationId xmlns:a16="http://schemas.microsoft.com/office/drawing/2014/main" id="{1B3EB45C-5244-713E-99D8-497A5E8E4632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2" name="Ellipse 401">
                <a:extLst>
                  <a:ext uri="{FF2B5EF4-FFF2-40B4-BE49-F238E27FC236}">
                    <a16:creationId xmlns:a16="http://schemas.microsoft.com/office/drawing/2014/main" id="{3D33BBCB-1299-DCFF-D95E-9457AD191315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3" name="Ellipse 402">
                <a:extLst>
                  <a:ext uri="{FF2B5EF4-FFF2-40B4-BE49-F238E27FC236}">
                    <a16:creationId xmlns:a16="http://schemas.microsoft.com/office/drawing/2014/main" id="{76F466F1-1DA9-51D0-C8AA-DD98021F8F5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4" name="Ellipse 403">
                <a:extLst>
                  <a:ext uri="{FF2B5EF4-FFF2-40B4-BE49-F238E27FC236}">
                    <a16:creationId xmlns:a16="http://schemas.microsoft.com/office/drawing/2014/main" id="{020DB2D8-9C95-A28A-CECE-DC8CBD496B1B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5" name="Ellipse 404">
                <a:extLst>
                  <a:ext uri="{FF2B5EF4-FFF2-40B4-BE49-F238E27FC236}">
                    <a16:creationId xmlns:a16="http://schemas.microsoft.com/office/drawing/2014/main" id="{9B4A6640-FF84-7534-70BB-09667FBFE50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6" name="Ellipse 405">
                <a:extLst>
                  <a:ext uri="{FF2B5EF4-FFF2-40B4-BE49-F238E27FC236}">
                    <a16:creationId xmlns:a16="http://schemas.microsoft.com/office/drawing/2014/main" id="{940B6F33-CBAF-0B55-B24D-C2EA1C1B003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7" name="Ellipse 406">
                <a:extLst>
                  <a:ext uri="{FF2B5EF4-FFF2-40B4-BE49-F238E27FC236}">
                    <a16:creationId xmlns:a16="http://schemas.microsoft.com/office/drawing/2014/main" id="{B6272724-9A36-9B98-89A6-064AF0C94B58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8" name="Ellipse 407">
                <a:extLst>
                  <a:ext uri="{FF2B5EF4-FFF2-40B4-BE49-F238E27FC236}">
                    <a16:creationId xmlns:a16="http://schemas.microsoft.com/office/drawing/2014/main" id="{29254601-1F87-44C3-44BD-BE6861E4824E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9" name="Ellipse 408">
                <a:extLst>
                  <a:ext uri="{FF2B5EF4-FFF2-40B4-BE49-F238E27FC236}">
                    <a16:creationId xmlns:a16="http://schemas.microsoft.com/office/drawing/2014/main" id="{6010E8BF-E175-4CE1-0BD5-9989DF4D58A1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0" name="Ellipse 409">
                <a:extLst>
                  <a:ext uri="{FF2B5EF4-FFF2-40B4-BE49-F238E27FC236}">
                    <a16:creationId xmlns:a16="http://schemas.microsoft.com/office/drawing/2014/main" id="{6CC28E16-8556-D147-716C-AEBD900B6ED0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1" name="Ellipse 410">
                <a:extLst>
                  <a:ext uri="{FF2B5EF4-FFF2-40B4-BE49-F238E27FC236}">
                    <a16:creationId xmlns:a16="http://schemas.microsoft.com/office/drawing/2014/main" id="{2F099A61-4961-BD99-01DB-02E2CFC6AD46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2" name="Ellipse 411">
                <a:extLst>
                  <a:ext uri="{FF2B5EF4-FFF2-40B4-BE49-F238E27FC236}">
                    <a16:creationId xmlns:a16="http://schemas.microsoft.com/office/drawing/2014/main" id="{7885C1FA-320E-5DEF-9334-690C6C8EB1BB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3" name="Ellipse 412">
                <a:extLst>
                  <a:ext uri="{FF2B5EF4-FFF2-40B4-BE49-F238E27FC236}">
                    <a16:creationId xmlns:a16="http://schemas.microsoft.com/office/drawing/2014/main" id="{432B8866-F239-B155-8A9B-8E1EABE67456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4" name="Ellipse 413">
                <a:extLst>
                  <a:ext uri="{FF2B5EF4-FFF2-40B4-BE49-F238E27FC236}">
                    <a16:creationId xmlns:a16="http://schemas.microsoft.com/office/drawing/2014/main" id="{155942D5-6B68-EC8D-C453-A4ABCBA0643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5" name="Ellipse 414">
                <a:extLst>
                  <a:ext uri="{FF2B5EF4-FFF2-40B4-BE49-F238E27FC236}">
                    <a16:creationId xmlns:a16="http://schemas.microsoft.com/office/drawing/2014/main" id="{6228ABF8-1351-4675-B72D-35CB2F6AE96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6" name="Ellipse 415">
                <a:extLst>
                  <a:ext uri="{FF2B5EF4-FFF2-40B4-BE49-F238E27FC236}">
                    <a16:creationId xmlns:a16="http://schemas.microsoft.com/office/drawing/2014/main" id="{4165EA42-83A2-0A9B-2CD0-E929A180C792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7" name="Ellipse 416">
                <a:extLst>
                  <a:ext uri="{FF2B5EF4-FFF2-40B4-BE49-F238E27FC236}">
                    <a16:creationId xmlns:a16="http://schemas.microsoft.com/office/drawing/2014/main" id="{407B5821-7F19-AEE7-F5E4-DE945060A3F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8" name="Ellipse 417">
                <a:extLst>
                  <a:ext uri="{FF2B5EF4-FFF2-40B4-BE49-F238E27FC236}">
                    <a16:creationId xmlns:a16="http://schemas.microsoft.com/office/drawing/2014/main" id="{ED819A66-B336-94D1-38E3-28F9ECAF75CB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9" name="Ellipse 418">
                <a:extLst>
                  <a:ext uri="{FF2B5EF4-FFF2-40B4-BE49-F238E27FC236}">
                    <a16:creationId xmlns:a16="http://schemas.microsoft.com/office/drawing/2014/main" id="{DDE5E7F5-ABFB-5526-910E-6C1240A3422C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0" name="Ellipse 419">
                <a:extLst>
                  <a:ext uri="{FF2B5EF4-FFF2-40B4-BE49-F238E27FC236}">
                    <a16:creationId xmlns:a16="http://schemas.microsoft.com/office/drawing/2014/main" id="{2C5F7B87-6C3A-0FF6-DAFC-E9E672751699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1" name="Ellipse 420">
                <a:extLst>
                  <a:ext uri="{FF2B5EF4-FFF2-40B4-BE49-F238E27FC236}">
                    <a16:creationId xmlns:a16="http://schemas.microsoft.com/office/drawing/2014/main" id="{B192429C-B06B-EF19-9EFA-4236ECBDF663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2" name="Ellipse 421">
                <a:extLst>
                  <a:ext uri="{FF2B5EF4-FFF2-40B4-BE49-F238E27FC236}">
                    <a16:creationId xmlns:a16="http://schemas.microsoft.com/office/drawing/2014/main" id="{844BDE2A-9779-5E73-1CDF-BB92D302B58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3" name="Ellipse 422">
                <a:extLst>
                  <a:ext uri="{FF2B5EF4-FFF2-40B4-BE49-F238E27FC236}">
                    <a16:creationId xmlns:a16="http://schemas.microsoft.com/office/drawing/2014/main" id="{AC5E1E16-48E8-33C8-1D83-1F819983DE0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424" name="Gruppieren 423">
              <a:extLst>
                <a:ext uri="{FF2B5EF4-FFF2-40B4-BE49-F238E27FC236}">
                  <a16:creationId xmlns:a16="http://schemas.microsoft.com/office/drawing/2014/main" id="{F1838AF4-15F2-DFEA-5F0C-FCCCF562A84B}"/>
                </a:ext>
              </a:extLst>
            </p:cNvPr>
            <p:cNvGrpSpPr/>
            <p:nvPr/>
          </p:nvGrpSpPr>
          <p:grpSpPr>
            <a:xfrm rot="7687129" flipH="1">
              <a:off x="5152517" y="1509900"/>
              <a:ext cx="2953403" cy="2665423"/>
              <a:chOff x="9535110" y="4663981"/>
              <a:chExt cx="2953403" cy="2665423"/>
            </a:xfrm>
          </p:grpSpPr>
          <p:sp>
            <p:nvSpPr>
              <p:cNvPr id="425" name="Ellipse 424">
                <a:extLst>
                  <a:ext uri="{FF2B5EF4-FFF2-40B4-BE49-F238E27FC236}">
                    <a16:creationId xmlns:a16="http://schemas.microsoft.com/office/drawing/2014/main" id="{D8CFB67C-3131-7551-B49B-C409DC3D18B4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6" name="Ellipse 425">
                <a:extLst>
                  <a:ext uri="{FF2B5EF4-FFF2-40B4-BE49-F238E27FC236}">
                    <a16:creationId xmlns:a16="http://schemas.microsoft.com/office/drawing/2014/main" id="{0FB5A9E8-4ADF-64EF-0E99-09417DC0B17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7" name="Ellipse 426">
                <a:extLst>
                  <a:ext uri="{FF2B5EF4-FFF2-40B4-BE49-F238E27FC236}">
                    <a16:creationId xmlns:a16="http://schemas.microsoft.com/office/drawing/2014/main" id="{A7F3D205-04A5-0D5B-CCC6-4641BA0C460B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8" name="Ellipse 427">
                <a:extLst>
                  <a:ext uri="{FF2B5EF4-FFF2-40B4-BE49-F238E27FC236}">
                    <a16:creationId xmlns:a16="http://schemas.microsoft.com/office/drawing/2014/main" id="{A22BFFEE-45AB-C83F-F3F0-ED8F31C398B5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29" name="Ellipse 428">
                <a:extLst>
                  <a:ext uri="{FF2B5EF4-FFF2-40B4-BE49-F238E27FC236}">
                    <a16:creationId xmlns:a16="http://schemas.microsoft.com/office/drawing/2014/main" id="{A374F1D9-E193-46CB-FB5B-334964819B69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0" name="Ellipse 429">
                <a:extLst>
                  <a:ext uri="{FF2B5EF4-FFF2-40B4-BE49-F238E27FC236}">
                    <a16:creationId xmlns:a16="http://schemas.microsoft.com/office/drawing/2014/main" id="{650D4273-96B9-5B0B-4953-B1EAA7DDBE7D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1" name="Ellipse 430">
                <a:extLst>
                  <a:ext uri="{FF2B5EF4-FFF2-40B4-BE49-F238E27FC236}">
                    <a16:creationId xmlns:a16="http://schemas.microsoft.com/office/drawing/2014/main" id="{CAF6DF63-BA8D-A5C7-7E1C-B3DACA4BFEC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2" name="Ellipse 431">
                <a:extLst>
                  <a:ext uri="{FF2B5EF4-FFF2-40B4-BE49-F238E27FC236}">
                    <a16:creationId xmlns:a16="http://schemas.microsoft.com/office/drawing/2014/main" id="{29DCCE8E-A8D0-37F8-6C93-D86BCF1AF75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3" name="Ellipse 432">
                <a:extLst>
                  <a:ext uri="{FF2B5EF4-FFF2-40B4-BE49-F238E27FC236}">
                    <a16:creationId xmlns:a16="http://schemas.microsoft.com/office/drawing/2014/main" id="{D1371B2E-4092-B7A0-E039-318E37272A25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4" name="Ellipse 433">
                <a:extLst>
                  <a:ext uri="{FF2B5EF4-FFF2-40B4-BE49-F238E27FC236}">
                    <a16:creationId xmlns:a16="http://schemas.microsoft.com/office/drawing/2014/main" id="{C8BFA5E0-C610-D5AE-66E8-545303BDB3B7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5" name="Ellipse 434">
                <a:extLst>
                  <a:ext uri="{FF2B5EF4-FFF2-40B4-BE49-F238E27FC236}">
                    <a16:creationId xmlns:a16="http://schemas.microsoft.com/office/drawing/2014/main" id="{1A4FA3B4-F4A4-EB3E-893C-BD46055DBEAF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6" name="Ellipse 435">
                <a:extLst>
                  <a:ext uri="{FF2B5EF4-FFF2-40B4-BE49-F238E27FC236}">
                    <a16:creationId xmlns:a16="http://schemas.microsoft.com/office/drawing/2014/main" id="{B56EFCBE-72E0-00BF-E953-113DC1F25E80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7" name="Ellipse 436">
                <a:extLst>
                  <a:ext uri="{FF2B5EF4-FFF2-40B4-BE49-F238E27FC236}">
                    <a16:creationId xmlns:a16="http://schemas.microsoft.com/office/drawing/2014/main" id="{D6A577F8-FF31-3E5A-A401-0BCB4895B06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8" name="Ellipse 437">
                <a:extLst>
                  <a:ext uri="{FF2B5EF4-FFF2-40B4-BE49-F238E27FC236}">
                    <a16:creationId xmlns:a16="http://schemas.microsoft.com/office/drawing/2014/main" id="{96B2FCF8-6705-41D0-E66C-134E60FFE2E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9" name="Ellipse 438">
                <a:extLst>
                  <a:ext uri="{FF2B5EF4-FFF2-40B4-BE49-F238E27FC236}">
                    <a16:creationId xmlns:a16="http://schemas.microsoft.com/office/drawing/2014/main" id="{78FA6F72-0086-2A98-151F-93523C087ABA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0" name="Ellipse 439">
                <a:extLst>
                  <a:ext uri="{FF2B5EF4-FFF2-40B4-BE49-F238E27FC236}">
                    <a16:creationId xmlns:a16="http://schemas.microsoft.com/office/drawing/2014/main" id="{2D01724A-5B43-1FDF-DF2A-861841CE7F80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1" name="Ellipse 440">
                <a:extLst>
                  <a:ext uri="{FF2B5EF4-FFF2-40B4-BE49-F238E27FC236}">
                    <a16:creationId xmlns:a16="http://schemas.microsoft.com/office/drawing/2014/main" id="{5614C15B-5B7E-CCDA-3C0A-5638F0D7B016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2" name="Ellipse 441">
                <a:extLst>
                  <a:ext uri="{FF2B5EF4-FFF2-40B4-BE49-F238E27FC236}">
                    <a16:creationId xmlns:a16="http://schemas.microsoft.com/office/drawing/2014/main" id="{8FA2AD52-9FA4-E9E5-E4CC-562FD6A4C19B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3" name="Ellipse 442">
                <a:extLst>
                  <a:ext uri="{FF2B5EF4-FFF2-40B4-BE49-F238E27FC236}">
                    <a16:creationId xmlns:a16="http://schemas.microsoft.com/office/drawing/2014/main" id="{EC3CBD62-EDA0-D4CD-B691-8FAF34EA8A3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4" name="Ellipse 443">
                <a:extLst>
                  <a:ext uri="{FF2B5EF4-FFF2-40B4-BE49-F238E27FC236}">
                    <a16:creationId xmlns:a16="http://schemas.microsoft.com/office/drawing/2014/main" id="{C30AF48D-8D9A-D95B-5BD3-5F7D8AD5056D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5" name="Ellipse 444">
                <a:extLst>
                  <a:ext uri="{FF2B5EF4-FFF2-40B4-BE49-F238E27FC236}">
                    <a16:creationId xmlns:a16="http://schemas.microsoft.com/office/drawing/2014/main" id="{447C6E48-9B74-5707-394D-ED17AF6A8DF4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6" name="Ellipse 445">
                <a:extLst>
                  <a:ext uri="{FF2B5EF4-FFF2-40B4-BE49-F238E27FC236}">
                    <a16:creationId xmlns:a16="http://schemas.microsoft.com/office/drawing/2014/main" id="{67BC37C2-A8A1-1FAD-B0B1-022B642D2BF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7" name="Ellipse 446">
                <a:extLst>
                  <a:ext uri="{FF2B5EF4-FFF2-40B4-BE49-F238E27FC236}">
                    <a16:creationId xmlns:a16="http://schemas.microsoft.com/office/drawing/2014/main" id="{E2CAF9A2-CCF6-1B2F-C0EC-163E576750D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8" name="Ellipse 447">
                <a:extLst>
                  <a:ext uri="{FF2B5EF4-FFF2-40B4-BE49-F238E27FC236}">
                    <a16:creationId xmlns:a16="http://schemas.microsoft.com/office/drawing/2014/main" id="{12140612-6321-0DA0-1CA9-5CF462240C0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49" name="Ellipse 448">
                <a:extLst>
                  <a:ext uri="{FF2B5EF4-FFF2-40B4-BE49-F238E27FC236}">
                    <a16:creationId xmlns:a16="http://schemas.microsoft.com/office/drawing/2014/main" id="{1A07FC34-69AA-8382-0BA9-010A1F84B245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450" name="Gruppieren 449">
              <a:extLst>
                <a:ext uri="{FF2B5EF4-FFF2-40B4-BE49-F238E27FC236}">
                  <a16:creationId xmlns:a16="http://schemas.microsoft.com/office/drawing/2014/main" id="{C7539EF5-29F4-1E07-69EA-D549D523CD07}"/>
                </a:ext>
              </a:extLst>
            </p:cNvPr>
            <p:cNvGrpSpPr/>
            <p:nvPr/>
          </p:nvGrpSpPr>
          <p:grpSpPr>
            <a:xfrm rot="17100000">
              <a:off x="6259578" y="2753338"/>
              <a:ext cx="2953403" cy="2665423"/>
              <a:chOff x="9535110" y="4663981"/>
              <a:chExt cx="2953403" cy="2665423"/>
            </a:xfrm>
          </p:grpSpPr>
          <p:sp>
            <p:nvSpPr>
              <p:cNvPr id="451" name="Ellipse 450">
                <a:extLst>
                  <a:ext uri="{FF2B5EF4-FFF2-40B4-BE49-F238E27FC236}">
                    <a16:creationId xmlns:a16="http://schemas.microsoft.com/office/drawing/2014/main" id="{03F0D915-FE47-EC8C-071F-308F766EA98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2" name="Ellipse 451">
                <a:extLst>
                  <a:ext uri="{FF2B5EF4-FFF2-40B4-BE49-F238E27FC236}">
                    <a16:creationId xmlns:a16="http://schemas.microsoft.com/office/drawing/2014/main" id="{86C863F5-F7DC-1660-34D6-7E907D0B12D8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3" name="Ellipse 452">
                <a:extLst>
                  <a:ext uri="{FF2B5EF4-FFF2-40B4-BE49-F238E27FC236}">
                    <a16:creationId xmlns:a16="http://schemas.microsoft.com/office/drawing/2014/main" id="{A2997A8C-81F9-AD20-CACB-C8C054BEF8F9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4" name="Ellipse 453">
                <a:extLst>
                  <a:ext uri="{FF2B5EF4-FFF2-40B4-BE49-F238E27FC236}">
                    <a16:creationId xmlns:a16="http://schemas.microsoft.com/office/drawing/2014/main" id="{EEF56719-AD0A-7BB2-F9D2-E6E3C067913F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5" name="Ellipse 454">
                <a:extLst>
                  <a:ext uri="{FF2B5EF4-FFF2-40B4-BE49-F238E27FC236}">
                    <a16:creationId xmlns:a16="http://schemas.microsoft.com/office/drawing/2014/main" id="{C6879D34-B915-77DD-E47E-1A1967067AC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6" name="Ellipse 455">
                <a:extLst>
                  <a:ext uri="{FF2B5EF4-FFF2-40B4-BE49-F238E27FC236}">
                    <a16:creationId xmlns:a16="http://schemas.microsoft.com/office/drawing/2014/main" id="{BE3C8956-7102-14A3-BEB1-89AA47051220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7" name="Ellipse 456">
                <a:extLst>
                  <a:ext uri="{FF2B5EF4-FFF2-40B4-BE49-F238E27FC236}">
                    <a16:creationId xmlns:a16="http://schemas.microsoft.com/office/drawing/2014/main" id="{D0389325-B1CD-C481-12A9-7325F25D11E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8" name="Ellipse 457">
                <a:extLst>
                  <a:ext uri="{FF2B5EF4-FFF2-40B4-BE49-F238E27FC236}">
                    <a16:creationId xmlns:a16="http://schemas.microsoft.com/office/drawing/2014/main" id="{29329576-F20A-B2BD-9810-9634CF369B3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9" name="Ellipse 458">
                <a:extLst>
                  <a:ext uri="{FF2B5EF4-FFF2-40B4-BE49-F238E27FC236}">
                    <a16:creationId xmlns:a16="http://schemas.microsoft.com/office/drawing/2014/main" id="{30770DC7-DC18-A237-5BA2-7452F6623ABD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0" name="Ellipse 459">
                <a:extLst>
                  <a:ext uri="{FF2B5EF4-FFF2-40B4-BE49-F238E27FC236}">
                    <a16:creationId xmlns:a16="http://schemas.microsoft.com/office/drawing/2014/main" id="{D447DA4F-6B39-A044-07D2-A6BF2249C7FD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1" name="Ellipse 460">
                <a:extLst>
                  <a:ext uri="{FF2B5EF4-FFF2-40B4-BE49-F238E27FC236}">
                    <a16:creationId xmlns:a16="http://schemas.microsoft.com/office/drawing/2014/main" id="{84820CC0-EC20-4B1D-7374-039A94DBC81B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2" name="Ellipse 461">
                <a:extLst>
                  <a:ext uri="{FF2B5EF4-FFF2-40B4-BE49-F238E27FC236}">
                    <a16:creationId xmlns:a16="http://schemas.microsoft.com/office/drawing/2014/main" id="{23EB36FE-97C7-F247-9723-72C41B4FA18A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3" name="Ellipse 462">
                <a:extLst>
                  <a:ext uri="{FF2B5EF4-FFF2-40B4-BE49-F238E27FC236}">
                    <a16:creationId xmlns:a16="http://schemas.microsoft.com/office/drawing/2014/main" id="{568666CE-A834-F7C5-F63D-1E53BFB99373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4" name="Ellipse 463">
                <a:extLst>
                  <a:ext uri="{FF2B5EF4-FFF2-40B4-BE49-F238E27FC236}">
                    <a16:creationId xmlns:a16="http://schemas.microsoft.com/office/drawing/2014/main" id="{BE1E5781-4802-4594-1013-849A224BE27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5" name="Ellipse 464">
                <a:extLst>
                  <a:ext uri="{FF2B5EF4-FFF2-40B4-BE49-F238E27FC236}">
                    <a16:creationId xmlns:a16="http://schemas.microsoft.com/office/drawing/2014/main" id="{509616C4-E4DA-F68E-9FA1-E11EFEE58C0E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6" name="Ellipse 465">
                <a:extLst>
                  <a:ext uri="{FF2B5EF4-FFF2-40B4-BE49-F238E27FC236}">
                    <a16:creationId xmlns:a16="http://schemas.microsoft.com/office/drawing/2014/main" id="{C13C7F2E-029A-4A0C-1CE1-EADBBCB51C6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7" name="Ellipse 466">
                <a:extLst>
                  <a:ext uri="{FF2B5EF4-FFF2-40B4-BE49-F238E27FC236}">
                    <a16:creationId xmlns:a16="http://schemas.microsoft.com/office/drawing/2014/main" id="{4EFB6897-4667-31D8-F07C-6A1B4556273E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8" name="Ellipse 467">
                <a:extLst>
                  <a:ext uri="{FF2B5EF4-FFF2-40B4-BE49-F238E27FC236}">
                    <a16:creationId xmlns:a16="http://schemas.microsoft.com/office/drawing/2014/main" id="{9DF5C5BF-9E48-6FFB-7A17-D2BFA46470C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9" name="Ellipse 468">
                <a:extLst>
                  <a:ext uri="{FF2B5EF4-FFF2-40B4-BE49-F238E27FC236}">
                    <a16:creationId xmlns:a16="http://schemas.microsoft.com/office/drawing/2014/main" id="{24420A1A-2564-2518-B66D-38FD98C7E35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0" name="Ellipse 469">
                <a:extLst>
                  <a:ext uri="{FF2B5EF4-FFF2-40B4-BE49-F238E27FC236}">
                    <a16:creationId xmlns:a16="http://schemas.microsoft.com/office/drawing/2014/main" id="{71417D12-99CF-CF89-70DE-DC690BCE6437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1" name="Ellipse 470">
                <a:extLst>
                  <a:ext uri="{FF2B5EF4-FFF2-40B4-BE49-F238E27FC236}">
                    <a16:creationId xmlns:a16="http://schemas.microsoft.com/office/drawing/2014/main" id="{96E71D7F-EF2D-398C-1904-C45EE5BFE115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2" name="Ellipse 471">
                <a:extLst>
                  <a:ext uri="{FF2B5EF4-FFF2-40B4-BE49-F238E27FC236}">
                    <a16:creationId xmlns:a16="http://schemas.microsoft.com/office/drawing/2014/main" id="{ABAF9736-9BB0-0664-8EA5-44B66E09B9B6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3" name="Ellipse 472">
                <a:extLst>
                  <a:ext uri="{FF2B5EF4-FFF2-40B4-BE49-F238E27FC236}">
                    <a16:creationId xmlns:a16="http://schemas.microsoft.com/office/drawing/2014/main" id="{275299B3-7EDE-54F5-A7B3-BFE3D53DA60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4" name="Ellipse 473">
                <a:extLst>
                  <a:ext uri="{FF2B5EF4-FFF2-40B4-BE49-F238E27FC236}">
                    <a16:creationId xmlns:a16="http://schemas.microsoft.com/office/drawing/2014/main" id="{FA22F1E4-6EF5-8E47-3216-A0F26F47148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5" name="Ellipse 474">
                <a:extLst>
                  <a:ext uri="{FF2B5EF4-FFF2-40B4-BE49-F238E27FC236}">
                    <a16:creationId xmlns:a16="http://schemas.microsoft.com/office/drawing/2014/main" id="{E2839E46-058A-481A-2FDB-7876B2D20FB4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476" name="Gruppieren 475">
              <a:extLst>
                <a:ext uri="{FF2B5EF4-FFF2-40B4-BE49-F238E27FC236}">
                  <a16:creationId xmlns:a16="http://schemas.microsoft.com/office/drawing/2014/main" id="{45424187-0924-631A-3635-7EECBF4E60F8}"/>
                </a:ext>
              </a:extLst>
            </p:cNvPr>
            <p:cNvGrpSpPr/>
            <p:nvPr/>
          </p:nvGrpSpPr>
          <p:grpSpPr>
            <a:xfrm rot="14691760" flipV="1">
              <a:off x="4086772" y="2771953"/>
              <a:ext cx="2953403" cy="2665423"/>
              <a:chOff x="9535110" y="4663981"/>
              <a:chExt cx="2953403" cy="2665423"/>
            </a:xfrm>
          </p:grpSpPr>
          <p:sp>
            <p:nvSpPr>
              <p:cNvPr id="477" name="Ellipse 476">
                <a:extLst>
                  <a:ext uri="{FF2B5EF4-FFF2-40B4-BE49-F238E27FC236}">
                    <a16:creationId xmlns:a16="http://schemas.microsoft.com/office/drawing/2014/main" id="{7D5EB0CE-0D43-5469-860F-9E7419A937E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8" name="Ellipse 477">
                <a:extLst>
                  <a:ext uri="{FF2B5EF4-FFF2-40B4-BE49-F238E27FC236}">
                    <a16:creationId xmlns:a16="http://schemas.microsoft.com/office/drawing/2014/main" id="{43123FFA-B7CD-D464-5AFB-427290DA0A4E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9" name="Ellipse 478">
                <a:extLst>
                  <a:ext uri="{FF2B5EF4-FFF2-40B4-BE49-F238E27FC236}">
                    <a16:creationId xmlns:a16="http://schemas.microsoft.com/office/drawing/2014/main" id="{323ACAE8-B308-6B0E-EAA0-9B593C424278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0" name="Ellipse 479">
                <a:extLst>
                  <a:ext uri="{FF2B5EF4-FFF2-40B4-BE49-F238E27FC236}">
                    <a16:creationId xmlns:a16="http://schemas.microsoft.com/office/drawing/2014/main" id="{B189ACC8-5796-71D7-B915-0088BA988A8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1" name="Ellipse 480">
                <a:extLst>
                  <a:ext uri="{FF2B5EF4-FFF2-40B4-BE49-F238E27FC236}">
                    <a16:creationId xmlns:a16="http://schemas.microsoft.com/office/drawing/2014/main" id="{E1D0796B-06AD-24C6-38E1-557B68CBF412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2" name="Ellipse 481">
                <a:extLst>
                  <a:ext uri="{FF2B5EF4-FFF2-40B4-BE49-F238E27FC236}">
                    <a16:creationId xmlns:a16="http://schemas.microsoft.com/office/drawing/2014/main" id="{F8AB787C-3E7C-37B9-0853-6348864F7B2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3" name="Ellipse 482">
                <a:extLst>
                  <a:ext uri="{FF2B5EF4-FFF2-40B4-BE49-F238E27FC236}">
                    <a16:creationId xmlns:a16="http://schemas.microsoft.com/office/drawing/2014/main" id="{A8BB477D-B1E6-4586-69FC-C5883569A8E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4" name="Ellipse 483">
                <a:extLst>
                  <a:ext uri="{FF2B5EF4-FFF2-40B4-BE49-F238E27FC236}">
                    <a16:creationId xmlns:a16="http://schemas.microsoft.com/office/drawing/2014/main" id="{A1D032AB-2A8D-2364-B082-64AD8F90B4F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5" name="Ellipse 484">
                <a:extLst>
                  <a:ext uri="{FF2B5EF4-FFF2-40B4-BE49-F238E27FC236}">
                    <a16:creationId xmlns:a16="http://schemas.microsoft.com/office/drawing/2014/main" id="{F0FF055F-1E0C-0C2B-4D00-DE0A576DB92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6" name="Ellipse 485">
                <a:extLst>
                  <a:ext uri="{FF2B5EF4-FFF2-40B4-BE49-F238E27FC236}">
                    <a16:creationId xmlns:a16="http://schemas.microsoft.com/office/drawing/2014/main" id="{FC3EB584-6FC1-29EC-C43D-EE6D2DC6301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7" name="Ellipse 486">
                <a:extLst>
                  <a:ext uri="{FF2B5EF4-FFF2-40B4-BE49-F238E27FC236}">
                    <a16:creationId xmlns:a16="http://schemas.microsoft.com/office/drawing/2014/main" id="{704752E5-0A82-19EE-93FF-C266C90142EE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8" name="Ellipse 487">
                <a:extLst>
                  <a:ext uri="{FF2B5EF4-FFF2-40B4-BE49-F238E27FC236}">
                    <a16:creationId xmlns:a16="http://schemas.microsoft.com/office/drawing/2014/main" id="{F5F4F243-1473-D6AF-51B6-49C6479C36B4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9" name="Ellipse 488">
                <a:extLst>
                  <a:ext uri="{FF2B5EF4-FFF2-40B4-BE49-F238E27FC236}">
                    <a16:creationId xmlns:a16="http://schemas.microsoft.com/office/drawing/2014/main" id="{DB23C8F8-6332-7BE5-29D7-FF4C53962779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0" name="Ellipse 489">
                <a:extLst>
                  <a:ext uri="{FF2B5EF4-FFF2-40B4-BE49-F238E27FC236}">
                    <a16:creationId xmlns:a16="http://schemas.microsoft.com/office/drawing/2014/main" id="{2DB7E7EB-E8E6-DCE0-5BBB-CD0B62783C89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1" name="Ellipse 490">
                <a:extLst>
                  <a:ext uri="{FF2B5EF4-FFF2-40B4-BE49-F238E27FC236}">
                    <a16:creationId xmlns:a16="http://schemas.microsoft.com/office/drawing/2014/main" id="{D59909CF-D56C-8F2A-4993-6EBA5F5DD424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2" name="Ellipse 491">
                <a:extLst>
                  <a:ext uri="{FF2B5EF4-FFF2-40B4-BE49-F238E27FC236}">
                    <a16:creationId xmlns:a16="http://schemas.microsoft.com/office/drawing/2014/main" id="{79B1DF08-68FD-4D80-F0A8-6FB5CC29A6B5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3" name="Ellipse 492">
                <a:extLst>
                  <a:ext uri="{FF2B5EF4-FFF2-40B4-BE49-F238E27FC236}">
                    <a16:creationId xmlns:a16="http://schemas.microsoft.com/office/drawing/2014/main" id="{F8834DA8-74D2-655D-B5C2-0A948B6299DC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4" name="Ellipse 493">
                <a:extLst>
                  <a:ext uri="{FF2B5EF4-FFF2-40B4-BE49-F238E27FC236}">
                    <a16:creationId xmlns:a16="http://schemas.microsoft.com/office/drawing/2014/main" id="{F493DFDB-0194-BEA5-A7A9-EBF8E189CB3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5" name="Ellipse 494">
                <a:extLst>
                  <a:ext uri="{FF2B5EF4-FFF2-40B4-BE49-F238E27FC236}">
                    <a16:creationId xmlns:a16="http://schemas.microsoft.com/office/drawing/2014/main" id="{319A77B9-BF3C-0F6E-67B0-2D4BD8F94856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6" name="Ellipse 495">
                <a:extLst>
                  <a:ext uri="{FF2B5EF4-FFF2-40B4-BE49-F238E27FC236}">
                    <a16:creationId xmlns:a16="http://schemas.microsoft.com/office/drawing/2014/main" id="{C47FAB1F-A945-9FDE-82F5-D3B439805E7B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7" name="Ellipse 496">
                <a:extLst>
                  <a:ext uri="{FF2B5EF4-FFF2-40B4-BE49-F238E27FC236}">
                    <a16:creationId xmlns:a16="http://schemas.microsoft.com/office/drawing/2014/main" id="{EC984131-C2A4-1654-929D-3AC93F699B2F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8" name="Ellipse 497">
                <a:extLst>
                  <a:ext uri="{FF2B5EF4-FFF2-40B4-BE49-F238E27FC236}">
                    <a16:creationId xmlns:a16="http://schemas.microsoft.com/office/drawing/2014/main" id="{4056FFA1-58CC-E948-1560-619B68B5688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9" name="Ellipse 498">
                <a:extLst>
                  <a:ext uri="{FF2B5EF4-FFF2-40B4-BE49-F238E27FC236}">
                    <a16:creationId xmlns:a16="http://schemas.microsoft.com/office/drawing/2014/main" id="{055F5931-3FA0-476B-1A57-C6F2C51D5647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0" name="Ellipse 499">
                <a:extLst>
                  <a:ext uri="{FF2B5EF4-FFF2-40B4-BE49-F238E27FC236}">
                    <a16:creationId xmlns:a16="http://schemas.microsoft.com/office/drawing/2014/main" id="{380EE655-50CD-188B-68F2-102BC609DBAB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1" name="Ellipse 500">
                <a:extLst>
                  <a:ext uri="{FF2B5EF4-FFF2-40B4-BE49-F238E27FC236}">
                    <a16:creationId xmlns:a16="http://schemas.microsoft.com/office/drawing/2014/main" id="{D0DB6312-BCDF-31FC-7E7E-E8848CAA65B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02" name="Gruppieren 501">
              <a:extLst>
                <a:ext uri="{FF2B5EF4-FFF2-40B4-BE49-F238E27FC236}">
                  <a16:creationId xmlns:a16="http://schemas.microsoft.com/office/drawing/2014/main" id="{484AD92C-789F-1AC4-5162-3046966B56FD}"/>
                </a:ext>
              </a:extLst>
            </p:cNvPr>
            <p:cNvGrpSpPr/>
            <p:nvPr/>
          </p:nvGrpSpPr>
          <p:grpSpPr>
            <a:xfrm rot="17100000">
              <a:off x="1759185" y="3042571"/>
              <a:ext cx="2953403" cy="2665423"/>
              <a:chOff x="9535110" y="4663981"/>
              <a:chExt cx="2953403" cy="2665423"/>
            </a:xfrm>
          </p:grpSpPr>
          <p:sp>
            <p:nvSpPr>
              <p:cNvPr id="503" name="Ellipse 502">
                <a:extLst>
                  <a:ext uri="{FF2B5EF4-FFF2-40B4-BE49-F238E27FC236}">
                    <a16:creationId xmlns:a16="http://schemas.microsoft.com/office/drawing/2014/main" id="{30948BBD-C33A-C708-464E-724271FC858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4" name="Ellipse 503">
                <a:extLst>
                  <a:ext uri="{FF2B5EF4-FFF2-40B4-BE49-F238E27FC236}">
                    <a16:creationId xmlns:a16="http://schemas.microsoft.com/office/drawing/2014/main" id="{26ACD503-573A-204E-868E-90AFBAA6C655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5" name="Ellipse 504">
                <a:extLst>
                  <a:ext uri="{FF2B5EF4-FFF2-40B4-BE49-F238E27FC236}">
                    <a16:creationId xmlns:a16="http://schemas.microsoft.com/office/drawing/2014/main" id="{91F2DD2D-FCFF-BE00-C3B8-EB37FF64A33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6" name="Ellipse 505">
                <a:extLst>
                  <a:ext uri="{FF2B5EF4-FFF2-40B4-BE49-F238E27FC236}">
                    <a16:creationId xmlns:a16="http://schemas.microsoft.com/office/drawing/2014/main" id="{3BE1666E-8C23-A324-D82B-32DEFFB93B4F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7" name="Ellipse 506">
                <a:extLst>
                  <a:ext uri="{FF2B5EF4-FFF2-40B4-BE49-F238E27FC236}">
                    <a16:creationId xmlns:a16="http://schemas.microsoft.com/office/drawing/2014/main" id="{9A7B1C66-BC16-70F0-CCAD-6A84E822BC9C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8" name="Ellipse 507">
                <a:extLst>
                  <a:ext uri="{FF2B5EF4-FFF2-40B4-BE49-F238E27FC236}">
                    <a16:creationId xmlns:a16="http://schemas.microsoft.com/office/drawing/2014/main" id="{DB07F388-6B28-20F9-87B2-9CB9E6292AE5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9" name="Ellipse 508">
                <a:extLst>
                  <a:ext uri="{FF2B5EF4-FFF2-40B4-BE49-F238E27FC236}">
                    <a16:creationId xmlns:a16="http://schemas.microsoft.com/office/drawing/2014/main" id="{80B4F7E1-B7E4-052A-8BE2-5BDFAB14EEB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0" name="Ellipse 509">
                <a:extLst>
                  <a:ext uri="{FF2B5EF4-FFF2-40B4-BE49-F238E27FC236}">
                    <a16:creationId xmlns:a16="http://schemas.microsoft.com/office/drawing/2014/main" id="{E0A8E1AE-018B-F22D-9A1F-605525B45253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1" name="Ellipse 510">
                <a:extLst>
                  <a:ext uri="{FF2B5EF4-FFF2-40B4-BE49-F238E27FC236}">
                    <a16:creationId xmlns:a16="http://schemas.microsoft.com/office/drawing/2014/main" id="{FED720A9-BDF3-1FF9-6930-5ECB0712C94A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2" name="Ellipse 511">
                <a:extLst>
                  <a:ext uri="{FF2B5EF4-FFF2-40B4-BE49-F238E27FC236}">
                    <a16:creationId xmlns:a16="http://schemas.microsoft.com/office/drawing/2014/main" id="{F0A9A804-E208-D64D-9837-D0A2204129D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3" name="Ellipse 512">
                <a:extLst>
                  <a:ext uri="{FF2B5EF4-FFF2-40B4-BE49-F238E27FC236}">
                    <a16:creationId xmlns:a16="http://schemas.microsoft.com/office/drawing/2014/main" id="{2252CC34-6D42-BCED-6ECA-F07A3F3A2C12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4" name="Ellipse 513">
                <a:extLst>
                  <a:ext uri="{FF2B5EF4-FFF2-40B4-BE49-F238E27FC236}">
                    <a16:creationId xmlns:a16="http://schemas.microsoft.com/office/drawing/2014/main" id="{9CE27DA1-19E7-BD42-1BD3-C918E2AB6F99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5" name="Ellipse 514">
                <a:extLst>
                  <a:ext uri="{FF2B5EF4-FFF2-40B4-BE49-F238E27FC236}">
                    <a16:creationId xmlns:a16="http://schemas.microsoft.com/office/drawing/2014/main" id="{1D817A3B-49FD-42AE-FA07-866774A4144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6" name="Ellipse 515">
                <a:extLst>
                  <a:ext uri="{FF2B5EF4-FFF2-40B4-BE49-F238E27FC236}">
                    <a16:creationId xmlns:a16="http://schemas.microsoft.com/office/drawing/2014/main" id="{05F3866D-DE29-29DA-8895-4364DD5926D7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7" name="Ellipse 516">
                <a:extLst>
                  <a:ext uri="{FF2B5EF4-FFF2-40B4-BE49-F238E27FC236}">
                    <a16:creationId xmlns:a16="http://schemas.microsoft.com/office/drawing/2014/main" id="{62E70C53-86A5-C173-0E3D-F70DA6A19AC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8" name="Ellipse 517">
                <a:extLst>
                  <a:ext uri="{FF2B5EF4-FFF2-40B4-BE49-F238E27FC236}">
                    <a16:creationId xmlns:a16="http://schemas.microsoft.com/office/drawing/2014/main" id="{DD6AB09D-2639-800A-96E1-53489D3C9EB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9" name="Ellipse 518">
                <a:extLst>
                  <a:ext uri="{FF2B5EF4-FFF2-40B4-BE49-F238E27FC236}">
                    <a16:creationId xmlns:a16="http://schemas.microsoft.com/office/drawing/2014/main" id="{F3BE31AC-E09E-7A91-37AF-EDEB179EBCB8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0" name="Ellipse 519">
                <a:extLst>
                  <a:ext uri="{FF2B5EF4-FFF2-40B4-BE49-F238E27FC236}">
                    <a16:creationId xmlns:a16="http://schemas.microsoft.com/office/drawing/2014/main" id="{F9B921FB-067D-EA44-6F71-4CAC3DF21036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1" name="Ellipse 520">
                <a:extLst>
                  <a:ext uri="{FF2B5EF4-FFF2-40B4-BE49-F238E27FC236}">
                    <a16:creationId xmlns:a16="http://schemas.microsoft.com/office/drawing/2014/main" id="{9CC0F0E5-8075-3A05-7F60-BA588E668588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2" name="Ellipse 521">
                <a:extLst>
                  <a:ext uri="{FF2B5EF4-FFF2-40B4-BE49-F238E27FC236}">
                    <a16:creationId xmlns:a16="http://schemas.microsoft.com/office/drawing/2014/main" id="{FFD213EE-EFD5-53B6-D858-26B8E75DADB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3" name="Ellipse 522">
                <a:extLst>
                  <a:ext uri="{FF2B5EF4-FFF2-40B4-BE49-F238E27FC236}">
                    <a16:creationId xmlns:a16="http://schemas.microsoft.com/office/drawing/2014/main" id="{768820DC-71B1-2DB0-E90C-EB8C1667E84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4" name="Ellipse 523">
                <a:extLst>
                  <a:ext uri="{FF2B5EF4-FFF2-40B4-BE49-F238E27FC236}">
                    <a16:creationId xmlns:a16="http://schemas.microsoft.com/office/drawing/2014/main" id="{07207308-30DA-DB23-C3B6-D2BCCA4E427D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5" name="Ellipse 524">
                <a:extLst>
                  <a:ext uri="{FF2B5EF4-FFF2-40B4-BE49-F238E27FC236}">
                    <a16:creationId xmlns:a16="http://schemas.microsoft.com/office/drawing/2014/main" id="{7C7D9BBA-5959-EBB0-6DFE-8D66946DF0A3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6" name="Ellipse 525">
                <a:extLst>
                  <a:ext uri="{FF2B5EF4-FFF2-40B4-BE49-F238E27FC236}">
                    <a16:creationId xmlns:a16="http://schemas.microsoft.com/office/drawing/2014/main" id="{750BDAE9-99FA-C281-3DEB-A4FED9AC3E52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7" name="Ellipse 526">
                <a:extLst>
                  <a:ext uri="{FF2B5EF4-FFF2-40B4-BE49-F238E27FC236}">
                    <a16:creationId xmlns:a16="http://schemas.microsoft.com/office/drawing/2014/main" id="{2408039F-F442-9E98-34DA-5722BE5330D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28" name="Gruppieren 527">
              <a:extLst>
                <a:ext uri="{FF2B5EF4-FFF2-40B4-BE49-F238E27FC236}">
                  <a16:creationId xmlns:a16="http://schemas.microsoft.com/office/drawing/2014/main" id="{C67097AA-0AC1-AAF1-DC67-3BCECB3A0D0C}"/>
                </a:ext>
              </a:extLst>
            </p:cNvPr>
            <p:cNvGrpSpPr/>
            <p:nvPr/>
          </p:nvGrpSpPr>
          <p:grpSpPr>
            <a:xfrm rot="4912871">
              <a:off x="3337463" y="1731259"/>
              <a:ext cx="2953403" cy="2665423"/>
              <a:chOff x="9535110" y="4663981"/>
              <a:chExt cx="2953403" cy="2665423"/>
            </a:xfrm>
          </p:grpSpPr>
          <p:sp>
            <p:nvSpPr>
              <p:cNvPr id="529" name="Ellipse 528">
                <a:extLst>
                  <a:ext uri="{FF2B5EF4-FFF2-40B4-BE49-F238E27FC236}">
                    <a16:creationId xmlns:a16="http://schemas.microsoft.com/office/drawing/2014/main" id="{2E2A6B18-024C-4D82-C5AC-BACC37CCE1DA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0" name="Ellipse 529">
                <a:extLst>
                  <a:ext uri="{FF2B5EF4-FFF2-40B4-BE49-F238E27FC236}">
                    <a16:creationId xmlns:a16="http://schemas.microsoft.com/office/drawing/2014/main" id="{74F723A3-9ADE-2DF7-32EB-F6EF247EE47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1" name="Ellipse 530">
                <a:extLst>
                  <a:ext uri="{FF2B5EF4-FFF2-40B4-BE49-F238E27FC236}">
                    <a16:creationId xmlns:a16="http://schemas.microsoft.com/office/drawing/2014/main" id="{0C11754A-7A29-19FB-84B1-5E72B4147695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2" name="Ellipse 531">
                <a:extLst>
                  <a:ext uri="{FF2B5EF4-FFF2-40B4-BE49-F238E27FC236}">
                    <a16:creationId xmlns:a16="http://schemas.microsoft.com/office/drawing/2014/main" id="{CFEDBD90-A966-80DB-536F-F4448EB2B6EA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3" name="Ellipse 532">
                <a:extLst>
                  <a:ext uri="{FF2B5EF4-FFF2-40B4-BE49-F238E27FC236}">
                    <a16:creationId xmlns:a16="http://schemas.microsoft.com/office/drawing/2014/main" id="{6BD0708E-9839-5225-F8B8-DC58EEA23E4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4" name="Ellipse 533">
                <a:extLst>
                  <a:ext uri="{FF2B5EF4-FFF2-40B4-BE49-F238E27FC236}">
                    <a16:creationId xmlns:a16="http://schemas.microsoft.com/office/drawing/2014/main" id="{8B76242D-3C98-F810-FB4F-BEF678D8081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5" name="Ellipse 534">
                <a:extLst>
                  <a:ext uri="{FF2B5EF4-FFF2-40B4-BE49-F238E27FC236}">
                    <a16:creationId xmlns:a16="http://schemas.microsoft.com/office/drawing/2014/main" id="{893F35BA-3743-AB32-1584-88A9DD9BA7EA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6" name="Ellipse 535">
                <a:extLst>
                  <a:ext uri="{FF2B5EF4-FFF2-40B4-BE49-F238E27FC236}">
                    <a16:creationId xmlns:a16="http://schemas.microsoft.com/office/drawing/2014/main" id="{DD2F60B4-DCDA-05C7-A3A3-ECCE406AE45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7" name="Ellipse 536">
                <a:extLst>
                  <a:ext uri="{FF2B5EF4-FFF2-40B4-BE49-F238E27FC236}">
                    <a16:creationId xmlns:a16="http://schemas.microsoft.com/office/drawing/2014/main" id="{E859EFEC-4D2D-82DF-303B-6AF4A6633335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8" name="Ellipse 537">
                <a:extLst>
                  <a:ext uri="{FF2B5EF4-FFF2-40B4-BE49-F238E27FC236}">
                    <a16:creationId xmlns:a16="http://schemas.microsoft.com/office/drawing/2014/main" id="{50434FA3-A3E0-AD30-B67C-DF76B8BBCD54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9" name="Ellipse 538">
                <a:extLst>
                  <a:ext uri="{FF2B5EF4-FFF2-40B4-BE49-F238E27FC236}">
                    <a16:creationId xmlns:a16="http://schemas.microsoft.com/office/drawing/2014/main" id="{561B479A-9C9C-DA25-949A-1696B6D8A250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0" name="Ellipse 539">
                <a:extLst>
                  <a:ext uri="{FF2B5EF4-FFF2-40B4-BE49-F238E27FC236}">
                    <a16:creationId xmlns:a16="http://schemas.microsoft.com/office/drawing/2014/main" id="{6F034023-8BF9-3293-DF37-D5E37CD92F0E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1" name="Ellipse 540">
                <a:extLst>
                  <a:ext uri="{FF2B5EF4-FFF2-40B4-BE49-F238E27FC236}">
                    <a16:creationId xmlns:a16="http://schemas.microsoft.com/office/drawing/2014/main" id="{4F77067E-6B11-503F-5BF0-E11C2B7B845A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2" name="Ellipse 541">
                <a:extLst>
                  <a:ext uri="{FF2B5EF4-FFF2-40B4-BE49-F238E27FC236}">
                    <a16:creationId xmlns:a16="http://schemas.microsoft.com/office/drawing/2014/main" id="{F62C6713-651A-0DB7-3B25-4A94D4068E71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3" name="Ellipse 542">
                <a:extLst>
                  <a:ext uri="{FF2B5EF4-FFF2-40B4-BE49-F238E27FC236}">
                    <a16:creationId xmlns:a16="http://schemas.microsoft.com/office/drawing/2014/main" id="{D6271D3B-C530-3409-4882-BF8B6AE45161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4" name="Ellipse 543">
                <a:extLst>
                  <a:ext uri="{FF2B5EF4-FFF2-40B4-BE49-F238E27FC236}">
                    <a16:creationId xmlns:a16="http://schemas.microsoft.com/office/drawing/2014/main" id="{A1096107-7C43-F009-FA68-10B44B48ECBC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5" name="Ellipse 544">
                <a:extLst>
                  <a:ext uri="{FF2B5EF4-FFF2-40B4-BE49-F238E27FC236}">
                    <a16:creationId xmlns:a16="http://schemas.microsoft.com/office/drawing/2014/main" id="{4B84EE46-C350-8F3D-E4AE-3D851E3B14D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6" name="Ellipse 545">
                <a:extLst>
                  <a:ext uri="{FF2B5EF4-FFF2-40B4-BE49-F238E27FC236}">
                    <a16:creationId xmlns:a16="http://schemas.microsoft.com/office/drawing/2014/main" id="{C8E752D1-F238-B4E7-8AF4-E15A1067D51C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7" name="Ellipse 546">
                <a:extLst>
                  <a:ext uri="{FF2B5EF4-FFF2-40B4-BE49-F238E27FC236}">
                    <a16:creationId xmlns:a16="http://schemas.microsoft.com/office/drawing/2014/main" id="{86500A67-7123-62F3-2AF7-C81B7B1D384F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8" name="Ellipse 547">
                <a:extLst>
                  <a:ext uri="{FF2B5EF4-FFF2-40B4-BE49-F238E27FC236}">
                    <a16:creationId xmlns:a16="http://schemas.microsoft.com/office/drawing/2014/main" id="{53B62513-38E7-2537-0FCB-0FB356AB2AE1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9" name="Ellipse 548">
                <a:extLst>
                  <a:ext uri="{FF2B5EF4-FFF2-40B4-BE49-F238E27FC236}">
                    <a16:creationId xmlns:a16="http://schemas.microsoft.com/office/drawing/2014/main" id="{94C835AC-3FF8-82F1-163F-4D1918A7991A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0" name="Ellipse 549">
                <a:extLst>
                  <a:ext uri="{FF2B5EF4-FFF2-40B4-BE49-F238E27FC236}">
                    <a16:creationId xmlns:a16="http://schemas.microsoft.com/office/drawing/2014/main" id="{2CCD811D-3073-DFFA-BE2E-ACA2E8A47C97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1" name="Ellipse 550">
                <a:extLst>
                  <a:ext uri="{FF2B5EF4-FFF2-40B4-BE49-F238E27FC236}">
                    <a16:creationId xmlns:a16="http://schemas.microsoft.com/office/drawing/2014/main" id="{2FCD8766-D053-EB5C-9801-50C90F76807C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2" name="Ellipse 551">
                <a:extLst>
                  <a:ext uri="{FF2B5EF4-FFF2-40B4-BE49-F238E27FC236}">
                    <a16:creationId xmlns:a16="http://schemas.microsoft.com/office/drawing/2014/main" id="{1DC1DCDC-5BC9-F49F-AC0F-B8F00AAAE760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3" name="Ellipse 552">
                <a:extLst>
                  <a:ext uri="{FF2B5EF4-FFF2-40B4-BE49-F238E27FC236}">
                    <a16:creationId xmlns:a16="http://schemas.microsoft.com/office/drawing/2014/main" id="{15F396B6-6EE9-EC6D-FABC-83C744BFAA87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54" name="Gruppieren 553">
              <a:extLst>
                <a:ext uri="{FF2B5EF4-FFF2-40B4-BE49-F238E27FC236}">
                  <a16:creationId xmlns:a16="http://schemas.microsoft.com/office/drawing/2014/main" id="{77776008-9DD7-69EF-A652-68246B8F9B70}"/>
                </a:ext>
              </a:extLst>
            </p:cNvPr>
            <p:cNvGrpSpPr/>
            <p:nvPr/>
          </p:nvGrpSpPr>
          <p:grpSpPr>
            <a:xfrm rot="17100000">
              <a:off x="-759187" y="3128547"/>
              <a:ext cx="4629584" cy="2788981"/>
              <a:chOff x="-324210" y="4706992"/>
              <a:chExt cx="4629584" cy="2788981"/>
            </a:xfrm>
          </p:grpSpPr>
          <p:sp>
            <p:nvSpPr>
              <p:cNvPr id="555" name="Ellipse 554">
                <a:extLst>
                  <a:ext uri="{FF2B5EF4-FFF2-40B4-BE49-F238E27FC236}">
                    <a16:creationId xmlns:a16="http://schemas.microsoft.com/office/drawing/2014/main" id="{B36014FF-82AD-5C72-B6F1-71440CB72A3A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6" name="Ellipse 555">
                <a:extLst>
                  <a:ext uri="{FF2B5EF4-FFF2-40B4-BE49-F238E27FC236}">
                    <a16:creationId xmlns:a16="http://schemas.microsoft.com/office/drawing/2014/main" id="{B5A15CDB-2A06-3601-C291-81680257D47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7" name="Ellipse 556">
                <a:extLst>
                  <a:ext uri="{FF2B5EF4-FFF2-40B4-BE49-F238E27FC236}">
                    <a16:creationId xmlns:a16="http://schemas.microsoft.com/office/drawing/2014/main" id="{704A6F9D-B3B3-5DA1-BEF0-E6F96E4418CA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8" name="Ellipse 557">
                <a:extLst>
                  <a:ext uri="{FF2B5EF4-FFF2-40B4-BE49-F238E27FC236}">
                    <a16:creationId xmlns:a16="http://schemas.microsoft.com/office/drawing/2014/main" id="{0E6FDE0D-417C-BFE0-6EC2-8A6E8FCEE107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9" name="Ellipse 558">
                <a:extLst>
                  <a:ext uri="{FF2B5EF4-FFF2-40B4-BE49-F238E27FC236}">
                    <a16:creationId xmlns:a16="http://schemas.microsoft.com/office/drawing/2014/main" id="{290EB1E1-6AB0-0B68-DF98-E59587865AEB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0" name="Ellipse 559">
                <a:extLst>
                  <a:ext uri="{FF2B5EF4-FFF2-40B4-BE49-F238E27FC236}">
                    <a16:creationId xmlns:a16="http://schemas.microsoft.com/office/drawing/2014/main" id="{47B1D3F0-7F50-182C-7EC3-6412CB64DEDE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1" name="Ellipse 560">
                <a:extLst>
                  <a:ext uri="{FF2B5EF4-FFF2-40B4-BE49-F238E27FC236}">
                    <a16:creationId xmlns:a16="http://schemas.microsoft.com/office/drawing/2014/main" id="{CC51720A-5814-0A9B-9028-DDB05A286A1F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2" name="Ellipse 561">
                <a:extLst>
                  <a:ext uri="{FF2B5EF4-FFF2-40B4-BE49-F238E27FC236}">
                    <a16:creationId xmlns:a16="http://schemas.microsoft.com/office/drawing/2014/main" id="{40D8CFAD-9EA2-BC59-188D-7976DEE1799E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3" name="Ellipse 562">
                <a:extLst>
                  <a:ext uri="{FF2B5EF4-FFF2-40B4-BE49-F238E27FC236}">
                    <a16:creationId xmlns:a16="http://schemas.microsoft.com/office/drawing/2014/main" id="{DFA76DF5-188C-673B-6425-C0A4052204C6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4" name="Ellipse 563">
                <a:extLst>
                  <a:ext uri="{FF2B5EF4-FFF2-40B4-BE49-F238E27FC236}">
                    <a16:creationId xmlns:a16="http://schemas.microsoft.com/office/drawing/2014/main" id="{6E190211-03DE-018D-46E7-0BFB480D92BD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5" name="Ellipse 564">
                <a:extLst>
                  <a:ext uri="{FF2B5EF4-FFF2-40B4-BE49-F238E27FC236}">
                    <a16:creationId xmlns:a16="http://schemas.microsoft.com/office/drawing/2014/main" id="{31FBB2F7-96F3-2D25-732C-31A60CE0F962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6" name="Ellipse 565">
                <a:extLst>
                  <a:ext uri="{FF2B5EF4-FFF2-40B4-BE49-F238E27FC236}">
                    <a16:creationId xmlns:a16="http://schemas.microsoft.com/office/drawing/2014/main" id="{9C6EEDBE-A402-E1B8-EF8F-844A6E1ADE4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7" name="Ellipse 566">
                <a:extLst>
                  <a:ext uri="{FF2B5EF4-FFF2-40B4-BE49-F238E27FC236}">
                    <a16:creationId xmlns:a16="http://schemas.microsoft.com/office/drawing/2014/main" id="{9BB5ACE4-1690-7CB1-D02D-33BEC15504D3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8" name="Ellipse 567">
                <a:extLst>
                  <a:ext uri="{FF2B5EF4-FFF2-40B4-BE49-F238E27FC236}">
                    <a16:creationId xmlns:a16="http://schemas.microsoft.com/office/drawing/2014/main" id="{6A582F78-B7B5-AFD8-2832-59A4E97E7ECD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9" name="Ellipse 568">
                <a:extLst>
                  <a:ext uri="{FF2B5EF4-FFF2-40B4-BE49-F238E27FC236}">
                    <a16:creationId xmlns:a16="http://schemas.microsoft.com/office/drawing/2014/main" id="{F9DEBCA5-E052-28CE-79CF-0DB2282D48A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0" name="Ellipse 569">
                <a:extLst>
                  <a:ext uri="{FF2B5EF4-FFF2-40B4-BE49-F238E27FC236}">
                    <a16:creationId xmlns:a16="http://schemas.microsoft.com/office/drawing/2014/main" id="{726462F3-2C85-3326-5B57-5F38CBC58E50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1" name="Ellipse 570">
                <a:extLst>
                  <a:ext uri="{FF2B5EF4-FFF2-40B4-BE49-F238E27FC236}">
                    <a16:creationId xmlns:a16="http://schemas.microsoft.com/office/drawing/2014/main" id="{24BECA73-0677-3C12-7F52-3716F67BDCE6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2" name="Ellipse 571">
                <a:extLst>
                  <a:ext uri="{FF2B5EF4-FFF2-40B4-BE49-F238E27FC236}">
                    <a16:creationId xmlns:a16="http://schemas.microsoft.com/office/drawing/2014/main" id="{0BB776BF-D597-A657-4CA6-432A651B34BC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3" name="Ellipse 572">
                <a:extLst>
                  <a:ext uri="{FF2B5EF4-FFF2-40B4-BE49-F238E27FC236}">
                    <a16:creationId xmlns:a16="http://schemas.microsoft.com/office/drawing/2014/main" id="{8D62D57B-D61D-990E-C2E8-E0E9DC22B5DE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4" name="Ellipse 573">
                <a:extLst>
                  <a:ext uri="{FF2B5EF4-FFF2-40B4-BE49-F238E27FC236}">
                    <a16:creationId xmlns:a16="http://schemas.microsoft.com/office/drawing/2014/main" id="{9DCFFD22-54EB-D087-AD4D-52CE8E99673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5" name="Ellipse 574">
                <a:extLst>
                  <a:ext uri="{FF2B5EF4-FFF2-40B4-BE49-F238E27FC236}">
                    <a16:creationId xmlns:a16="http://schemas.microsoft.com/office/drawing/2014/main" id="{AF1E7B8E-59CA-AE8B-8410-12AFD31B6BE7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6" name="Ellipse 575">
                <a:extLst>
                  <a:ext uri="{FF2B5EF4-FFF2-40B4-BE49-F238E27FC236}">
                    <a16:creationId xmlns:a16="http://schemas.microsoft.com/office/drawing/2014/main" id="{E38FC630-7428-9F5F-A220-9CF3CBD01B7D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7" name="Ellipse 576">
                <a:extLst>
                  <a:ext uri="{FF2B5EF4-FFF2-40B4-BE49-F238E27FC236}">
                    <a16:creationId xmlns:a16="http://schemas.microsoft.com/office/drawing/2014/main" id="{D55E519A-9F5E-F23F-68D2-C60CABF7F7D6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8" name="Ellipse 577">
                <a:extLst>
                  <a:ext uri="{FF2B5EF4-FFF2-40B4-BE49-F238E27FC236}">
                    <a16:creationId xmlns:a16="http://schemas.microsoft.com/office/drawing/2014/main" id="{2EBFA6B4-44BC-EA3E-DF34-912B7C80AF71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9" name="Ellipse 578">
                <a:extLst>
                  <a:ext uri="{FF2B5EF4-FFF2-40B4-BE49-F238E27FC236}">
                    <a16:creationId xmlns:a16="http://schemas.microsoft.com/office/drawing/2014/main" id="{D0B7BDA8-03FC-FADD-3E53-507B948A88AD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0" name="Ellipse 579">
                <a:extLst>
                  <a:ext uri="{FF2B5EF4-FFF2-40B4-BE49-F238E27FC236}">
                    <a16:creationId xmlns:a16="http://schemas.microsoft.com/office/drawing/2014/main" id="{4B526BA8-AC18-F740-19E0-AA10CB251F28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1" name="Ellipse 580">
                <a:extLst>
                  <a:ext uri="{FF2B5EF4-FFF2-40B4-BE49-F238E27FC236}">
                    <a16:creationId xmlns:a16="http://schemas.microsoft.com/office/drawing/2014/main" id="{0D2CB272-4FFF-6910-CC0D-B4A60DBA2BDE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2" name="Ellipse 581">
                <a:extLst>
                  <a:ext uri="{FF2B5EF4-FFF2-40B4-BE49-F238E27FC236}">
                    <a16:creationId xmlns:a16="http://schemas.microsoft.com/office/drawing/2014/main" id="{8A01F87A-E521-564C-55C0-F30DB25930D0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583" name="Gruppieren 582">
              <a:extLst>
                <a:ext uri="{FF2B5EF4-FFF2-40B4-BE49-F238E27FC236}">
                  <a16:creationId xmlns:a16="http://schemas.microsoft.com/office/drawing/2014/main" id="{55D29C3C-4FBC-9FF2-FB91-E24AA4BE240F}"/>
                </a:ext>
              </a:extLst>
            </p:cNvPr>
            <p:cNvGrpSpPr/>
            <p:nvPr/>
          </p:nvGrpSpPr>
          <p:grpSpPr>
            <a:xfrm rot="6300000">
              <a:off x="29553" y="2588072"/>
              <a:ext cx="4629584" cy="2788981"/>
              <a:chOff x="-324210" y="4706992"/>
              <a:chExt cx="4629584" cy="2788981"/>
            </a:xfrm>
          </p:grpSpPr>
          <p:sp>
            <p:nvSpPr>
              <p:cNvPr id="584" name="Ellipse 583">
                <a:extLst>
                  <a:ext uri="{FF2B5EF4-FFF2-40B4-BE49-F238E27FC236}">
                    <a16:creationId xmlns:a16="http://schemas.microsoft.com/office/drawing/2014/main" id="{1E9DD232-A28E-0E47-B5F6-2C3F945DFC25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5" name="Ellipse 584">
                <a:extLst>
                  <a:ext uri="{FF2B5EF4-FFF2-40B4-BE49-F238E27FC236}">
                    <a16:creationId xmlns:a16="http://schemas.microsoft.com/office/drawing/2014/main" id="{591C2066-5367-7E90-1BC8-DE442FC777EA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6" name="Ellipse 585">
                <a:extLst>
                  <a:ext uri="{FF2B5EF4-FFF2-40B4-BE49-F238E27FC236}">
                    <a16:creationId xmlns:a16="http://schemas.microsoft.com/office/drawing/2014/main" id="{BBC5CD2D-DE18-58DC-94E9-E03E25892039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7" name="Ellipse 586">
                <a:extLst>
                  <a:ext uri="{FF2B5EF4-FFF2-40B4-BE49-F238E27FC236}">
                    <a16:creationId xmlns:a16="http://schemas.microsoft.com/office/drawing/2014/main" id="{B17F4E60-84BF-3C26-BE75-0CD17AC0AC8B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8" name="Ellipse 587">
                <a:extLst>
                  <a:ext uri="{FF2B5EF4-FFF2-40B4-BE49-F238E27FC236}">
                    <a16:creationId xmlns:a16="http://schemas.microsoft.com/office/drawing/2014/main" id="{4DBAC59C-8203-0D96-E3BE-36D0B29FDBD7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9" name="Ellipse 588">
                <a:extLst>
                  <a:ext uri="{FF2B5EF4-FFF2-40B4-BE49-F238E27FC236}">
                    <a16:creationId xmlns:a16="http://schemas.microsoft.com/office/drawing/2014/main" id="{87A150B1-FBA6-14C9-2E8C-4078E811E83E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0" name="Ellipse 589">
                <a:extLst>
                  <a:ext uri="{FF2B5EF4-FFF2-40B4-BE49-F238E27FC236}">
                    <a16:creationId xmlns:a16="http://schemas.microsoft.com/office/drawing/2014/main" id="{41D12A71-6C92-8629-3ECC-E298C81DE6D5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1" name="Ellipse 590">
                <a:extLst>
                  <a:ext uri="{FF2B5EF4-FFF2-40B4-BE49-F238E27FC236}">
                    <a16:creationId xmlns:a16="http://schemas.microsoft.com/office/drawing/2014/main" id="{A50BDFF6-B076-58E9-C610-62C288CFAAA5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2" name="Ellipse 591">
                <a:extLst>
                  <a:ext uri="{FF2B5EF4-FFF2-40B4-BE49-F238E27FC236}">
                    <a16:creationId xmlns:a16="http://schemas.microsoft.com/office/drawing/2014/main" id="{8193DB68-8950-EE5C-EB58-9092A36FE2DE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3" name="Ellipse 592">
                <a:extLst>
                  <a:ext uri="{FF2B5EF4-FFF2-40B4-BE49-F238E27FC236}">
                    <a16:creationId xmlns:a16="http://schemas.microsoft.com/office/drawing/2014/main" id="{E030464A-4B35-D785-6C21-DB663A11AAB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4" name="Ellipse 593">
                <a:extLst>
                  <a:ext uri="{FF2B5EF4-FFF2-40B4-BE49-F238E27FC236}">
                    <a16:creationId xmlns:a16="http://schemas.microsoft.com/office/drawing/2014/main" id="{D19BA8F9-D738-8FDF-9EF3-1BD9CB4571B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5" name="Ellipse 594">
                <a:extLst>
                  <a:ext uri="{FF2B5EF4-FFF2-40B4-BE49-F238E27FC236}">
                    <a16:creationId xmlns:a16="http://schemas.microsoft.com/office/drawing/2014/main" id="{65F6B4C4-17E1-58EE-1594-7D64EB58AB20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6" name="Ellipse 595">
                <a:extLst>
                  <a:ext uri="{FF2B5EF4-FFF2-40B4-BE49-F238E27FC236}">
                    <a16:creationId xmlns:a16="http://schemas.microsoft.com/office/drawing/2014/main" id="{273FF469-CE7D-D511-F084-7A503788A98E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7" name="Ellipse 596">
                <a:extLst>
                  <a:ext uri="{FF2B5EF4-FFF2-40B4-BE49-F238E27FC236}">
                    <a16:creationId xmlns:a16="http://schemas.microsoft.com/office/drawing/2014/main" id="{C4AE0C17-1049-31C3-98FB-3BAF0E344922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8" name="Ellipse 597">
                <a:extLst>
                  <a:ext uri="{FF2B5EF4-FFF2-40B4-BE49-F238E27FC236}">
                    <a16:creationId xmlns:a16="http://schemas.microsoft.com/office/drawing/2014/main" id="{FEDF0BB6-C953-7F2C-D831-3BD8551E71AC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99" name="Ellipse 598">
                <a:extLst>
                  <a:ext uri="{FF2B5EF4-FFF2-40B4-BE49-F238E27FC236}">
                    <a16:creationId xmlns:a16="http://schemas.microsoft.com/office/drawing/2014/main" id="{925DE1C7-65FE-93E7-E596-66938B2A573C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0" name="Ellipse 599">
                <a:extLst>
                  <a:ext uri="{FF2B5EF4-FFF2-40B4-BE49-F238E27FC236}">
                    <a16:creationId xmlns:a16="http://schemas.microsoft.com/office/drawing/2014/main" id="{98EB63B2-20BC-4CA3-C4D7-281DC0A46C3A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1" name="Ellipse 600">
                <a:extLst>
                  <a:ext uri="{FF2B5EF4-FFF2-40B4-BE49-F238E27FC236}">
                    <a16:creationId xmlns:a16="http://schemas.microsoft.com/office/drawing/2014/main" id="{746D28AA-039C-CA52-F82A-2285E7C552C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2" name="Ellipse 601">
                <a:extLst>
                  <a:ext uri="{FF2B5EF4-FFF2-40B4-BE49-F238E27FC236}">
                    <a16:creationId xmlns:a16="http://schemas.microsoft.com/office/drawing/2014/main" id="{E3A08D91-141E-CC34-FEF0-A05E3450D7D2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3" name="Ellipse 602">
                <a:extLst>
                  <a:ext uri="{FF2B5EF4-FFF2-40B4-BE49-F238E27FC236}">
                    <a16:creationId xmlns:a16="http://schemas.microsoft.com/office/drawing/2014/main" id="{1ED5C6BE-5A80-DC55-40EC-76AD1577D96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4" name="Ellipse 603">
                <a:extLst>
                  <a:ext uri="{FF2B5EF4-FFF2-40B4-BE49-F238E27FC236}">
                    <a16:creationId xmlns:a16="http://schemas.microsoft.com/office/drawing/2014/main" id="{F0F49CB6-84C8-1E1C-CFBA-C239046AAD7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5" name="Ellipse 604">
                <a:extLst>
                  <a:ext uri="{FF2B5EF4-FFF2-40B4-BE49-F238E27FC236}">
                    <a16:creationId xmlns:a16="http://schemas.microsoft.com/office/drawing/2014/main" id="{644B8D60-BFB5-2C87-A47E-41853B110116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6" name="Ellipse 605">
                <a:extLst>
                  <a:ext uri="{FF2B5EF4-FFF2-40B4-BE49-F238E27FC236}">
                    <a16:creationId xmlns:a16="http://schemas.microsoft.com/office/drawing/2014/main" id="{38170608-E1D6-E65F-6FD4-BF55425CC22E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7" name="Ellipse 606">
                <a:extLst>
                  <a:ext uri="{FF2B5EF4-FFF2-40B4-BE49-F238E27FC236}">
                    <a16:creationId xmlns:a16="http://schemas.microsoft.com/office/drawing/2014/main" id="{D4C087A1-E131-99F6-CA02-285E1B8AAEF9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8" name="Ellipse 607">
                <a:extLst>
                  <a:ext uri="{FF2B5EF4-FFF2-40B4-BE49-F238E27FC236}">
                    <a16:creationId xmlns:a16="http://schemas.microsoft.com/office/drawing/2014/main" id="{F793DFC1-F5F1-3140-9481-678458D8AFE8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09" name="Ellipse 608">
                <a:extLst>
                  <a:ext uri="{FF2B5EF4-FFF2-40B4-BE49-F238E27FC236}">
                    <a16:creationId xmlns:a16="http://schemas.microsoft.com/office/drawing/2014/main" id="{3908D7C1-1EDC-41E6-44A6-251872786789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0" name="Ellipse 609">
                <a:extLst>
                  <a:ext uri="{FF2B5EF4-FFF2-40B4-BE49-F238E27FC236}">
                    <a16:creationId xmlns:a16="http://schemas.microsoft.com/office/drawing/2014/main" id="{4D6D7C0F-CF39-1A05-51B7-EAC595E952C4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1" name="Ellipse 610">
                <a:extLst>
                  <a:ext uri="{FF2B5EF4-FFF2-40B4-BE49-F238E27FC236}">
                    <a16:creationId xmlns:a16="http://schemas.microsoft.com/office/drawing/2014/main" id="{F1BA40AF-A138-4F9D-E53F-491319ED1F4C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612" name="Gruppieren 611">
              <a:extLst>
                <a:ext uri="{FF2B5EF4-FFF2-40B4-BE49-F238E27FC236}">
                  <a16:creationId xmlns:a16="http://schemas.microsoft.com/office/drawing/2014/main" id="{44A0EDA2-E844-E9DE-6A5F-B8D89CD13026}"/>
                </a:ext>
              </a:extLst>
            </p:cNvPr>
            <p:cNvGrpSpPr/>
            <p:nvPr/>
          </p:nvGrpSpPr>
          <p:grpSpPr>
            <a:xfrm rot="6300000">
              <a:off x="-2222328" y="3461529"/>
              <a:ext cx="4629584" cy="2788981"/>
              <a:chOff x="-324210" y="4706992"/>
              <a:chExt cx="4629584" cy="2788981"/>
            </a:xfrm>
          </p:grpSpPr>
          <p:sp>
            <p:nvSpPr>
              <p:cNvPr id="613" name="Ellipse 612">
                <a:extLst>
                  <a:ext uri="{FF2B5EF4-FFF2-40B4-BE49-F238E27FC236}">
                    <a16:creationId xmlns:a16="http://schemas.microsoft.com/office/drawing/2014/main" id="{EBA46A78-6EAC-341E-11E7-4FEAD4E1293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4" name="Ellipse 613">
                <a:extLst>
                  <a:ext uri="{FF2B5EF4-FFF2-40B4-BE49-F238E27FC236}">
                    <a16:creationId xmlns:a16="http://schemas.microsoft.com/office/drawing/2014/main" id="{C91418B1-6261-14DB-E992-1FE42CA9312B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5" name="Ellipse 614">
                <a:extLst>
                  <a:ext uri="{FF2B5EF4-FFF2-40B4-BE49-F238E27FC236}">
                    <a16:creationId xmlns:a16="http://schemas.microsoft.com/office/drawing/2014/main" id="{9984F8DE-03A3-FDCC-F7FF-8D85E24E3E9D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6" name="Ellipse 615">
                <a:extLst>
                  <a:ext uri="{FF2B5EF4-FFF2-40B4-BE49-F238E27FC236}">
                    <a16:creationId xmlns:a16="http://schemas.microsoft.com/office/drawing/2014/main" id="{940B0451-1DB5-15A6-91AB-54219F7A3B8B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7" name="Ellipse 616">
                <a:extLst>
                  <a:ext uri="{FF2B5EF4-FFF2-40B4-BE49-F238E27FC236}">
                    <a16:creationId xmlns:a16="http://schemas.microsoft.com/office/drawing/2014/main" id="{5DCA6BB9-5627-867B-F5C9-E841CB15C689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8" name="Ellipse 617">
                <a:extLst>
                  <a:ext uri="{FF2B5EF4-FFF2-40B4-BE49-F238E27FC236}">
                    <a16:creationId xmlns:a16="http://schemas.microsoft.com/office/drawing/2014/main" id="{6C3AB0A7-9812-2119-F2C1-6EC6A9CEF91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19" name="Ellipse 618">
                <a:extLst>
                  <a:ext uri="{FF2B5EF4-FFF2-40B4-BE49-F238E27FC236}">
                    <a16:creationId xmlns:a16="http://schemas.microsoft.com/office/drawing/2014/main" id="{3F5931A7-BB32-1881-6C87-60CDCC4AC6E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0" name="Ellipse 619">
                <a:extLst>
                  <a:ext uri="{FF2B5EF4-FFF2-40B4-BE49-F238E27FC236}">
                    <a16:creationId xmlns:a16="http://schemas.microsoft.com/office/drawing/2014/main" id="{2FB1E607-914D-A4D7-6C7C-01E5141A9B7E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1" name="Ellipse 620">
                <a:extLst>
                  <a:ext uri="{FF2B5EF4-FFF2-40B4-BE49-F238E27FC236}">
                    <a16:creationId xmlns:a16="http://schemas.microsoft.com/office/drawing/2014/main" id="{CEE025CB-FA2C-A67E-55F6-57B3DF4D4F66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2" name="Ellipse 621">
                <a:extLst>
                  <a:ext uri="{FF2B5EF4-FFF2-40B4-BE49-F238E27FC236}">
                    <a16:creationId xmlns:a16="http://schemas.microsoft.com/office/drawing/2014/main" id="{830EF937-E704-92BB-E338-E0808AD40173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3" name="Ellipse 622">
                <a:extLst>
                  <a:ext uri="{FF2B5EF4-FFF2-40B4-BE49-F238E27FC236}">
                    <a16:creationId xmlns:a16="http://schemas.microsoft.com/office/drawing/2014/main" id="{D4EEEAFC-1592-ECCA-6EBE-CAEAD1350E50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4" name="Ellipse 623">
                <a:extLst>
                  <a:ext uri="{FF2B5EF4-FFF2-40B4-BE49-F238E27FC236}">
                    <a16:creationId xmlns:a16="http://schemas.microsoft.com/office/drawing/2014/main" id="{83682A89-D78E-9879-343A-AC7541F8A1C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5" name="Ellipse 624">
                <a:extLst>
                  <a:ext uri="{FF2B5EF4-FFF2-40B4-BE49-F238E27FC236}">
                    <a16:creationId xmlns:a16="http://schemas.microsoft.com/office/drawing/2014/main" id="{48C2513F-A923-D6D1-DDB0-2F7DFFECD6C3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6" name="Ellipse 625">
                <a:extLst>
                  <a:ext uri="{FF2B5EF4-FFF2-40B4-BE49-F238E27FC236}">
                    <a16:creationId xmlns:a16="http://schemas.microsoft.com/office/drawing/2014/main" id="{C430EAB8-62F2-61FC-10AB-4F76789FD0EA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7" name="Ellipse 626">
                <a:extLst>
                  <a:ext uri="{FF2B5EF4-FFF2-40B4-BE49-F238E27FC236}">
                    <a16:creationId xmlns:a16="http://schemas.microsoft.com/office/drawing/2014/main" id="{CF3C157D-1FC4-8FB4-9297-3E48D470AAD3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8" name="Ellipse 627">
                <a:extLst>
                  <a:ext uri="{FF2B5EF4-FFF2-40B4-BE49-F238E27FC236}">
                    <a16:creationId xmlns:a16="http://schemas.microsoft.com/office/drawing/2014/main" id="{43EE6DDF-ADD4-7703-C56E-5DDFF0A1E99E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29" name="Ellipse 628">
                <a:extLst>
                  <a:ext uri="{FF2B5EF4-FFF2-40B4-BE49-F238E27FC236}">
                    <a16:creationId xmlns:a16="http://schemas.microsoft.com/office/drawing/2014/main" id="{9FE0331E-8F1B-CD4D-966B-0B9DFD6720A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0" name="Ellipse 629">
                <a:extLst>
                  <a:ext uri="{FF2B5EF4-FFF2-40B4-BE49-F238E27FC236}">
                    <a16:creationId xmlns:a16="http://schemas.microsoft.com/office/drawing/2014/main" id="{043718DC-A809-69C8-3FEF-5E022BA21C84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1" name="Ellipse 630">
                <a:extLst>
                  <a:ext uri="{FF2B5EF4-FFF2-40B4-BE49-F238E27FC236}">
                    <a16:creationId xmlns:a16="http://schemas.microsoft.com/office/drawing/2014/main" id="{46A363BC-A5F3-6ECA-3DB8-B4D15DBD4CA3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2" name="Ellipse 631">
                <a:extLst>
                  <a:ext uri="{FF2B5EF4-FFF2-40B4-BE49-F238E27FC236}">
                    <a16:creationId xmlns:a16="http://schemas.microsoft.com/office/drawing/2014/main" id="{A4B73271-DC52-C9C0-4096-0ED964412D58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3" name="Ellipse 632">
                <a:extLst>
                  <a:ext uri="{FF2B5EF4-FFF2-40B4-BE49-F238E27FC236}">
                    <a16:creationId xmlns:a16="http://schemas.microsoft.com/office/drawing/2014/main" id="{31DB207B-0E53-D972-D3F3-A77B6622EF5F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4" name="Ellipse 633">
                <a:extLst>
                  <a:ext uri="{FF2B5EF4-FFF2-40B4-BE49-F238E27FC236}">
                    <a16:creationId xmlns:a16="http://schemas.microsoft.com/office/drawing/2014/main" id="{9091911D-F654-8572-5DAC-03805489000D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5" name="Ellipse 634">
                <a:extLst>
                  <a:ext uri="{FF2B5EF4-FFF2-40B4-BE49-F238E27FC236}">
                    <a16:creationId xmlns:a16="http://schemas.microsoft.com/office/drawing/2014/main" id="{A40D78EC-81A0-98F3-3D88-B347ECC4F23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6" name="Ellipse 635">
                <a:extLst>
                  <a:ext uri="{FF2B5EF4-FFF2-40B4-BE49-F238E27FC236}">
                    <a16:creationId xmlns:a16="http://schemas.microsoft.com/office/drawing/2014/main" id="{3AA3A42B-2863-389F-ADE1-2BD67E6F531E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7" name="Ellipse 636">
                <a:extLst>
                  <a:ext uri="{FF2B5EF4-FFF2-40B4-BE49-F238E27FC236}">
                    <a16:creationId xmlns:a16="http://schemas.microsoft.com/office/drawing/2014/main" id="{99911666-F072-7693-7AA8-92EB6123183F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8" name="Ellipse 637">
                <a:extLst>
                  <a:ext uri="{FF2B5EF4-FFF2-40B4-BE49-F238E27FC236}">
                    <a16:creationId xmlns:a16="http://schemas.microsoft.com/office/drawing/2014/main" id="{1A6FBC93-FCEC-745C-D8C6-5B6163B8508B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9" name="Ellipse 638">
                <a:extLst>
                  <a:ext uri="{FF2B5EF4-FFF2-40B4-BE49-F238E27FC236}">
                    <a16:creationId xmlns:a16="http://schemas.microsoft.com/office/drawing/2014/main" id="{7D3286B0-1C57-256B-A84A-8ACCFA0B2CD9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0" name="Ellipse 639">
                <a:extLst>
                  <a:ext uri="{FF2B5EF4-FFF2-40B4-BE49-F238E27FC236}">
                    <a16:creationId xmlns:a16="http://schemas.microsoft.com/office/drawing/2014/main" id="{E9BAF000-1640-4E0A-1A5E-93207B4EDB18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641" name="Gruppieren 640">
              <a:extLst>
                <a:ext uri="{FF2B5EF4-FFF2-40B4-BE49-F238E27FC236}">
                  <a16:creationId xmlns:a16="http://schemas.microsoft.com/office/drawing/2014/main" id="{CA820277-861A-F623-8156-9EB653142298}"/>
                </a:ext>
              </a:extLst>
            </p:cNvPr>
            <p:cNvGrpSpPr/>
            <p:nvPr/>
          </p:nvGrpSpPr>
          <p:grpSpPr>
            <a:xfrm rot="6300000">
              <a:off x="-1048166" y="2068769"/>
              <a:ext cx="4629584" cy="2788981"/>
              <a:chOff x="-324210" y="4706992"/>
              <a:chExt cx="4629584" cy="2788981"/>
            </a:xfrm>
          </p:grpSpPr>
          <p:sp>
            <p:nvSpPr>
              <p:cNvPr id="642" name="Ellipse 641">
                <a:extLst>
                  <a:ext uri="{FF2B5EF4-FFF2-40B4-BE49-F238E27FC236}">
                    <a16:creationId xmlns:a16="http://schemas.microsoft.com/office/drawing/2014/main" id="{E9BD5173-DADF-7570-11FF-C4D115E77E10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3" name="Ellipse 642">
                <a:extLst>
                  <a:ext uri="{FF2B5EF4-FFF2-40B4-BE49-F238E27FC236}">
                    <a16:creationId xmlns:a16="http://schemas.microsoft.com/office/drawing/2014/main" id="{9EA5B761-7D72-F6D9-9748-F9042060B36A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4" name="Ellipse 643">
                <a:extLst>
                  <a:ext uri="{FF2B5EF4-FFF2-40B4-BE49-F238E27FC236}">
                    <a16:creationId xmlns:a16="http://schemas.microsoft.com/office/drawing/2014/main" id="{AF96FC1F-819F-F05C-12BD-FB7374E4BB19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5" name="Ellipse 644">
                <a:extLst>
                  <a:ext uri="{FF2B5EF4-FFF2-40B4-BE49-F238E27FC236}">
                    <a16:creationId xmlns:a16="http://schemas.microsoft.com/office/drawing/2014/main" id="{65B57894-DE00-6A30-22DF-846E05C749F0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6" name="Ellipse 645">
                <a:extLst>
                  <a:ext uri="{FF2B5EF4-FFF2-40B4-BE49-F238E27FC236}">
                    <a16:creationId xmlns:a16="http://schemas.microsoft.com/office/drawing/2014/main" id="{7D315D9D-232C-F758-6CD4-4B22A60A6F89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7" name="Ellipse 646">
                <a:extLst>
                  <a:ext uri="{FF2B5EF4-FFF2-40B4-BE49-F238E27FC236}">
                    <a16:creationId xmlns:a16="http://schemas.microsoft.com/office/drawing/2014/main" id="{D1A4625B-BEF5-D4A9-15EC-50EF223767BD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8" name="Ellipse 647">
                <a:extLst>
                  <a:ext uri="{FF2B5EF4-FFF2-40B4-BE49-F238E27FC236}">
                    <a16:creationId xmlns:a16="http://schemas.microsoft.com/office/drawing/2014/main" id="{4D7308C0-47C0-41C3-09F2-D4A9A8BBEDB9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9" name="Ellipse 648">
                <a:extLst>
                  <a:ext uri="{FF2B5EF4-FFF2-40B4-BE49-F238E27FC236}">
                    <a16:creationId xmlns:a16="http://schemas.microsoft.com/office/drawing/2014/main" id="{8FD20DA0-0533-3F5B-0213-C4434B6F6BBC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0" name="Ellipse 649">
                <a:extLst>
                  <a:ext uri="{FF2B5EF4-FFF2-40B4-BE49-F238E27FC236}">
                    <a16:creationId xmlns:a16="http://schemas.microsoft.com/office/drawing/2014/main" id="{992155C5-78A4-A794-2E2E-CD2478A73545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1" name="Ellipse 650">
                <a:extLst>
                  <a:ext uri="{FF2B5EF4-FFF2-40B4-BE49-F238E27FC236}">
                    <a16:creationId xmlns:a16="http://schemas.microsoft.com/office/drawing/2014/main" id="{C6713F4E-F80C-1EB6-6FE9-DC17033F024E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2" name="Ellipse 651">
                <a:extLst>
                  <a:ext uri="{FF2B5EF4-FFF2-40B4-BE49-F238E27FC236}">
                    <a16:creationId xmlns:a16="http://schemas.microsoft.com/office/drawing/2014/main" id="{35BFACBA-9084-CBF0-CF4C-57B34FE1829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3" name="Ellipse 652">
                <a:extLst>
                  <a:ext uri="{FF2B5EF4-FFF2-40B4-BE49-F238E27FC236}">
                    <a16:creationId xmlns:a16="http://schemas.microsoft.com/office/drawing/2014/main" id="{A420AC58-4192-7909-31C0-F498EE0531FF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4" name="Ellipse 653">
                <a:extLst>
                  <a:ext uri="{FF2B5EF4-FFF2-40B4-BE49-F238E27FC236}">
                    <a16:creationId xmlns:a16="http://schemas.microsoft.com/office/drawing/2014/main" id="{DDBBE996-2698-EC6A-31B8-FADA77BEA81A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5" name="Ellipse 654">
                <a:extLst>
                  <a:ext uri="{FF2B5EF4-FFF2-40B4-BE49-F238E27FC236}">
                    <a16:creationId xmlns:a16="http://schemas.microsoft.com/office/drawing/2014/main" id="{C7E92EC3-EF93-08C3-B573-3B1CCF24DB69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6" name="Ellipse 655">
                <a:extLst>
                  <a:ext uri="{FF2B5EF4-FFF2-40B4-BE49-F238E27FC236}">
                    <a16:creationId xmlns:a16="http://schemas.microsoft.com/office/drawing/2014/main" id="{C27C2F17-CDA6-7A71-08C1-A65B1830A49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7" name="Ellipse 656">
                <a:extLst>
                  <a:ext uri="{FF2B5EF4-FFF2-40B4-BE49-F238E27FC236}">
                    <a16:creationId xmlns:a16="http://schemas.microsoft.com/office/drawing/2014/main" id="{6C821832-373B-B8CF-C54E-D42774774528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8" name="Ellipse 657">
                <a:extLst>
                  <a:ext uri="{FF2B5EF4-FFF2-40B4-BE49-F238E27FC236}">
                    <a16:creationId xmlns:a16="http://schemas.microsoft.com/office/drawing/2014/main" id="{6889CF29-C471-E8DE-9A04-FDF94F51CB27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9" name="Ellipse 658">
                <a:extLst>
                  <a:ext uri="{FF2B5EF4-FFF2-40B4-BE49-F238E27FC236}">
                    <a16:creationId xmlns:a16="http://schemas.microsoft.com/office/drawing/2014/main" id="{CDC36809-21C0-AAB5-3CE0-A309B5B736C1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0" name="Ellipse 659">
                <a:extLst>
                  <a:ext uri="{FF2B5EF4-FFF2-40B4-BE49-F238E27FC236}">
                    <a16:creationId xmlns:a16="http://schemas.microsoft.com/office/drawing/2014/main" id="{0D197FEE-9927-2003-C13C-1447758DBFFD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1" name="Ellipse 660">
                <a:extLst>
                  <a:ext uri="{FF2B5EF4-FFF2-40B4-BE49-F238E27FC236}">
                    <a16:creationId xmlns:a16="http://schemas.microsoft.com/office/drawing/2014/main" id="{FA47251B-0C08-C49C-2394-C1D0DDC91F15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2" name="Ellipse 661">
                <a:extLst>
                  <a:ext uri="{FF2B5EF4-FFF2-40B4-BE49-F238E27FC236}">
                    <a16:creationId xmlns:a16="http://schemas.microsoft.com/office/drawing/2014/main" id="{9F9B3458-7A51-3209-2403-81771BF253B0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3" name="Ellipse 662">
                <a:extLst>
                  <a:ext uri="{FF2B5EF4-FFF2-40B4-BE49-F238E27FC236}">
                    <a16:creationId xmlns:a16="http://schemas.microsoft.com/office/drawing/2014/main" id="{8752D307-0E39-E545-93DC-A51F99EBFE64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4" name="Ellipse 663">
                <a:extLst>
                  <a:ext uri="{FF2B5EF4-FFF2-40B4-BE49-F238E27FC236}">
                    <a16:creationId xmlns:a16="http://schemas.microsoft.com/office/drawing/2014/main" id="{7F9C9246-5103-1B4A-DB66-0AA10E185E8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5" name="Ellipse 664">
                <a:extLst>
                  <a:ext uri="{FF2B5EF4-FFF2-40B4-BE49-F238E27FC236}">
                    <a16:creationId xmlns:a16="http://schemas.microsoft.com/office/drawing/2014/main" id="{0206C155-8E25-1B2B-B55E-19ABBA36EC94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6" name="Ellipse 665">
                <a:extLst>
                  <a:ext uri="{FF2B5EF4-FFF2-40B4-BE49-F238E27FC236}">
                    <a16:creationId xmlns:a16="http://schemas.microsoft.com/office/drawing/2014/main" id="{098981C0-BC7A-1792-A70B-FAC31A506841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7" name="Ellipse 666">
                <a:extLst>
                  <a:ext uri="{FF2B5EF4-FFF2-40B4-BE49-F238E27FC236}">
                    <a16:creationId xmlns:a16="http://schemas.microsoft.com/office/drawing/2014/main" id="{E7D58981-CF44-311E-9F06-0DB13FBDF6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8" name="Ellipse 667">
                <a:extLst>
                  <a:ext uri="{FF2B5EF4-FFF2-40B4-BE49-F238E27FC236}">
                    <a16:creationId xmlns:a16="http://schemas.microsoft.com/office/drawing/2014/main" id="{ACB0F4FD-E7CC-DCE0-9178-BDE0869BEFFC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9" name="Ellipse 668">
                <a:extLst>
                  <a:ext uri="{FF2B5EF4-FFF2-40B4-BE49-F238E27FC236}">
                    <a16:creationId xmlns:a16="http://schemas.microsoft.com/office/drawing/2014/main" id="{82D3CE84-FED1-8E90-E6EF-04A3804E1107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671" name="Ellipse 670">
              <a:extLst>
                <a:ext uri="{FF2B5EF4-FFF2-40B4-BE49-F238E27FC236}">
                  <a16:creationId xmlns:a16="http://schemas.microsoft.com/office/drawing/2014/main" id="{1CD855A0-BF94-A147-F080-27EDB0F07094}"/>
                </a:ext>
              </a:extLst>
            </p:cNvPr>
            <p:cNvSpPr/>
            <p:nvPr/>
          </p:nvSpPr>
          <p:spPr>
            <a:xfrm rot="9412871">
              <a:off x="6007237" y="281271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2" name="Ellipse 671">
              <a:extLst>
                <a:ext uri="{FF2B5EF4-FFF2-40B4-BE49-F238E27FC236}">
                  <a16:creationId xmlns:a16="http://schemas.microsoft.com/office/drawing/2014/main" id="{DA6A95A8-F9AC-FC98-9594-E09D9A5AEE66}"/>
                </a:ext>
              </a:extLst>
            </p:cNvPr>
            <p:cNvSpPr/>
            <p:nvPr/>
          </p:nvSpPr>
          <p:spPr>
            <a:xfrm rot="9412871">
              <a:off x="5989875" y="317617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3" name="Ellipse 672">
              <a:extLst>
                <a:ext uri="{FF2B5EF4-FFF2-40B4-BE49-F238E27FC236}">
                  <a16:creationId xmlns:a16="http://schemas.microsoft.com/office/drawing/2014/main" id="{DE86D89C-E5A5-516E-D2C8-4DF6E577A195}"/>
                </a:ext>
              </a:extLst>
            </p:cNvPr>
            <p:cNvSpPr/>
            <p:nvPr/>
          </p:nvSpPr>
          <p:spPr>
            <a:xfrm rot="9412871">
              <a:off x="6181204" y="3494955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4" name="Ellipse 673">
              <a:extLst>
                <a:ext uri="{FF2B5EF4-FFF2-40B4-BE49-F238E27FC236}">
                  <a16:creationId xmlns:a16="http://schemas.microsoft.com/office/drawing/2014/main" id="{DE7AD42C-B2E5-7CE7-5C43-A17556648B9D}"/>
                </a:ext>
              </a:extLst>
            </p:cNvPr>
            <p:cNvSpPr/>
            <p:nvPr/>
          </p:nvSpPr>
          <p:spPr>
            <a:xfrm rot="9412871">
              <a:off x="6117787" y="25054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5" name="Ellipse 674">
              <a:extLst>
                <a:ext uri="{FF2B5EF4-FFF2-40B4-BE49-F238E27FC236}">
                  <a16:creationId xmlns:a16="http://schemas.microsoft.com/office/drawing/2014/main" id="{3AB87FA6-797A-FADD-A11A-94B0F0EBDF93}"/>
                </a:ext>
              </a:extLst>
            </p:cNvPr>
            <p:cNvSpPr/>
            <p:nvPr/>
          </p:nvSpPr>
          <p:spPr>
            <a:xfrm rot="9412871">
              <a:off x="6289305" y="268077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6" name="Ellipse 675">
              <a:extLst>
                <a:ext uri="{FF2B5EF4-FFF2-40B4-BE49-F238E27FC236}">
                  <a16:creationId xmlns:a16="http://schemas.microsoft.com/office/drawing/2014/main" id="{77131594-6135-ED57-877C-D8FA81B239D6}"/>
                </a:ext>
              </a:extLst>
            </p:cNvPr>
            <p:cNvSpPr/>
            <p:nvPr/>
          </p:nvSpPr>
          <p:spPr>
            <a:xfrm rot="9412871">
              <a:off x="6251628" y="293870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7" name="Ellipse 676">
              <a:extLst>
                <a:ext uri="{FF2B5EF4-FFF2-40B4-BE49-F238E27FC236}">
                  <a16:creationId xmlns:a16="http://schemas.microsoft.com/office/drawing/2014/main" id="{8995CFCD-60D5-E258-7D2C-6321709D28B0}"/>
                </a:ext>
              </a:extLst>
            </p:cNvPr>
            <p:cNvSpPr/>
            <p:nvPr/>
          </p:nvSpPr>
          <p:spPr>
            <a:xfrm rot="9412871">
              <a:off x="6612843" y="359620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8" name="Ellipse 677">
              <a:extLst>
                <a:ext uri="{FF2B5EF4-FFF2-40B4-BE49-F238E27FC236}">
                  <a16:creationId xmlns:a16="http://schemas.microsoft.com/office/drawing/2014/main" id="{6803EA72-6076-F013-747C-7894D412530A}"/>
                </a:ext>
              </a:extLst>
            </p:cNvPr>
            <p:cNvSpPr/>
            <p:nvPr/>
          </p:nvSpPr>
          <p:spPr>
            <a:xfrm rot="9412871">
              <a:off x="6677356" y="248823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79" name="Ellipse 678">
              <a:extLst>
                <a:ext uri="{FF2B5EF4-FFF2-40B4-BE49-F238E27FC236}">
                  <a16:creationId xmlns:a16="http://schemas.microsoft.com/office/drawing/2014/main" id="{3965B94D-95E7-0BB7-E6F5-CC14CE46E910}"/>
                </a:ext>
              </a:extLst>
            </p:cNvPr>
            <p:cNvSpPr/>
            <p:nvPr/>
          </p:nvSpPr>
          <p:spPr>
            <a:xfrm rot="9412871">
              <a:off x="6577743" y="316781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0" name="Ellipse 679">
              <a:extLst>
                <a:ext uri="{FF2B5EF4-FFF2-40B4-BE49-F238E27FC236}">
                  <a16:creationId xmlns:a16="http://schemas.microsoft.com/office/drawing/2014/main" id="{6684E0B2-753E-198D-989E-2F026657CA27}"/>
                </a:ext>
              </a:extLst>
            </p:cNvPr>
            <p:cNvSpPr/>
            <p:nvPr/>
          </p:nvSpPr>
          <p:spPr>
            <a:xfrm rot="9412871">
              <a:off x="6821510" y="288907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1" name="Ellipse 680">
              <a:extLst>
                <a:ext uri="{FF2B5EF4-FFF2-40B4-BE49-F238E27FC236}">
                  <a16:creationId xmlns:a16="http://schemas.microsoft.com/office/drawing/2014/main" id="{1F43D5D7-CEA2-B6B6-7FC5-2976E27586B9}"/>
                </a:ext>
              </a:extLst>
            </p:cNvPr>
            <p:cNvSpPr/>
            <p:nvPr/>
          </p:nvSpPr>
          <p:spPr>
            <a:xfrm rot="9412871">
              <a:off x="4120752" y="217618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2" name="Ellipse 681">
              <a:extLst>
                <a:ext uri="{FF2B5EF4-FFF2-40B4-BE49-F238E27FC236}">
                  <a16:creationId xmlns:a16="http://schemas.microsoft.com/office/drawing/2014/main" id="{4D2CD212-6596-517E-9235-7540D0D00253}"/>
                </a:ext>
              </a:extLst>
            </p:cNvPr>
            <p:cNvSpPr/>
            <p:nvPr/>
          </p:nvSpPr>
          <p:spPr>
            <a:xfrm rot="9412871">
              <a:off x="7009091" y="362071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3" name="Ellipse 682">
              <a:extLst>
                <a:ext uri="{FF2B5EF4-FFF2-40B4-BE49-F238E27FC236}">
                  <a16:creationId xmlns:a16="http://schemas.microsoft.com/office/drawing/2014/main" id="{D0B8DFA9-E77C-E1A2-99B3-98C6A9353F5A}"/>
                </a:ext>
              </a:extLst>
            </p:cNvPr>
            <p:cNvSpPr/>
            <p:nvPr/>
          </p:nvSpPr>
          <p:spPr>
            <a:xfrm rot="9412871">
              <a:off x="7061127" y="333020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4" name="Ellipse 683">
              <a:extLst>
                <a:ext uri="{FF2B5EF4-FFF2-40B4-BE49-F238E27FC236}">
                  <a16:creationId xmlns:a16="http://schemas.microsoft.com/office/drawing/2014/main" id="{7AFFD9A7-B16F-A271-F73B-B85914C21A28}"/>
                </a:ext>
              </a:extLst>
            </p:cNvPr>
            <p:cNvSpPr/>
            <p:nvPr/>
          </p:nvSpPr>
          <p:spPr>
            <a:xfrm rot="9412871">
              <a:off x="7257890" y="297715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5" name="Ellipse 684">
              <a:extLst>
                <a:ext uri="{FF2B5EF4-FFF2-40B4-BE49-F238E27FC236}">
                  <a16:creationId xmlns:a16="http://schemas.microsoft.com/office/drawing/2014/main" id="{41D40E40-8C7F-B52D-0979-1B84EFD1601F}"/>
                </a:ext>
              </a:extLst>
            </p:cNvPr>
            <p:cNvSpPr/>
            <p:nvPr/>
          </p:nvSpPr>
          <p:spPr>
            <a:xfrm rot="9412871">
              <a:off x="7252134" y="248747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6" name="Ellipse 685">
              <a:extLst>
                <a:ext uri="{FF2B5EF4-FFF2-40B4-BE49-F238E27FC236}">
                  <a16:creationId xmlns:a16="http://schemas.microsoft.com/office/drawing/2014/main" id="{39E009D8-79ED-2029-6E25-33D727F0FDA2}"/>
                </a:ext>
              </a:extLst>
            </p:cNvPr>
            <p:cNvSpPr/>
            <p:nvPr/>
          </p:nvSpPr>
          <p:spPr>
            <a:xfrm rot="9412871">
              <a:off x="7497171" y="214852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7" name="Ellipse 686">
              <a:extLst>
                <a:ext uri="{FF2B5EF4-FFF2-40B4-BE49-F238E27FC236}">
                  <a16:creationId xmlns:a16="http://schemas.microsoft.com/office/drawing/2014/main" id="{C2C8453D-D628-08AD-31A1-169A4B9D189C}"/>
                </a:ext>
              </a:extLst>
            </p:cNvPr>
            <p:cNvSpPr/>
            <p:nvPr/>
          </p:nvSpPr>
          <p:spPr>
            <a:xfrm rot="9412871">
              <a:off x="7639230" y="254434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88" name="Ellipse 687">
              <a:extLst>
                <a:ext uri="{FF2B5EF4-FFF2-40B4-BE49-F238E27FC236}">
                  <a16:creationId xmlns:a16="http://schemas.microsoft.com/office/drawing/2014/main" id="{C15139DE-8A79-96E8-F420-4B89E47654D3}"/>
                </a:ext>
              </a:extLst>
            </p:cNvPr>
            <p:cNvSpPr/>
            <p:nvPr/>
          </p:nvSpPr>
          <p:spPr>
            <a:xfrm rot="9412871">
              <a:off x="7768104" y="291598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689" name="Gruppieren 688">
              <a:extLst>
                <a:ext uri="{FF2B5EF4-FFF2-40B4-BE49-F238E27FC236}">
                  <a16:creationId xmlns:a16="http://schemas.microsoft.com/office/drawing/2014/main" id="{B4CFC05E-EF92-972B-99D1-687EA998B1D3}"/>
                </a:ext>
              </a:extLst>
            </p:cNvPr>
            <p:cNvGrpSpPr/>
            <p:nvPr/>
          </p:nvGrpSpPr>
          <p:grpSpPr>
            <a:xfrm rot="12187129" flipH="1">
              <a:off x="4194410" y="-389405"/>
              <a:ext cx="2953403" cy="2665423"/>
              <a:chOff x="9535110" y="4663981"/>
              <a:chExt cx="2953403" cy="2665423"/>
            </a:xfrm>
          </p:grpSpPr>
          <p:sp>
            <p:nvSpPr>
              <p:cNvPr id="690" name="Ellipse 689">
                <a:extLst>
                  <a:ext uri="{FF2B5EF4-FFF2-40B4-BE49-F238E27FC236}">
                    <a16:creationId xmlns:a16="http://schemas.microsoft.com/office/drawing/2014/main" id="{D7BAC9ED-2882-3BFE-03C5-4968AA7B4FFF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1" name="Ellipse 690">
                <a:extLst>
                  <a:ext uri="{FF2B5EF4-FFF2-40B4-BE49-F238E27FC236}">
                    <a16:creationId xmlns:a16="http://schemas.microsoft.com/office/drawing/2014/main" id="{527A70D1-1AF4-4784-C3CE-A1B02A177616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2" name="Ellipse 691">
                <a:extLst>
                  <a:ext uri="{FF2B5EF4-FFF2-40B4-BE49-F238E27FC236}">
                    <a16:creationId xmlns:a16="http://schemas.microsoft.com/office/drawing/2014/main" id="{0A624B39-8A2E-4EA6-A57C-895FFF45467D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3" name="Ellipse 692">
                <a:extLst>
                  <a:ext uri="{FF2B5EF4-FFF2-40B4-BE49-F238E27FC236}">
                    <a16:creationId xmlns:a16="http://schemas.microsoft.com/office/drawing/2014/main" id="{455C35BD-4EE2-A9A1-FE3F-9480413D675C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4" name="Ellipse 693">
                <a:extLst>
                  <a:ext uri="{FF2B5EF4-FFF2-40B4-BE49-F238E27FC236}">
                    <a16:creationId xmlns:a16="http://schemas.microsoft.com/office/drawing/2014/main" id="{5295ABE2-A763-4032-5CE7-BD06E86893B0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5" name="Ellipse 694">
                <a:extLst>
                  <a:ext uri="{FF2B5EF4-FFF2-40B4-BE49-F238E27FC236}">
                    <a16:creationId xmlns:a16="http://schemas.microsoft.com/office/drawing/2014/main" id="{017C2BF4-D17A-6BD8-9FAF-4C63D26E2F0A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6" name="Ellipse 695">
                <a:extLst>
                  <a:ext uri="{FF2B5EF4-FFF2-40B4-BE49-F238E27FC236}">
                    <a16:creationId xmlns:a16="http://schemas.microsoft.com/office/drawing/2014/main" id="{4E2374BC-1D50-1017-2295-AB920F5BB773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7" name="Ellipse 696">
                <a:extLst>
                  <a:ext uri="{FF2B5EF4-FFF2-40B4-BE49-F238E27FC236}">
                    <a16:creationId xmlns:a16="http://schemas.microsoft.com/office/drawing/2014/main" id="{1D0EB115-F55A-D0E7-177C-FEB77A48555F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8" name="Ellipse 697">
                <a:extLst>
                  <a:ext uri="{FF2B5EF4-FFF2-40B4-BE49-F238E27FC236}">
                    <a16:creationId xmlns:a16="http://schemas.microsoft.com/office/drawing/2014/main" id="{F89D5FF8-F92A-5103-95F9-4F05067DA9D1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9" name="Ellipse 698">
                <a:extLst>
                  <a:ext uri="{FF2B5EF4-FFF2-40B4-BE49-F238E27FC236}">
                    <a16:creationId xmlns:a16="http://schemas.microsoft.com/office/drawing/2014/main" id="{92D48881-19C2-408A-BCB9-53FEEB403B88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0" name="Ellipse 699">
                <a:extLst>
                  <a:ext uri="{FF2B5EF4-FFF2-40B4-BE49-F238E27FC236}">
                    <a16:creationId xmlns:a16="http://schemas.microsoft.com/office/drawing/2014/main" id="{3BC79299-BD33-9CD8-8B42-4AED146BFB7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1" name="Ellipse 700">
                <a:extLst>
                  <a:ext uri="{FF2B5EF4-FFF2-40B4-BE49-F238E27FC236}">
                    <a16:creationId xmlns:a16="http://schemas.microsoft.com/office/drawing/2014/main" id="{96D0F6CF-1000-F7AE-972E-13B046121D09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2" name="Ellipse 701">
                <a:extLst>
                  <a:ext uri="{FF2B5EF4-FFF2-40B4-BE49-F238E27FC236}">
                    <a16:creationId xmlns:a16="http://schemas.microsoft.com/office/drawing/2014/main" id="{B62C4C08-5E13-DED8-D0E5-26D60AC7F9F3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3" name="Ellipse 702">
                <a:extLst>
                  <a:ext uri="{FF2B5EF4-FFF2-40B4-BE49-F238E27FC236}">
                    <a16:creationId xmlns:a16="http://schemas.microsoft.com/office/drawing/2014/main" id="{10CA1FDA-9035-7EA8-FFBA-592771CE417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4" name="Ellipse 703">
                <a:extLst>
                  <a:ext uri="{FF2B5EF4-FFF2-40B4-BE49-F238E27FC236}">
                    <a16:creationId xmlns:a16="http://schemas.microsoft.com/office/drawing/2014/main" id="{84B3F2C1-0321-315E-32BA-7E64FE36474A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5" name="Ellipse 704">
                <a:extLst>
                  <a:ext uri="{FF2B5EF4-FFF2-40B4-BE49-F238E27FC236}">
                    <a16:creationId xmlns:a16="http://schemas.microsoft.com/office/drawing/2014/main" id="{DBF8A2B2-DE76-E95E-056F-519426DD0999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6" name="Ellipse 705">
                <a:extLst>
                  <a:ext uri="{FF2B5EF4-FFF2-40B4-BE49-F238E27FC236}">
                    <a16:creationId xmlns:a16="http://schemas.microsoft.com/office/drawing/2014/main" id="{35960CD3-315D-2479-7874-28B22A369EC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7" name="Ellipse 706">
                <a:extLst>
                  <a:ext uri="{FF2B5EF4-FFF2-40B4-BE49-F238E27FC236}">
                    <a16:creationId xmlns:a16="http://schemas.microsoft.com/office/drawing/2014/main" id="{55DAEFF3-A152-DC37-8884-45BA1F7B890B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8" name="Ellipse 707">
                <a:extLst>
                  <a:ext uri="{FF2B5EF4-FFF2-40B4-BE49-F238E27FC236}">
                    <a16:creationId xmlns:a16="http://schemas.microsoft.com/office/drawing/2014/main" id="{0AB279B2-3AB3-2852-6A28-14CD9D30E2EA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9" name="Ellipse 708">
                <a:extLst>
                  <a:ext uri="{FF2B5EF4-FFF2-40B4-BE49-F238E27FC236}">
                    <a16:creationId xmlns:a16="http://schemas.microsoft.com/office/drawing/2014/main" id="{828C1ABB-EB29-2461-509A-A8B2DBA17D29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0" name="Ellipse 709">
                <a:extLst>
                  <a:ext uri="{FF2B5EF4-FFF2-40B4-BE49-F238E27FC236}">
                    <a16:creationId xmlns:a16="http://schemas.microsoft.com/office/drawing/2014/main" id="{550DDEDA-A7CE-50B5-7116-40E8A4174C69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1" name="Ellipse 710">
                <a:extLst>
                  <a:ext uri="{FF2B5EF4-FFF2-40B4-BE49-F238E27FC236}">
                    <a16:creationId xmlns:a16="http://schemas.microsoft.com/office/drawing/2014/main" id="{A0E04836-CE80-CAF4-82DB-A3114E735EE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2" name="Ellipse 711">
                <a:extLst>
                  <a:ext uri="{FF2B5EF4-FFF2-40B4-BE49-F238E27FC236}">
                    <a16:creationId xmlns:a16="http://schemas.microsoft.com/office/drawing/2014/main" id="{8C65E23D-6449-C6C8-2236-1BD6CCB7FFE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3" name="Ellipse 712">
                <a:extLst>
                  <a:ext uri="{FF2B5EF4-FFF2-40B4-BE49-F238E27FC236}">
                    <a16:creationId xmlns:a16="http://schemas.microsoft.com/office/drawing/2014/main" id="{90E6EEA1-6209-2069-D5A8-0BA0A7E91180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4" name="Ellipse 713">
                <a:extLst>
                  <a:ext uri="{FF2B5EF4-FFF2-40B4-BE49-F238E27FC236}">
                    <a16:creationId xmlns:a16="http://schemas.microsoft.com/office/drawing/2014/main" id="{785D074D-388A-F000-ECFA-4A4C505CEAA6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15" name="Gruppieren 714">
              <a:extLst>
                <a:ext uri="{FF2B5EF4-FFF2-40B4-BE49-F238E27FC236}">
                  <a16:creationId xmlns:a16="http://schemas.microsoft.com/office/drawing/2014/main" id="{BFA6C23A-6D57-E128-E5D7-765641398E0D}"/>
                </a:ext>
              </a:extLst>
            </p:cNvPr>
            <p:cNvGrpSpPr/>
            <p:nvPr/>
          </p:nvGrpSpPr>
          <p:grpSpPr>
            <a:xfrm>
              <a:off x="5301471" y="854033"/>
              <a:ext cx="2953403" cy="2665423"/>
              <a:chOff x="9535110" y="4663981"/>
              <a:chExt cx="2953403" cy="2665423"/>
            </a:xfrm>
          </p:grpSpPr>
          <p:sp>
            <p:nvSpPr>
              <p:cNvPr id="716" name="Ellipse 715">
                <a:extLst>
                  <a:ext uri="{FF2B5EF4-FFF2-40B4-BE49-F238E27FC236}">
                    <a16:creationId xmlns:a16="http://schemas.microsoft.com/office/drawing/2014/main" id="{FBF323BC-8039-3965-A42A-FABA2026585B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7" name="Ellipse 716">
                <a:extLst>
                  <a:ext uri="{FF2B5EF4-FFF2-40B4-BE49-F238E27FC236}">
                    <a16:creationId xmlns:a16="http://schemas.microsoft.com/office/drawing/2014/main" id="{9288EE1C-80D5-2DC1-977F-6B77FC6A9DB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8" name="Ellipse 717">
                <a:extLst>
                  <a:ext uri="{FF2B5EF4-FFF2-40B4-BE49-F238E27FC236}">
                    <a16:creationId xmlns:a16="http://schemas.microsoft.com/office/drawing/2014/main" id="{483B032D-B4E5-4935-4FB4-CD138C593A3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19" name="Ellipse 718">
                <a:extLst>
                  <a:ext uri="{FF2B5EF4-FFF2-40B4-BE49-F238E27FC236}">
                    <a16:creationId xmlns:a16="http://schemas.microsoft.com/office/drawing/2014/main" id="{ACDE96FC-8776-0D52-6F13-6FDF395907B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0" name="Ellipse 719">
                <a:extLst>
                  <a:ext uri="{FF2B5EF4-FFF2-40B4-BE49-F238E27FC236}">
                    <a16:creationId xmlns:a16="http://schemas.microsoft.com/office/drawing/2014/main" id="{104F4A4E-EF0C-F7DD-D152-EC9EB66BD679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1" name="Ellipse 720">
                <a:extLst>
                  <a:ext uri="{FF2B5EF4-FFF2-40B4-BE49-F238E27FC236}">
                    <a16:creationId xmlns:a16="http://schemas.microsoft.com/office/drawing/2014/main" id="{95A4B6FC-0A30-1AF0-41B8-01A864F0B8C6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2" name="Ellipse 721">
                <a:extLst>
                  <a:ext uri="{FF2B5EF4-FFF2-40B4-BE49-F238E27FC236}">
                    <a16:creationId xmlns:a16="http://schemas.microsoft.com/office/drawing/2014/main" id="{8AC841EC-4595-E972-BBA9-FF2BCFE4A497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3" name="Ellipse 722">
                <a:extLst>
                  <a:ext uri="{FF2B5EF4-FFF2-40B4-BE49-F238E27FC236}">
                    <a16:creationId xmlns:a16="http://schemas.microsoft.com/office/drawing/2014/main" id="{3EF300FA-559E-5C06-E1C3-F2E11F4DDFA5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4" name="Ellipse 723">
                <a:extLst>
                  <a:ext uri="{FF2B5EF4-FFF2-40B4-BE49-F238E27FC236}">
                    <a16:creationId xmlns:a16="http://schemas.microsoft.com/office/drawing/2014/main" id="{C50D7C4B-8D7B-8C77-F327-AB8579808689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5" name="Ellipse 724">
                <a:extLst>
                  <a:ext uri="{FF2B5EF4-FFF2-40B4-BE49-F238E27FC236}">
                    <a16:creationId xmlns:a16="http://schemas.microsoft.com/office/drawing/2014/main" id="{4E9073E5-BAC4-AE67-B720-3CD8E39EC29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6" name="Ellipse 725">
                <a:extLst>
                  <a:ext uri="{FF2B5EF4-FFF2-40B4-BE49-F238E27FC236}">
                    <a16:creationId xmlns:a16="http://schemas.microsoft.com/office/drawing/2014/main" id="{7CFC02FD-051E-2EA4-F1F2-40937DD8F7EF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7" name="Ellipse 726">
                <a:extLst>
                  <a:ext uri="{FF2B5EF4-FFF2-40B4-BE49-F238E27FC236}">
                    <a16:creationId xmlns:a16="http://schemas.microsoft.com/office/drawing/2014/main" id="{E467BEAB-2818-C2C9-B3DF-CE11217A291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8" name="Ellipse 727">
                <a:extLst>
                  <a:ext uri="{FF2B5EF4-FFF2-40B4-BE49-F238E27FC236}">
                    <a16:creationId xmlns:a16="http://schemas.microsoft.com/office/drawing/2014/main" id="{21EBB056-9D87-53D5-6DE0-CD453188FA3C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29" name="Ellipse 728">
                <a:extLst>
                  <a:ext uri="{FF2B5EF4-FFF2-40B4-BE49-F238E27FC236}">
                    <a16:creationId xmlns:a16="http://schemas.microsoft.com/office/drawing/2014/main" id="{3C024B2F-E602-29DA-7E5C-6AF0E583FA2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0" name="Ellipse 729">
                <a:extLst>
                  <a:ext uri="{FF2B5EF4-FFF2-40B4-BE49-F238E27FC236}">
                    <a16:creationId xmlns:a16="http://schemas.microsoft.com/office/drawing/2014/main" id="{6A13DE43-876A-305A-B4F9-530ED67040C2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1" name="Ellipse 730">
                <a:extLst>
                  <a:ext uri="{FF2B5EF4-FFF2-40B4-BE49-F238E27FC236}">
                    <a16:creationId xmlns:a16="http://schemas.microsoft.com/office/drawing/2014/main" id="{222D05E0-AF43-0CD0-23A6-E8DD968700A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2" name="Ellipse 731">
                <a:extLst>
                  <a:ext uri="{FF2B5EF4-FFF2-40B4-BE49-F238E27FC236}">
                    <a16:creationId xmlns:a16="http://schemas.microsoft.com/office/drawing/2014/main" id="{6A0F756C-A55F-D639-5D6A-6ACD354EB659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3" name="Ellipse 732">
                <a:extLst>
                  <a:ext uri="{FF2B5EF4-FFF2-40B4-BE49-F238E27FC236}">
                    <a16:creationId xmlns:a16="http://schemas.microsoft.com/office/drawing/2014/main" id="{15CD7154-F6E0-A199-6AAA-C049BC62758F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4" name="Ellipse 733">
                <a:extLst>
                  <a:ext uri="{FF2B5EF4-FFF2-40B4-BE49-F238E27FC236}">
                    <a16:creationId xmlns:a16="http://schemas.microsoft.com/office/drawing/2014/main" id="{260C5BF8-3CC6-5358-B531-CEC8940E66B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5" name="Ellipse 734">
                <a:extLst>
                  <a:ext uri="{FF2B5EF4-FFF2-40B4-BE49-F238E27FC236}">
                    <a16:creationId xmlns:a16="http://schemas.microsoft.com/office/drawing/2014/main" id="{3D1309DE-C9E5-0E2E-B22D-4AA439AF0BCE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6" name="Ellipse 735">
                <a:extLst>
                  <a:ext uri="{FF2B5EF4-FFF2-40B4-BE49-F238E27FC236}">
                    <a16:creationId xmlns:a16="http://schemas.microsoft.com/office/drawing/2014/main" id="{8D9FCEE5-80B7-0C15-51D9-C3B23CFC7AC0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7" name="Ellipse 736">
                <a:extLst>
                  <a:ext uri="{FF2B5EF4-FFF2-40B4-BE49-F238E27FC236}">
                    <a16:creationId xmlns:a16="http://schemas.microsoft.com/office/drawing/2014/main" id="{B4F8F03D-664E-EBB4-7A76-97D3CF390980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8" name="Ellipse 737">
                <a:extLst>
                  <a:ext uri="{FF2B5EF4-FFF2-40B4-BE49-F238E27FC236}">
                    <a16:creationId xmlns:a16="http://schemas.microsoft.com/office/drawing/2014/main" id="{3599EEC9-4FA1-909A-75C1-46903925034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39" name="Ellipse 738">
                <a:extLst>
                  <a:ext uri="{FF2B5EF4-FFF2-40B4-BE49-F238E27FC236}">
                    <a16:creationId xmlns:a16="http://schemas.microsoft.com/office/drawing/2014/main" id="{7BBEA405-A231-AB32-B15D-DF4DEBA894A8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0" name="Ellipse 739">
                <a:extLst>
                  <a:ext uri="{FF2B5EF4-FFF2-40B4-BE49-F238E27FC236}">
                    <a16:creationId xmlns:a16="http://schemas.microsoft.com/office/drawing/2014/main" id="{990A6324-0C37-1C00-6CF8-20A2D6A8F1CF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42" name="Gruppieren 741">
              <a:extLst>
                <a:ext uri="{FF2B5EF4-FFF2-40B4-BE49-F238E27FC236}">
                  <a16:creationId xmlns:a16="http://schemas.microsoft.com/office/drawing/2014/main" id="{33B73786-1EC5-9CD1-2076-DB593BB7E2D5}"/>
                </a:ext>
              </a:extLst>
            </p:cNvPr>
            <p:cNvGrpSpPr/>
            <p:nvPr/>
          </p:nvGrpSpPr>
          <p:grpSpPr>
            <a:xfrm rot="9412871">
              <a:off x="3279096" y="2101915"/>
              <a:ext cx="2953403" cy="2665423"/>
              <a:chOff x="9535110" y="4663981"/>
              <a:chExt cx="2953403" cy="2665423"/>
            </a:xfrm>
          </p:grpSpPr>
          <p:sp>
            <p:nvSpPr>
              <p:cNvPr id="743" name="Ellipse 742">
                <a:extLst>
                  <a:ext uri="{FF2B5EF4-FFF2-40B4-BE49-F238E27FC236}">
                    <a16:creationId xmlns:a16="http://schemas.microsoft.com/office/drawing/2014/main" id="{696B0147-CCA7-24B8-3085-F55E6DD89E48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4" name="Ellipse 743">
                <a:extLst>
                  <a:ext uri="{FF2B5EF4-FFF2-40B4-BE49-F238E27FC236}">
                    <a16:creationId xmlns:a16="http://schemas.microsoft.com/office/drawing/2014/main" id="{096810C7-B2B2-CFD4-E724-D614CE949999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5" name="Ellipse 744">
                <a:extLst>
                  <a:ext uri="{FF2B5EF4-FFF2-40B4-BE49-F238E27FC236}">
                    <a16:creationId xmlns:a16="http://schemas.microsoft.com/office/drawing/2014/main" id="{6D027732-CDAB-A171-9DAD-BDBADD4353E7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6" name="Ellipse 745">
                <a:extLst>
                  <a:ext uri="{FF2B5EF4-FFF2-40B4-BE49-F238E27FC236}">
                    <a16:creationId xmlns:a16="http://schemas.microsoft.com/office/drawing/2014/main" id="{BF6419C0-D277-7AE0-0C0E-E5952F40B231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7" name="Ellipse 746">
                <a:extLst>
                  <a:ext uri="{FF2B5EF4-FFF2-40B4-BE49-F238E27FC236}">
                    <a16:creationId xmlns:a16="http://schemas.microsoft.com/office/drawing/2014/main" id="{D0FC9570-59A8-6FCA-C11F-0A08AE968B4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8" name="Ellipse 747">
                <a:extLst>
                  <a:ext uri="{FF2B5EF4-FFF2-40B4-BE49-F238E27FC236}">
                    <a16:creationId xmlns:a16="http://schemas.microsoft.com/office/drawing/2014/main" id="{E98D23C4-0365-EC72-6075-7CD528C1008E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49" name="Ellipse 748">
                <a:extLst>
                  <a:ext uri="{FF2B5EF4-FFF2-40B4-BE49-F238E27FC236}">
                    <a16:creationId xmlns:a16="http://schemas.microsoft.com/office/drawing/2014/main" id="{6F17DBB4-7701-FC48-8E2E-6D6DDCC1443B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0" name="Ellipse 749">
                <a:extLst>
                  <a:ext uri="{FF2B5EF4-FFF2-40B4-BE49-F238E27FC236}">
                    <a16:creationId xmlns:a16="http://schemas.microsoft.com/office/drawing/2014/main" id="{5211784C-4A29-9233-AB46-EE94A490F407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1" name="Ellipse 750">
                <a:extLst>
                  <a:ext uri="{FF2B5EF4-FFF2-40B4-BE49-F238E27FC236}">
                    <a16:creationId xmlns:a16="http://schemas.microsoft.com/office/drawing/2014/main" id="{FD90A691-0650-4E56-832F-7703F90EE9E4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2" name="Ellipse 751">
                <a:extLst>
                  <a:ext uri="{FF2B5EF4-FFF2-40B4-BE49-F238E27FC236}">
                    <a16:creationId xmlns:a16="http://schemas.microsoft.com/office/drawing/2014/main" id="{C1322239-25A9-96E5-177B-8E071E4F2BD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3" name="Ellipse 752">
                <a:extLst>
                  <a:ext uri="{FF2B5EF4-FFF2-40B4-BE49-F238E27FC236}">
                    <a16:creationId xmlns:a16="http://schemas.microsoft.com/office/drawing/2014/main" id="{1C743455-6FEB-0EA0-6C06-ADE84883EDC1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4" name="Ellipse 753">
                <a:extLst>
                  <a:ext uri="{FF2B5EF4-FFF2-40B4-BE49-F238E27FC236}">
                    <a16:creationId xmlns:a16="http://schemas.microsoft.com/office/drawing/2014/main" id="{5C114939-994C-767E-D8F2-65F2A366B5C1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5" name="Ellipse 754">
                <a:extLst>
                  <a:ext uri="{FF2B5EF4-FFF2-40B4-BE49-F238E27FC236}">
                    <a16:creationId xmlns:a16="http://schemas.microsoft.com/office/drawing/2014/main" id="{27B51FA1-A878-8370-E21E-558876E66474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6" name="Ellipse 755">
                <a:extLst>
                  <a:ext uri="{FF2B5EF4-FFF2-40B4-BE49-F238E27FC236}">
                    <a16:creationId xmlns:a16="http://schemas.microsoft.com/office/drawing/2014/main" id="{840231AB-C68D-487F-DDE2-AF05476CCD3E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7" name="Ellipse 756">
                <a:extLst>
                  <a:ext uri="{FF2B5EF4-FFF2-40B4-BE49-F238E27FC236}">
                    <a16:creationId xmlns:a16="http://schemas.microsoft.com/office/drawing/2014/main" id="{6C6BFC86-610C-B36F-C371-9DFEC02AD2C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8" name="Ellipse 757">
                <a:extLst>
                  <a:ext uri="{FF2B5EF4-FFF2-40B4-BE49-F238E27FC236}">
                    <a16:creationId xmlns:a16="http://schemas.microsoft.com/office/drawing/2014/main" id="{7232E454-7776-6748-CBC4-049316924E18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59" name="Ellipse 758">
                <a:extLst>
                  <a:ext uri="{FF2B5EF4-FFF2-40B4-BE49-F238E27FC236}">
                    <a16:creationId xmlns:a16="http://schemas.microsoft.com/office/drawing/2014/main" id="{49708ED6-380C-AB76-CC11-1F8B2BFECA8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0" name="Ellipse 759">
                <a:extLst>
                  <a:ext uri="{FF2B5EF4-FFF2-40B4-BE49-F238E27FC236}">
                    <a16:creationId xmlns:a16="http://schemas.microsoft.com/office/drawing/2014/main" id="{334449A0-21C3-FF87-D9D3-3D45C0D3DE65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1" name="Ellipse 760">
                <a:extLst>
                  <a:ext uri="{FF2B5EF4-FFF2-40B4-BE49-F238E27FC236}">
                    <a16:creationId xmlns:a16="http://schemas.microsoft.com/office/drawing/2014/main" id="{E9376849-1F7A-FC00-0A1B-C83C7D6B79A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2" name="Ellipse 761">
                <a:extLst>
                  <a:ext uri="{FF2B5EF4-FFF2-40B4-BE49-F238E27FC236}">
                    <a16:creationId xmlns:a16="http://schemas.microsoft.com/office/drawing/2014/main" id="{7B9D7144-A9AF-6E9C-2C0C-EB5E0B64565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3" name="Ellipse 762">
                <a:extLst>
                  <a:ext uri="{FF2B5EF4-FFF2-40B4-BE49-F238E27FC236}">
                    <a16:creationId xmlns:a16="http://schemas.microsoft.com/office/drawing/2014/main" id="{1902CDD1-6CC0-31C1-4BB7-9DDE7A7F5F8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4" name="Ellipse 763">
                <a:extLst>
                  <a:ext uri="{FF2B5EF4-FFF2-40B4-BE49-F238E27FC236}">
                    <a16:creationId xmlns:a16="http://schemas.microsoft.com/office/drawing/2014/main" id="{7081A70B-938A-A5DD-2E83-E8BE9D746FEF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5" name="Ellipse 764">
                <a:extLst>
                  <a:ext uri="{FF2B5EF4-FFF2-40B4-BE49-F238E27FC236}">
                    <a16:creationId xmlns:a16="http://schemas.microsoft.com/office/drawing/2014/main" id="{41ECBBAC-8286-AC6D-1EC4-C9EE0F46AB2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6" name="Ellipse 765">
                <a:extLst>
                  <a:ext uri="{FF2B5EF4-FFF2-40B4-BE49-F238E27FC236}">
                    <a16:creationId xmlns:a16="http://schemas.microsoft.com/office/drawing/2014/main" id="{14739953-2209-5E62-07CD-67B52B07375E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67" name="Ellipse 766">
                <a:extLst>
                  <a:ext uri="{FF2B5EF4-FFF2-40B4-BE49-F238E27FC236}">
                    <a16:creationId xmlns:a16="http://schemas.microsoft.com/office/drawing/2014/main" id="{03843FAD-49BF-40B2-C38A-C8B49AD4CBF5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68" name="Gruppieren 767">
              <a:extLst>
                <a:ext uri="{FF2B5EF4-FFF2-40B4-BE49-F238E27FC236}">
                  <a16:creationId xmlns:a16="http://schemas.microsoft.com/office/drawing/2014/main" id="{BE96F526-A2AC-F457-1D4F-225FE0FF37F9}"/>
                </a:ext>
              </a:extLst>
            </p:cNvPr>
            <p:cNvGrpSpPr/>
            <p:nvPr/>
          </p:nvGrpSpPr>
          <p:grpSpPr>
            <a:xfrm rot="19191760" flipV="1">
              <a:off x="3128665" y="872648"/>
              <a:ext cx="2953403" cy="2665423"/>
              <a:chOff x="9535110" y="4663981"/>
              <a:chExt cx="2953403" cy="2665423"/>
            </a:xfrm>
          </p:grpSpPr>
          <p:sp>
            <p:nvSpPr>
              <p:cNvPr id="769" name="Ellipse 768">
                <a:extLst>
                  <a:ext uri="{FF2B5EF4-FFF2-40B4-BE49-F238E27FC236}">
                    <a16:creationId xmlns:a16="http://schemas.microsoft.com/office/drawing/2014/main" id="{B407C50D-2D36-15C4-3627-518CAE1CFC12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0" name="Ellipse 769">
                <a:extLst>
                  <a:ext uri="{FF2B5EF4-FFF2-40B4-BE49-F238E27FC236}">
                    <a16:creationId xmlns:a16="http://schemas.microsoft.com/office/drawing/2014/main" id="{D7F30B32-3234-7915-B369-194AD0505603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1" name="Ellipse 770">
                <a:extLst>
                  <a:ext uri="{FF2B5EF4-FFF2-40B4-BE49-F238E27FC236}">
                    <a16:creationId xmlns:a16="http://schemas.microsoft.com/office/drawing/2014/main" id="{99889EC3-6B0E-D7DA-C89B-C39BA78692C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2" name="Ellipse 771">
                <a:extLst>
                  <a:ext uri="{FF2B5EF4-FFF2-40B4-BE49-F238E27FC236}">
                    <a16:creationId xmlns:a16="http://schemas.microsoft.com/office/drawing/2014/main" id="{2B15387D-C381-3643-BD6A-3BA24FD8F1EB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3" name="Ellipse 772">
                <a:extLst>
                  <a:ext uri="{FF2B5EF4-FFF2-40B4-BE49-F238E27FC236}">
                    <a16:creationId xmlns:a16="http://schemas.microsoft.com/office/drawing/2014/main" id="{25DD6797-3A8E-FA36-9186-3547242F668A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4" name="Ellipse 773">
                <a:extLst>
                  <a:ext uri="{FF2B5EF4-FFF2-40B4-BE49-F238E27FC236}">
                    <a16:creationId xmlns:a16="http://schemas.microsoft.com/office/drawing/2014/main" id="{7388D173-2828-D015-EB4B-7BBF9CC9F5D9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5" name="Ellipse 774">
                <a:extLst>
                  <a:ext uri="{FF2B5EF4-FFF2-40B4-BE49-F238E27FC236}">
                    <a16:creationId xmlns:a16="http://schemas.microsoft.com/office/drawing/2014/main" id="{8857FEA0-C681-8A4B-7BC9-E8D22959C57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6" name="Ellipse 775">
                <a:extLst>
                  <a:ext uri="{FF2B5EF4-FFF2-40B4-BE49-F238E27FC236}">
                    <a16:creationId xmlns:a16="http://schemas.microsoft.com/office/drawing/2014/main" id="{055151D6-1A55-E61D-F902-685548CEE6A9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7" name="Ellipse 776">
                <a:extLst>
                  <a:ext uri="{FF2B5EF4-FFF2-40B4-BE49-F238E27FC236}">
                    <a16:creationId xmlns:a16="http://schemas.microsoft.com/office/drawing/2014/main" id="{1CB70283-7F28-0F4A-4851-BD022FCA22A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8" name="Ellipse 777">
                <a:extLst>
                  <a:ext uri="{FF2B5EF4-FFF2-40B4-BE49-F238E27FC236}">
                    <a16:creationId xmlns:a16="http://schemas.microsoft.com/office/drawing/2014/main" id="{34CEE437-2086-1560-4157-F89B492FC8D6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79" name="Ellipse 778">
                <a:extLst>
                  <a:ext uri="{FF2B5EF4-FFF2-40B4-BE49-F238E27FC236}">
                    <a16:creationId xmlns:a16="http://schemas.microsoft.com/office/drawing/2014/main" id="{AAD45D68-58C4-A5B3-0FAC-4D945170A329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0" name="Ellipse 779">
                <a:extLst>
                  <a:ext uri="{FF2B5EF4-FFF2-40B4-BE49-F238E27FC236}">
                    <a16:creationId xmlns:a16="http://schemas.microsoft.com/office/drawing/2014/main" id="{E8ACCD3B-21A4-D5A6-9C91-170168031CA0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1" name="Ellipse 780">
                <a:extLst>
                  <a:ext uri="{FF2B5EF4-FFF2-40B4-BE49-F238E27FC236}">
                    <a16:creationId xmlns:a16="http://schemas.microsoft.com/office/drawing/2014/main" id="{3532BC99-3196-0DFE-5E34-DA7330D416D7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2" name="Ellipse 781">
                <a:extLst>
                  <a:ext uri="{FF2B5EF4-FFF2-40B4-BE49-F238E27FC236}">
                    <a16:creationId xmlns:a16="http://schemas.microsoft.com/office/drawing/2014/main" id="{B40A880E-2879-439E-BF87-659553F4D6CD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3" name="Ellipse 782">
                <a:extLst>
                  <a:ext uri="{FF2B5EF4-FFF2-40B4-BE49-F238E27FC236}">
                    <a16:creationId xmlns:a16="http://schemas.microsoft.com/office/drawing/2014/main" id="{501ACA68-1B6B-D935-C842-F1EC630ABD03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4" name="Ellipse 783">
                <a:extLst>
                  <a:ext uri="{FF2B5EF4-FFF2-40B4-BE49-F238E27FC236}">
                    <a16:creationId xmlns:a16="http://schemas.microsoft.com/office/drawing/2014/main" id="{EB3801AE-A4B8-9276-D15D-E5C0F9036066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5" name="Ellipse 784">
                <a:extLst>
                  <a:ext uri="{FF2B5EF4-FFF2-40B4-BE49-F238E27FC236}">
                    <a16:creationId xmlns:a16="http://schemas.microsoft.com/office/drawing/2014/main" id="{0689CFB5-DAE2-F7DC-C7EF-E30D098A6EF4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6" name="Ellipse 785">
                <a:extLst>
                  <a:ext uri="{FF2B5EF4-FFF2-40B4-BE49-F238E27FC236}">
                    <a16:creationId xmlns:a16="http://schemas.microsoft.com/office/drawing/2014/main" id="{CC24F246-352B-2026-5FD6-F03F44F55C7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7" name="Ellipse 786">
                <a:extLst>
                  <a:ext uri="{FF2B5EF4-FFF2-40B4-BE49-F238E27FC236}">
                    <a16:creationId xmlns:a16="http://schemas.microsoft.com/office/drawing/2014/main" id="{AB00A5E7-4B6F-E819-5829-3C378CC9CB8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8" name="Ellipse 787">
                <a:extLst>
                  <a:ext uri="{FF2B5EF4-FFF2-40B4-BE49-F238E27FC236}">
                    <a16:creationId xmlns:a16="http://schemas.microsoft.com/office/drawing/2014/main" id="{92FE329D-D213-7D92-C4C3-90A7FCAD8D6A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89" name="Ellipse 788">
                <a:extLst>
                  <a:ext uri="{FF2B5EF4-FFF2-40B4-BE49-F238E27FC236}">
                    <a16:creationId xmlns:a16="http://schemas.microsoft.com/office/drawing/2014/main" id="{60D31495-18DA-7237-8935-EB1D36A322B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0" name="Ellipse 789">
                <a:extLst>
                  <a:ext uri="{FF2B5EF4-FFF2-40B4-BE49-F238E27FC236}">
                    <a16:creationId xmlns:a16="http://schemas.microsoft.com/office/drawing/2014/main" id="{E2D97524-67A8-EDC3-01AC-1A7F722C46BD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1" name="Ellipse 790">
                <a:extLst>
                  <a:ext uri="{FF2B5EF4-FFF2-40B4-BE49-F238E27FC236}">
                    <a16:creationId xmlns:a16="http://schemas.microsoft.com/office/drawing/2014/main" id="{CF19548C-20E2-069D-B191-128E5D80D615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2" name="Ellipse 791">
                <a:extLst>
                  <a:ext uri="{FF2B5EF4-FFF2-40B4-BE49-F238E27FC236}">
                    <a16:creationId xmlns:a16="http://schemas.microsoft.com/office/drawing/2014/main" id="{C115145E-CBA9-68CD-20D2-B39B0760FF5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3" name="Ellipse 792">
                <a:extLst>
                  <a:ext uri="{FF2B5EF4-FFF2-40B4-BE49-F238E27FC236}">
                    <a16:creationId xmlns:a16="http://schemas.microsoft.com/office/drawing/2014/main" id="{85AEE3E8-E93E-0F68-0163-4242B2B0385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794" name="Gruppieren 793">
              <a:extLst>
                <a:ext uri="{FF2B5EF4-FFF2-40B4-BE49-F238E27FC236}">
                  <a16:creationId xmlns:a16="http://schemas.microsoft.com/office/drawing/2014/main" id="{55EB68EF-5A2E-5B19-041D-E073C53A330B}"/>
                </a:ext>
              </a:extLst>
            </p:cNvPr>
            <p:cNvGrpSpPr/>
            <p:nvPr/>
          </p:nvGrpSpPr>
          <p:grpSpPr>
            <a:xfrm>
              <a:off x="801078" y="1143266"/>
              <a:ext cx="2953403" cy="2665423"/>
              <a:chOff x="9535110" y="4663981"/>
              <a:chExt cx="2953403" cy="2665423"/>
            </a:xfrm>
          </p:grpSpPr>
          <p:sp>
            <p:nvSpPr>
              <p:cNvPr id="795" name="Ellipse 794">
                <a:extLst>
                  <a:ext uri="{FF2B5EF4-FFF2-40B4-BE49-F238E27FC236}">
                    <a16:creationId xmlns:a16="http://schemas.microsoft.com/office/drawing/2014/main" id="{F2DB6D54-621E-0BD0-D153-55AE5A1A7F41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6" name="Ellipse 795">
                <a:extLst>
                  <a:ext uri="{FF2B5EF4-FFF2-40B4-BE49-F238E27FC236}">
                    <a16:creationId xmlns:a16="http://schemas.microsoft.com/office/drawing/2014/main" id="{4E332267-3ADF-64A0-1359-FCC2100C8837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7" name="Ellipse 796">
                <a:extLst>
                  <a:ext uri="{FF2B5EF4-FFF2-40B4-BE49-F238E27FC236}">
                    <a16:creationId xmlns:a16="http://schemas.microsoft.com/office/drawing/2014/main" id="{AC7D09DB-E2D3-BCCE-71ED-46A30C6F4C47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8" name="Ellipse 797">
                <a:extLst>
                  <a:ext uri="{FF2B5EF4-FFF2-40B4-BE49-F238E27FC236}">
                    <a16:creationId xmlns:a16="http://schemas.microsoft.com/office/drawing/2014/main" id="{01D6EDC0-32FF-1579-AD67-6A3089B7E6C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99" name="Ellipse 798">
                <a:extLst>
                  <a:ext uri="{FF2B5EF4-FFF2-40B4-BE49-F238E27FC236}">
                    <a16:creationId xmlns:a16="http://schemas.microsoft.com/office/drawing/2014/main" id="{08481030-BAA9-FB1B-3D54-C43F733B5286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0" name="Ellipse 799">
                <a:extLst>
                  <a:ext uri="{FF2B5EF4-FFF2-40B4-BE49-F238E27FC236}">
                    <a16:creationId xmlns:a16="http://schemas.microsoft.com/office/drawing/2014/main" id="{33E6CAFA-F940-3981-717A-62CCC43F6CFE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1" name="Ellipse 800">
                <a:extLst>
                  <a:ext uri="{FF2B5EF4-FFF2-40B4-BE49-F238E27FC236}">
                    <a16:creationId xmlns:a16="http://schemas.microsoft.com/office/drawing/2014/main" id="{E6A56982-A2F9-4561-D526-3D875B407616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2" name="Ellipse 801">
                <a:extLst>
                  <a:ext uri="{FF2B5EF4-FFF2-40B4-BE49-F238E27FC236}">
                    <a16:creationId xmlns:a16="http://schemas.microsoft.com/office/drawing/2014/main" id="{232909C3-F32A-DBA4-7A5B-B8ECD40F730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3" name="Ellipse 802">
                <a:extLst>
                  <a:ext uri="{FF2B5EF4-FFF2-40B4-BE49-F238E27FC236}">
                    <a16:creationId xmlns:a16="http://schemas.microsoft.com/office/drawing/2014/main" id="{7DA198BA-0FBE-2B42-AB1D-430C5A465829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4" name="Ellipse 803">
                <a:extLst>
                  <a:ext uri="{FF2B5EF4-FFF2-40B4-BE49-F238E27FC236}">
                    <a16:creationId xmlns:a16="http://schemas.microsoft.com/office/drawing/2014/main" id="{36677495-8371-44D0-FFB4-7704D2BB64E3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5" name="Ellipse 804">
                <a:extLst>
                  <a:ext uri="{FF2B5EF4-FFF2-40B4-BE49-F238E27FC236}">
                    <a16:creationId xmlns:a16="http://schemas.microsoft.com/office/drawing/2014/main" id="{10EA43DB-C395-C5CD-88EB-4679698B6D3B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6" name="Ellipse 805">
                <a:extLst>
                  <a:ext uri="{FF2B5EF4-FFF2-40B4-BE49-F238E27FC236}">
                    <a16:creationId xmlns:a16="http://schemas.microsoft.com/office/drawing/2014/main" id="{C7D64178-ED11-0262-BB72-EEAD5BB6A6E4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7" name="Ellipse 806">
                <a:extLst>
                  <a:ext uri="{FF2B5EF4-FFF2-40B4-BE49-F238E27FC236}">
                    <a16:creationId xmlns:a16="http://schemas.microsoft.com/office/drawing/2014/main" id="{CE4D643F-FCC1-5F2E-2B02-6BB506E59AE1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8" name="Ellipse 807">
                <a:extLst>
                  <a:ext uri="{FF2B5EF4-FFF2-40B4-BE49-F238E27FC236}">
                    <a16:creationId xmlns:a16="http://schemas.microsoft.com/office/drawing/2014/main" id="{29E0DA3E-154E-A0EE-4CBC-097D35FBD0FD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09" name="Ellipse 808">
                <a:extLst>
                  <a:ext uri="{FF2B5EF4-FFF2-40B4-BE49-F238E27FC236}">
                    <a16:creationId xmlns:a16="http://schemas.microsoft.com/office/drawing/2014/main" id="{47D22C74-EECF-9B00-BB29-D2A663219B2C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0" name="Ellipse 809">
                <a:extLst>
                  <a:ext uri="{FF2B5EF4-FFF2-40B4-BE49-F238E27FC236}">
                    <a16:creationId xmlns:a16="http://schemas.microsoft.com/office/drawing/2014/main" id="{874A6833-C9CE-42A9-D3AC-13DE6C98D1EB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1" name="Ellipse 810">
                <a:extLst>
                  <a:ext uri="{FF2B5EF4-FFF2-40B4-BE49-F238E27FC236}">
                    <a16:creationId xmlns:a16="http://schemas.microsoft.com/office/drawing/2014/main" id="{30DDC87E-2EEF-C314-8F43-D55DDB0AA780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2" name="Ellipse 811">
                <a:extLst>
                  <a:ext uri="{FF2B5EF4-FFF2-40B4-BE49-F238E27FC236}">
                    <a16:creationId xmlns:a16="http://schemas.microsoft.com/office/drawing/2014/main" id="{B414AD04-3872-0A00-DAC2-47FD2B474D8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3" name="Ellipse 812">
                <a:extLst>
                  <a:ext uri="{FF2B5EF4-FFF2-40B4-BE49-F238E27FC236}">
                    <a16:creationId xmlns:a16="http://schemas.microsoft.com/office/drawing/2014/main" id="{9E6EE50C-936D-0566-6BB8-02702C07309D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4" name="Ellipse 813">
                <a:extLst>
                  <a:ext uri="{FF2B5EF4-FFF2-40B4-BE49-F238E27FC236}">
                    <a16:creationId xmlns:a16="http://schemas.microsoft.com/office/drawing/2014/main" id="{1718254E-8711-8E75-B784-EF351AB0FDAD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5" name="Ellipse 814">
                <a:extLst>
                  <a:ext uri="{FF2B5EF4-FFF2-40B4-BE49-F238E27FC236}">
                    <a16:creationId xmlns:a16="http://schemas.microsoft.com/office/drawing/2014/main" id="{A26EDE08-E58E-5AA5-6029-FFF39EEEA04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6" name="Ellipse 815">
                <a:extLst>
                  <a:ext uri="{FF2B5EF4-FFF2-40B4-BE49-F238E27FC236}">
                    <a16:creationId xmlns:a16="http://schemas.microsoft.com/office/drawing/2014/main" id="{130EC907-E3A4-7108-CFF3-344189A965EA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7" name="Ellipse 816">
                <a:extLst>
                  <a:ext uri="{FF2B5EF4-FFF2-40B4-BE49-F238E27FC236}">
                    <a16:creationId xmlns:a16="http://schemas.microsoft.com/office/drawing/2014/main" id="{D2C4C2D9-31C6-9F3A-F87A-BCC3DE7C8109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8" name="Ellipse 817">
                <a:extLst>
                  <a:ext uri="{FF2B5EF4-FFF2-40B4-BE49-F238E27FC236}">
                    <a16:creationId xmlns:a16="http://schemas.microsoft.com/office/drawing/2014/main" id="{7D38A466-C709-029C-A04B-D858EA2F0A45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19" name="Ellipse 818">
                <a:extLst>
                  <a:ext uri="{FF2B5EF4-FFF2-40B4-BE49-F238E27FC236}">
                    <a16:creationId xmlns:a16="http://schemas.microsoft.com/office/drawing/2014/main" id="{759EF5E4-2707-01A5-F5F1-5F81A9E1CB4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20" name="Gruppieren 819">
              <a:extLst>
                <a:ext uri="{FF2B5EF4-FFF2-40B4-BE49-F238E27FC236}">
                  <a16:creationId xmlns:a16="http://schemas.microsoft.com/office/drawing/2014/main" id="{51025A02-4B59-2252-9C5D-BB6B6E4EAE29}"/>
                </a:ext>
              </a:extLst>
            </p:cNvPr>
            <p:cNvGrpSpPr/>
            <p:nvPr/>
          </p:nvGrpSpPr>
          <p:grpSpPr>
            <a:xfrm rot="9412871">
              <a:off x="2379356" y="-168046"/>
              <a:ext cx="2953403" cy="2665423"/>
              <a:chOff x="9535110" y="4663981"/>
              <a:chExt cx="2953403" cy="2665423"/>
            </a:xfrm>
          </p:grpSpPr>
          <p:sp>
            <p:nvSpPr>
              <p:cNvPr id="821" name="Ellipse 820">
                <a:extLst>
                  <a:ext uri="{FF2B5EF4-FFF2-40B4-BE49-F238E27FC236}">
                    <a16:creationId xmlns:a16="http://schemas.microsoft.com/office/drawing/2014/main" id="{E35B4037-7FF2-936A-C321-F0F1BB6607DB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2" name="Ellipse 821">
                <a:extLst>
                  <a:ext uri="{FF2B5EF4-FFF2-40B4-BE49-F238E27FC236}">
                    <a16:creationId xmlns:a16="http://schemas.microsoft.com/office/drawing/2014/main" id="{EC37BA52-748E-4291-ECC9-3CB89D059C0E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3" name="Ellipse 822">
                <a:extLst>
                  <a:ext uri="{FF2B5EF4-FFF2-40B4-BE49-F238E27FC236}">
                    <a16:creationId xmlns:a16="http://schemas.microsoft.com/office/drawing/2014/main" id="{248A844D-0E8D-EA7C-D3E5-7EC8691A253E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4" name="Ellipse 823">
                <a:extLst>
                  <a:ext uri="{FF2B5EF4-FFF2-40B4-BE49-F238E27FC236}">
                    <a16:creationId xmlns:a16="http://schemas.microsoft.com/office/drawing/2014/main" id="{84145AD6-2C53-93BF-192C-57FFACA26534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5" name="Ellipse 824">
                <a:extLst>
                  <a:ext uri="{FF2B5EF4-FFF2-40B4-BE49-F238E27FC236}">
                    <a16:creationId xmlns:a16="http://schemas.microsoft.com/office/drawing/2014/main" id="{E9FD3DF1-C2FB-9A39-0497-D5281862948B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6" name="Ellipse 825">
                <a:extLst>
                  <a:ext uri="{FF2B5EF4-FFF2-40B4-BE49-F238E27FC236}">
                    <a16:creationId xmlns:a16="http://schemas.microsoft.com/office/drawing/2014/main" id="{526C996E-5881-0704-91DD-9239CEC9C34F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7" name="Ellipse 826">
                <a:extLst>
                  <a:ext uri="{FF2B5EF4-FFF2-40B4-BE49-F238E27FC236}">
                    <a16:creationId xmlns:a16="http://schemas.microsoft.com/office/drawing/2014/main" id="{34622F6B-0887-DA15-5F9C-E57D00B7FC98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8" name="Ellipse 827">
                <a:extLst>
                  <a:ext uri="{FF2B5EF4-FFF2-40B4-BE49-F238E27FC236}">
                    <a16:creationId xmlns:a16="http://schemas.microsoft.com/office/drawing/2014/main" id="{F2720691-FC4E-1A81-A47E-13FCBE7B0397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29" name="Ellipse 828">
                <a:extLst>
                  <a:ext uri="{FF2B5EF4-FFF2-40B4-BE49-F238E27FC236}">
                    <a16:creationId xmlns:a16="http://schemas.microsoft.com/office/drawing/2014/main" id="{4DBEF7F3-C968-FADC-C26E-DC5045EF565C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0" name="Ellipse 829">
                <a:extLst>
                  <a:ext uri="{FF2B5EF4-FFF2-40B4-BE49-F238E27FC236}">
                    <a16:creationId xmlns:a16="http://schemas.microsoft.com/office/drawing/2014/main" id="{90CCBD41-0641-3DA6-2248-E901A00067E0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1" name="Ellipse 830">
                <a:extLst>
                  <a:ext uri="{FF2B5EF4-FFF2-40B4-BE49-F238E27FC236}">
                    <a16:creationId xmlns:a16="http://schemas.microsoft.com/office/drawing/2014/main" id="{A44865A3-FAF5-9FC4-8CDD-DDA322D548F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2" name="Ellipse 831">
                <a:extLst>
                  <a:ext uri="{FF2B5EF4-FFF2-40B4-BE49-F238E27FC236}">
                    <a16:creationId xmlns:a16="http://schemas.microsoft.com/office/drawing/2014/main" id="{6BA5D2A2-1C5A-0E58-FEF9-D5234A421FF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3" name="Ellipse 832">
                <a:extLst>
                  <a:ext uri="{FF2B5EF4-FFF2-40B4-BE49-F238E27FC236}">
                    <a16:creationId xmlns:a16="http://schemas.microsoft.com/office/drawing/2014/main" id="{0E4AE23C-9B07-6EE1-BB0C-1106026C73D2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4" name="Ellipse 833">
                <a:extLst>
                  <a:ext uri="{FF2B5EF4-FFF2-40B4-BE49-F238E27FC236}">
                    <a16:creationId xmlns:a16="http://schemas.microsoft.com/office/drawing/2014/main" id="{ADB92317-F6B5-2894-63B6-7F192B3D237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5" name="Ellipse 834">
                <a:extLst>
                  <a:ext uri="{FF2B5EF4-FFF2-40B4-BE49-F238E27FC236}">
                    <a16:creationId xmlns:a16="http://schemas.microsoft.com/office/drawing/2014/main" id="{FEE13090-4650-BBE8-FB04-15D48332E3F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6" name="Ellipse 835">
                <a:extLst>
                  <a:ext uri="{FF2B5EF4-FFF2-40B4-BE49-F238E27FC236}">
                    <a16:creationId xmlns:a16="http://schemas.microsoft.com/office/drawing/2014/main" id="{2D491E3F-ADE2-9C4E-EE43-F6906362B640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7" name="Ellipse 836">
                <a:extLst>
                  <a:ext uri="{FF2B5EF4-FFF2-40B4-BE49-F238E27FC236}">
                    <a16:creationId xmlns:a16="http://schemas.microsoft.com/office/drawing/2014/main" id="{EE7C8F36-9AE9-2DD4-601F-5B97D53B7E92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8" name="Ellipse 837">
                <a:extLst>
                  <a:ext uri="{FF2B5EF4-FFF2-40B4-BE49-F238E27FC236}">
                    <a16:creationId xmlns:a16="http://schemas.microsoft.com/office/drawing/2014/main" id="{D85CCEB4-FC98-B752-ACC5-4FB54010A21B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39" name="Ellipse 838">
                <a:extLst>
                  <a:ext uri="{FF2B5EF4-FFF2-40B4-BE49-F238E27FC236}">
                    <a16:creationId xmlns:a16="http://schemas.microsoft.com/office/drawing/2014/main" id="{2FB6B759-9CCA-1E2D-242D-786B1590BDE4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0" name="Ellipse 839">
                <a:extLst>
                  <a:ext uri="{FF2B5EF4-FFF2-40B4-BE49-F238E27FC236}">
                    <a16:creationId xmlns:a16="http://schemas.microsoft.com/office/drawing/2014/main" id="{746067C2-5DA1-2EA9-15CD-88EF6B9D426D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1" name="Ellipse 840">
                <a:extLst>
                  <a:ext uri="{FF2B5EF4-FFF2-40B4-BE49-F238E27FC236}">
                    <a16:creationId xmlns:a16="http://schemas.microsoft.com/office/drawing/2014/main" id="{16FEB315-CED4-13A2-1414-D47E197088DA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2" name="Ellipse 841">
                <a:extLst>
                  <a:ext uri="{FF2B5EF4-FFF2-40B4-BE49-F238E27FC236}">
                    <a16:creationId xmlns:a16="http://schemas.microsoft.com/office/drawing/2014/main" id="{7127D811-D7D8-CBDE-19F8-C619D19442FF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3" name="Ellipse 842">
                <a:extLst>
                  <a:ext uri="{FF2B5EF4-FFF2-40B4-BE49-F238E27FC236}">
                    <a16:creationId xmlns:a16="http://schemas.microsoft.com/office/drawing/2014/main" id="{E8A2AC32-B6B3-3E96-5E27-A085E2CD500F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4" name="Ellipse 843">
                <a:extLst>
                  <a:ext uri="{FF2B5EF4-FFF2-40B4-BE49-F238E27FC236}">
                    <a16:creationId xmlns:a16="http://schemas.microsoft.com/office/drawing/2014/main" id="{F7FD4153-EC9F-8D1D-7046-59BF1449D123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5" name="Ellipse 844">
                <a:extLst>
                  <a:ext uri="{FF2B5EF4-FFF2-40B4-BE49-F238E27FC236}">
                    <a16:creationId xmlns:a16="http://schemas.microsoft.com/office/drawing/2014/main" id="{DBF3B863-5C4C-ED42-AA51-978378CB0654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46" name="Gruppieren 845">
              <a:extLst>
                <a:ext uri="{FF2B5EF4-FFF2-40B4-BE49-F238E27FC236}">
                  <a16:creationId xmlns:a16="http://schemas.microsoft.com/office/drawing/2014/main" id="{839E12DE-0BE3-68CF-F932-AF2BE1AF8BAA}"/>
                </a:ext>
              </a:extLst>
            </p:cNvPr>
            <p:cNvGrpSpPr/>
            <p:nvPr/>
          </p:nvGrpSpPr>
          <p:grpSpPr>
            <a:xfrm>
              <a:off x="-1717294" y="1229242"/>
              <a:ext cx="4629584" cy="2788981"/>
              <a:chOff x="-324210" y="4706992"/>
              <a:chExt cx="4629584" cy="2788981"/>
            </a:xfrm>
          </p:grpSpPr>
          <p:sp>
            <p:nvSpPr>
              <p:cNvPr id="847" name="Ellipse 846">
                <a:extLst>
                  <a:ext uri="{FF2B5EF4-FFF2-40B4-BE49-F238E27FC236}">
                    <a16:creationId xmlns:a16="http://schemas.microsoft.com/office/drawing/2014/main" id="{9D340D61-570A-F89D-40BB-6B56757960C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8" name="Ellipse 847">
                <a:extLst>
                  <a:ext uri="{FF2B5EF4-FFF2-40B4-BE49-F238E27FC236}">
                    <a16:creationId xmlns:a16="http://schemas.microsoft.com/office/drawing/2014/main" id="{F2D388D2-8DCA-AFE2-331A-827826A74241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49" name="Ellipse 848">
                <a:extLst>
                  <a:ext uri="{FF2B5EF4-FFF2-40B4-BE49-F238E27FC236}">
                    <a16:creationId xmlns:a16="http://schemas.microsoft.com/office/drawing/2014/main" id="{98AC29A7-AFAA-4A45-EBA2-F90559C834A1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0" name="Ellipse 849">
                <a:extLst>
                  <a:ext uri="{FF2B5EF4-FFF2-40B4-BE49-F238E27FC236}">
                    <a16:creationId xmlns:a16="http://schemas.microsoft.com/office/drawing/2014/main" id="{324E9C72-6C7E-C658-F5BA-989AA74D6879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1" name="Ellipse 850">
                <a:extLst>
                  <a:ext uri="{FF2B5EF4-FFF2-40B4-BE49-F238E27FC236}">
                    <a16:creationId xmlns:a16="http://schemas.microsoft.com/office/drawing/2014/main" id="{2905C172-61E0-16A6-F134-A4C26D93F23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2" name="Ellipse 851">
                <a:extLst>
                  <a:ext uri="{FF2B5EF4-FFF2-40B4-BE49-F238E27FC236}">
                    <a16:creationId xmlns:a16="http://schemas.microsoft.com/office/drawing/2014/main" id="{9FA2E3AA-E921-3A65-6E6D-6C7932129393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3" name="Ellipse 852">
                <a:extLst>
                  <a:ext uri="{FF2B5EF4-FFF2-40B4-BE49-F238E27FC236}">
                    <a16:creationId xmlns:a16="http://schemas.microsoft.com/office/drawing/2014/main" id="{35678F7D-46C7-B0C8-7473-6152DE2BDAB4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4" name="Ellipse 853">
                <a:extLst>
                  <a:ext uri="{FF2B5EF4-FFF2-40B4-BE49-F238E27FC236}">
                    <a16:creationId xmlns:a16="http://schemas.microsoft.com/office/drawing/2014/main" id="{26DC227A-4524-6CB0-1F5B-38CCC2488AA7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5" name="Ellipse 854">
                <a:extLst>
                  <a:ext uri="{FF2B5EF4-FFF2-40B4-BE49-F238E27FC236}">
                    <a16:creationId xmlns:a16="http://schemas.microsoft.com/office/drawing/2014/main" id="{A420F3E0-6E94-BEFD-1064-42EB28DC6C2F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6" name="Ellipse 855">
                <a:extLst>
                  <a:ext uri="{FF2B5EF4-FFF2-40B4-BE49-F238E27FC236}">
                    <a16:creationId xmlns:a16="http://schemas.microsoft.com/office/drawing/2014/main" id="{B05B7436-B2E2-3CBB-1828-B2AE9532E6DE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7" name="Ellipse 856">
                <a:extLst>
                  <a:ext uri="{FF2B5EF4-FFF2-40B4-BE49-F238E27FC236}">
                    <a16:creationId xmlns:a16="http://schemas.microsoft.com/office/drawing/2014/main" id="{4ACA017B-9C25-4F11-1B81-E609BA07FBB1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8" name="Ellipse 857">
                <a:extLst>
                  <a:ext uri="{FF2B5EF4-FFF2-40B4-BE49-F238E27FC236}">
                    <a16:creationId xmlns:a16="http://schemas.microsoft.com/office/drawing/2014/main" id="{948FE561-B1F5-2137-36DB-7D8EF91ADEEB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59" name="Ellipse 858">
                <a:extLst>
                  <a:ext uri="{FF2B5EF4-FFF2-40B4-BE49-F238E27FC236}">
                    <a16:creationId xmlns:a16="http://schemas.microsoft.com/office/drawing/2014/main" id="{72995D97-7729-C534-42C2-7E3EC395DE9D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0" name="Ellipse 859">
                <a:extLst>
                  <a:ext uri="{FF2B5EF4-FFF2-40B4-BE49-F238E27FC236}">
                    <a16:creationId xmlns:a16="http://schemas.microsoft.com/office/drawing/2014/main" id="{4B5DA2DB-A45B-30DE-FD04-500C54185A5E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1" name="Ellipse 860">
                <a:extLst>
                  <a:ext uri="{FF2B5EF4-FFF2-40B4-BE49-F238E27FC236}">
                    <a16:creationId xmlns:a16="http://schemas.microsoft.com/office/drawing/2014/main" id="{325C9CBA-5941-710A-E1B4-0708214C57EB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2" name="Ellipse 861">
                <a:extLst>
                  <a:ext uri="{FF2B5EF4-FFF2-40B4-BE49-F238E27FC236}">
                    <a16:creationId xmlns:a16="http://schemas.microsoft.com/office/drawing/2014/main" id="{7038FB2C-07B0-3247-D031-CB05D81127F8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3" name="Ellipse 862">
                <a:extLst>
                  <a:ext uri="{FF2B5EF4-FFF2-40B4-BE49-F238E27FC236}">
                    <a16:creationId xmlns:a16="http://schemas.microsoft.com/office/drawing/2014/main" id="{97365BFF-8F60-E2F6-B567-63D5A51C07F8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4" name="Ellipse 863">
                <a:extLst>
                  <a:ext uri="{FF2B5EF4-FFF2-40B4-BE49-F238E27FC236}">
                    <a16:creationId xmlns:a16="http://schemas.microsoft.com/office/drawing/2014/main" id="{25525D9C-8DD2-FB17-512F-D48E8610FD0C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5" name="Ellipse 864">
                <a:extLst>
                  <a:ext uri="{FF2B5EF4-FFF2-40B4-BE49-F238E27FC236}">
                    <a16:creationId xmlns:a16="http://schemas.microsoft.com/office/drawing/2014/main" id="{CE921A10-1EF0-1365-A5C9-68E71FFD63D6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6" name="Ellipse 865">
                <a:extLst>
                  <a:ext uri="{FF2B5EF4-FFF2-40B4-BE49-F238E27FC236}">
                    <a16:creationId xmlns:a16="http://schemas.microsoft.com/office/drawing/2014/main" id="{BEBC9033-6C09-5033-77E6-5B06E7D5E734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7" name="Ellipse 866">
                <a:extLst>
                  <a:ext uri="{FF2B5EF4-FFF2-40B4-BE49-F238E27FC236}">
                    <a16:creationId xmlns:a16="http://schemas.microsoft.com/office/drawing/2014/main" id="{CF1FD342-42AF-5DF6-026D-B26B4944DAEC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8" name="Ellipse 867">
                <a:extLst>
                  <a:ext uri="{FF2B5EF4-FFF2-40B4-BE49-F238E27FC236}">
                    <a16:creationId xmlns:a16="http://schemas.microsoft.com/office/drawing/2014/main" id="{CFD5E8D5-8F0B-C974-B5D6-75CC3F7B5D74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69" name="Ellipse 868">
                <a:extLst>
                  <a:ext uri="{FF2B5EF4-FFF2-40B4-BE49-F238E27FC236}">
                    <a16:creationId xmlns:a16="http://schemas.microsoft.com/office/drawing/2014/main" id="{E3F3B2FA-2738-8CE8-6478-B29744324A06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0" name="Ellipse 869">
                <a:extLst>
                  <a:ext uri="{FF2B5EF4-FFF2-40B4-BE49-F238E27FC236}">
                    <a16:creationId xmlns:a16="http://schemas.microsoft.com/office/drawing/2014/main" id="{5254EA34-CF7F-1A92-5F03-A3D64D211074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1" name="Ellipse 870">
                <a:extLst>
                  <a:ext uri="{FF2B5EF4-FFF2-40B4-BE49-F238E27FC236}">
                    <a16:creationId xmlns:a16="http://schemas.microsoft.com/office/drawing/2014/main" id="{4FEFB5E8-ADDD-1249-36A3-057A7F2A1503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2" name="Ellipse 871">
                <a:extLst>
                  <a:ext uri="{FF2B5EF4-FFF2-40B4-BE49-F238E27FC236}">
                    <a16:creationId xmlns:a16="http://schemas.microsoft.com/office/drawing/2014/main" id="{037CB7C0-8B35-D70F-8B1F-B21B3F0A9251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3" name="Ellipse 872">
                <a:extLst>
                  <a:ext uri="{FF2B5EF4-FFF2-40B4-BE49-F238E27FC236}">
                    <a16:creationId xmlns:a16="http://schemas.microsoft.com/office/drawing/2014/main" id="{94E4B4F8-C9DE-0598-8C22-4F5290C042DE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4" name="Ellipse 873">
                <a:extLst>
                  <a:ext uri="{FF2B5EF4-FFF2-40B4-BE49-F238E27FC236}">
                    <a16:creationId xmlns:a16="http://schemas.microsoft.com/office/drawing/2014/main" id="{2D68880E-50F7-756E-875F-41A18F93576C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875" name="Gruppieren 874">
              <a:extLst>
                <a:ext uri="{FF2B5EF4-FFF2-40B4-BE49-F238E27FC236}">
                  <a16:creationId xmlns:a16="http://schemas.microsoft.com/office/drawing/2014/main" id="{57355FDB-8E13-44F2-06FD-E39203D30D6B}"/>
                </a:ext>
              </a:extLst>
            </p:cNvPr>
            <p:cNvGrpSpPr/>
            <p:nvPr/>
          </p:nvGrpSpPr>
          <p:grpSpPr>
            <a:xfrm rot="10800000">
              <a:off x="-928554" y="688767"/>
              <a:ext cx="4629584" cy="2788981"/>
              <a:chOff x="-324210" y="4706992"/>
              <a:chExt cx="4629584" cy="2788981"/>
            </a:xfrm>
          </p:grpSpPr>
          <p:sp>
            <p:nvSpPr>
              <p:cNvPr id="876" name="Ellipse 875">
                <a:extLst>
                  <a:ext uri="{FF2B5EF4-FFF2-40B4-BE49-F238E27FC236}">
                    <a16:creationId xmlns:a16="http://schemas.microsoft.com/office/drawing/2014/main" id="{F9D14449-6E22-FA61-4749-E1481619300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7" name="Ellipse 876">
                <a:extLst>
                  <a:ext uri="{FF2B5EF4-FFF2-40B4-BE49-F238E27FC236}">
                    <a16:creationId xmlns:a16="http://schemas.microsoft.com/office/drawing/2014/main" id="{4378BB1F-BC7B-40F9-929B-75E4C5E44A59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8" name="Ellipse 877">
                <a:extLst>
                  <a:ext uri="{FF2B5EF4-FFF2-40B4-BE49-F238E27FC236}">
                    <a16:creationId xmlns:a16="http://schemas.microsoft.com/office/drawing/2014/main" id="{6B6DAFDA-1867-E156-B401-EF869838D88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79" name="Ellipse 878">
                <a:extLst>
                  <a:ext uri="{FF2B5EF4-FFF2-40B4-BE49-F238E27FC236}">
                    <a16:creationId xmlns:a16="http://schemas.microsoft.com/office/drawing/2014/main" id="{903036C0-DA3B-43F1-AD00-00D2EAC8E543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0" name="Ellipse 879">
                <a:extLst>
                  <a:ext uri="{FF2B5EF4-FFF2-40B4-BE49-F238E27FC236}">
                    <a16:creationId xmlns:a16="http://schemas.microsoft.com/office/drawing/2014/main" id="{444DC465-A9C5-18C4-CB3E-652B5BF805A2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1" name="Ellipse 880">
                <a:extLst>
                  <a:ext uri="{FF2B5EF4-FFF2-40B4-BE49-F238E27FC236}">
                    <a16:creationId xmlns:a16="http://schemas.microsoft.com/office/drawing/2014/main" id="{2B0E7B80-CD17-9481-0ADA-A7AD59B3B6B5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2" name="Ellipse 881">
                <a:extLst>
                  <a:ext uri="{FF2B5EF4-FFF2-40B4-BE49-F238E27FC236}">
                    <a16:creationId xmlns:a16="http://schemas.microsoft.com/office/drawing/2014/main" id="{4BBB51A1-43DB-BACA-3897-CE8F49088FEB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3" name="Ellipse 882">
                <a:extLst>
                  <a:ext uri="{FF2B5EF4-FFF2-40B4-BE49-F238E27FC236}">
                    <a16:creationId xmlns:a16="http://schemas.microsoft.com/office/drawing/2014/main" id="{277EB81F-65D2-4810-6408-BEDDA68303C6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4" name="Ellipse 883">
                <a:extLst>
                  <a:ext uri="{FF2B5EF4-FFF2-40B4-BE49-F238E27FC236}">
                    <a16:creationId xmlns:a16="http://schemas.microsoft.com/office/drawing/2014/main" id="{D9EC3644-9F0E-D407-CEDF-A906510D6A1F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5" name="Ellipse 884">
                <a:extLst>
                  <a:ext uri="{FF2B5EF4-FFF2-40B4-BE49-F238E27FC236}">
                    <a16:creationId xmlns:a16="http://schemas.microsoft.com/office/drawing/2014/main" id="{95496877-9358-921C-E80C-A138C01FBCEE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6" name="Ellipse 885">
                <a:extLst>
                  <a:ext uri="{FF2B5EF4-FFF2-40B4-BE49-F238E27FC236}">
                    <a16:creationId xmlns:a16="http://schemas.microsoft.com/office/drawing/2014/main" id="{7D69511C-FC4C-CE93-429A-1F1FAF2EA0BD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7" name="Ellipse 886">
                <a:extLst>
                  <a:ext uri="{FF2B5EF4-FFF2-40B4-BE49-F238E27FC236}">
                    <a16:creationId xmlns:a16="http://schemas.microsoft.com/office/drawing/2014/main" id="{2885CBDC-8074-B332-FAB8-9DABB7C9E2A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8" name="Ellipse 887">
                <a:extLst>
                  <a:ext uri="{FF2B5EF4-FFF2-40B4-BE49-F238E27FC236}">
                    <a16:creationId xmlns:a16="http://schemas.microsoft.com/office/drawing/2014/main" id="{B521932A-A28B-34D1-E4CA-DDD39968215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89" name="Ellipse 888">
                <a:extLst>
                  <a:ext uri="{FF2B5EF4-FFF2-40B4-BE49-F238E27FC236}">
                    <a16:creationId xmlns:a16="http://schemas.microsoft.com/office/drawing/2014/main" id="{17D2B9DB-15CB-1899-4A15-C6980476CF5C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0" name="Ellipse 889">
                <a:extLst>
                  <a:ext uri="{FF2B5EF4-FFF2-40B4-BE49-F238E27FC236}">
                    <a16:creationId xmlns:a16="http://schemas.microsoft.com/office/drawing/2014/main" id="{599CE117-3622-502D-CA2E-B7921D3CA4C5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1" name="Ellipse 890">
                <a:extLst>
                  <a:ext uri="{FF2B5EF4-FFF2-40B4-BE49-F238E27FC236}">
                    <a16:creationId xmlns:a16="http://schemas.microsoft.com/office/drawing/2014/main" id="{83C13274-11CE-FAAA-8CFA-FBB00BF38A8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2" name="Ellipse 891">
                <a:extLst>
                  <a:ext uri="{FF2B5EF4-FFF2-40B4-BE49-F238E27FC236}">
                    <a16:creationId xmlns:a16="http://schemas.microsoft.com/office/drawing/2014/main" id="{41FA6F95-B9D6-4357-1298-EB7189068ED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3" name="Ellipse 892">
                <a:extLst>
                  <a:ext uri="{FF2B5EF4-FFF2-40B4-BE49-F238E27FC236}">
                    <a16:creationId xmlns:a16="http://schemas.microsoft.com/office/drawing/2014/main" id="{6D45CD0D-3F8F-B1F5-88C0-C7283A1AC89D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4" name="Ellipse 893">
                <a:extLst>
                  <a:ext uri="{FF2B5EF4-FFF2-40B4-BE49-F238E27FC236}">
                    <a16:creationId xmlns:a16="http://schemas.microsoft.com/office/drawing/2014/main" id="{16969FD8-920C-F21B-F9B6-530E265559DF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5" name="Ellipse 894">
                <a:extLst>
                  <a:ext uri="{FF2B5EF4-FFF2-40B4-BE49-F238E27FC236}">
                    <a16:creationId xmlns:a16="http://schemas.microsoft.com/office/drawing/2014/main" id="{F192155A-69FB-2A79-9B9A-0ECC0C6BC593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6" name="Ellipse 895">
                <a:extLst>
                  <a:ext uri="{FF2B5EF4-FFF2-40B4-BE49-F238E27FC236}">
                    <a16:creationId xmlns:a16="http://schemas.microsoft.com/office/drawing/2014/main" id="{6D383467-6666-BAB5-839A-F9273E2C2802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7" name="Ellipse 896">
                <a:extLst>
                  <a:ext uri="{FF2B5EF4-FFF2-40B4-BE49-F238E27FC236}">
                    <a16:creationId xmlns:a16="http://schemas.microsoft.com/office/drawing/2014/main" id="{664B3052-6EFA-F48B-E0F0-B4791F13497B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8" name="Ellipse 897">
                <a:extLst>
                  <a:ext uri="{FF2B5EF4-FFF2-40B4-BE49-F238E27FC236}">
                    <a16:creationId xmlns:a16="http://schemas.microsoft.com/office/drawing/2014/main" id="{A2CAAE5C-439D-15CB-33A8-850265C1C323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899" name="Ellipse 898">
                <a:extLst>
                  <a:ext uri="{FF2B5EF4-FFF2-40B4-BE49-F238E27FC236}">
                    <a16:creationId xmlns:a16="http://schemas.microsoft.com/office/drawing/2014/main" id="{9712C2D3-0C95-483A-470F-79B323914D5A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0" name="Ellipse 899">
                <a:extLst>
                  <a:ext uri="{FF2B5EF4-FFF2-40B4-BE49-F238E27FC236}">
                    <a16:creationId xmlns:a16="http://schemas.microsoft.com/office/drawing/2014/main" id="{925B1145-16DD-9614-840D-1A3EC93608C1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1" name="Ellipse 900">
                <a:extLst>
                  <a:ext uri="{FF2B5EF4-FFF2-40B4-BE49-F238E27FC236}">
                    <a16:creationId xmlns:a16="http://schemas.microsoft.com/office/drawing/2014/main" id="{CC701382-AE2A-590F-DF86-32E6C1EAC63D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2" name="Ellipse 901">
                <a:extLst>
                  <a:ext uri="{FF2B5EF4-FFF2-40B4-BE49-F238E27FC236}">
                    <a16:creationId xmlns:a16="http://schemas.microsoft.com/office/drawing/2014/main" id="{2018DE15-625B-239E-03C8-85E44924DB38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3" name="Ellipse 902">
                <a:extLst>
                  <a:ext uri="{FF2B5EF4-FFF2-40B4-BE49-F238E27FC236}">
                    <a16:creationId xmlns:a16="http://schemas.microsoft.com/office/drawing/2014/main" id="{1B1296FC-9688-3A7C-A84C-EB3043A80412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904" name="Gruppieren 903">
              <a:extLst>
                <a:ext uri="{FF2B5EF4-FFF2-40B4-BE49-F238E27FC236}">
                  <a16:creationId xmlns:a16="http://schemas.microsoft.com/office/drawing/2014/main" id="{02806E54-8B97-928F-5A67-AEBC8EA13BA9}"/>
                </a:ext>
              </a:extLst>
            </p:cNvPr>
            <p:cNvGrpSpPr/>
            <p:nvPr/>
          </p:nvGrpSpPr>
          <p:grpSpPr>
            <a:xfrm rot="10800000">
              <a:off x="-2006273" y="169464"/>
              <a:ext cx="4629584" cy="2788981"/>
              <a:chOff x="-324210" y="4706992"/>
              <a:chExt cx="4629584" cy="2788981"/>
            </a:xfrm>
          </p:grpSpPr>
          <p:sp>
            <p:nvSpPr>
              <p:cNvPr id="905" name="Ellipse 904">
                <a:extLst>
                  <a:ext uri="{FF2B5EF4-FFF2-40B4-BE49-F238E27FC236}">
                    <a16:creationId xmlns:a16="http://schemas.microsoft.com/office/drawing/2014/main" id="{8C1BC8C6-0AC3-CC3D-55F5-83E3481110CC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6" name="Ellipse 905">
                <a:extLst>
                  <a:ext uri="{FF2B5EF4-FFF2-40B4-BE49-F238E27FC236}">
                    <a16:creationId xmlns:a16="http://schemas.microsoft.com/office/drawing/2014/main" id="{2A716665-75A1-F964-BB6F-20C39A1BFEBA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7" name="Ellipse 906">
                <a:extLst>
                  <a:ext uri="{FF2B5EF4-FFF2-40B4-BE49-F238E27FC236}">
                    <a16:creationId xmlns:a16="http://schemas.microsoft.com/office/drawing/2014/main" id="{013EEFCD-0C0F-A088-69E1-D7D689EBABCD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8" name="Ellipse 907">
                <a:extLst>
                  <a:ext uri="{FF2B5EF4-FFF2-40B4-BE49-F238E27FC236}">
                    <a16:creationId xmlns:a16="http://schemas.microsoft.com/office/drawing/2014/main" id="{77EABB25-C51B-F4EC-B582-5D4B43758762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09" name="Ellipse 908">
                <a:extLst>
                  <a:ext uri="{FF2B5EF4-FFF2-40B4-BE49-F238E27FC236}">
                    <a16:creationId xmlns:a16="http://schemas.microsoft.com/office/drawing/2014/main" id="{0289408E-CFE1-6FBC-3570-243EC75918D0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0" name="Ellipse 909">
                <a:extLst>
                  <a:ext uri="{FF2B5EF4-FFF2-40B4-BE49-F238E27FC236}">
                    <a16:creationId xmlns:a16="http://schemas.microsoft.com/office/drawing/2014/main" id="{E884C1EC-CD45-3307-5480-3D73D886BB7F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1" name="Ellipse 910">
                <a:extLst>
                  <a:ext uri="{FF2B5EF4-FFF2-40B4-BE49-F238E27FC236}">
                    <a16:creationId xmlns:a16="http://schemas.microsoft.com/office/drawing/2014/main" id="{2C9D24A8-0621-D3C3-1F33-1C29360FD880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2" name="Ellipse 911">
                <a:extLst>
                  <a:ext uri="{FF2B5EF4-FFF2-40B4-BE49-F238E27FC236}">
                    <a16:creationId xmlns:a16="http://schemas.microsoft.com/office/drawing/2014/main" id="{DA1B623C-34C5-6057-8160-707F522982C5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3" name="Ellipse 912">
                <a:extLst>
                  <a:ext uri="{FF2B5EF4-FFF2-40B4-BE49-F238E27FC236}">
                    <a16:creationId xmlns:a16="http://schemas.microsoft.com/office/drawing/2014/main" id="{96EA95EF-9084-16D9-EDE0-3C0A45AFF60B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4" name="Ellipse 913">
                <a:extLst>
                  <a:ext uri="{FF2B5EF4-FFF2-40B4-BE49-F238E27FC236}">
                    <a16:creationId xmlns:a16="http://schemas.microsoft.com/office/drawing/2014/main" id="{1623EB9F-7345-8F10-9845-04F9476B2D7C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5" name="Ellipse 914">
                <a:extLst>
                  <a:ext uri="{FF2B5EF4-FFF2-40B4-BE49-F238E27FC236}">
                    <a16:creationId xmlns:a16="http://schemas.microsoft.com/office/drawing/2014/main" id="{1EC4CE2C-689B-B5D6-27EB-2B717C045DE9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6" name="Ellipse 915">
                <a:extLst>
                  <a:ext uri="{FF2B5EF4-FFF2-40B4-BE49-F238E27FC236}">
                    <a16:creationId xmlns:a16="http://schemas.microsoft.com/office/drawing/2014/main" id="{2DB4B2FA-68E8-7D6C-6C5A-4D482650744F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7" name="Ellipse 916">
                <a:extLst>
                  <a:ext uri="{FF2B5EF4-FFF2-40B4-BE49-F238E27FC236}">
                    <a16:creationId xmlns:a16="http://schemas.microsoft.com/office/drawing/2014/main" id="{5638A5AD-99FE-1C88-56AF-CA2A8F968529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8" name="Ellipse 917">
                <a:extLst>
                  <a:ext uri="{FF2B5EF4-FFF2-40B4-BE49-F238E27FC236}">
                    <a16:creationId xmlns:a16="http://schemas.microsoft.com/office/drawing/2014/main" id="{A6CE0656-5865-F6BE-3EFE-4D784CE890A3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19" name="Ellipse 918">
                <a:extLst>
                  <a:ext uri="{FF2B5EF4-FFF2-40B4-BE49-F238E27FC236}">
                    <a16:creationId xmlns:a16="http://schemas.microsoft.com/office/drawing/2014/main" id="{7A762C69-009C-089B-5537-F08448263B3E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0" name="Ellipse 919">
                <a:extLst>
                  <a:ext uri="{FF2B5EF4-FFF2-40B4-BE49-F238E27FC236}">
                    <a16:creationId xmlns:a16="http://schemas.microsoft.com/office/drawing/2014/main" id="{2390F55B-3A1A-3E44-7E04-A9BFB326DFB7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1" name="Ellipse 920">
                <a:extLst>
                  <a:ext uri="{FF2B5EF4-FFF2-40B4-BE49-F238E27FC236}">
                    <a16:creationId xmlns:a16="http://schemas.microsoft.com/office/drawing/2014/main" id="{029EA4B4-C5E9-1806-FBE3-1C45D2B2E3F1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2" name="Ellipse 921">
                <a:extLst>
                  <a:ext uri="{FF2B5EF4-FFF2-40B4-BE49-F238E27FC236}">
                    <a16:creationId xmlns:a16="http://schemas.microsoft.com/office/drawing/2014/main" id="{1AA45BAF-1F49-DAD2-89BE-C6C137340AD8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3" name="Ellipse 922">
                <a:extLst>
                  <a:ext uri="{FF2B5EF4-FFF2-40B4-BE49-F238E27FC236}">
                    <a16:creationId xmlns:a16="http://schemas.microsoft.com/office/drawing/2014/main" id="{00504AB9-45CC-0920-663D-2B536B936BA1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4" name="Ellipse 923">
                <a:extLst>
                  <a:ext uri="{FF2B5EF4-FFF2-40B4-BE49-F238E27FC236}">
                    <a16:creationId xmlns:a16="http://schemas.microsoft.com/office/drawing/2014/main" id="{30ECCE07-640F-CB73-746A-03F78B1E5131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5" name="Ellipse 924">
                <a:extLst>
                  <a:ext uri="{FF2B5EF4-FFF2-40B4-BE49-F238E27FC236}">
                    <a16:creationId xmlns:a16="http://schemas.microsoft.com/office/drawing/2014/main" id="{9B6DE457-DB1B-F02F-1F54-809FE18E206C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6" name="Ellipse 925">
                <a:extLst>
                  <a:ext uri="{FF2B5EF4-FFF2-40B4-BE49-F238E27FC236}">
                    <a16:creationId xmlns:a16="http://schemas.microsoft.com/office/drawing/2014/main" id="{7E2DDD2D-1580-2479-0508-18901FD97665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7" name="Ellipse 926">
                <a:extLst>
                  <a:ext uri="{FF2B5EF4-FFF2-40B4-BE49-F238E27FC236}">
                    <a16:creationId xmlns:a16="http://schemas.microsoft.com/office/drawing/2014/main" id="{260916CC-98BC-01A0-6EC6-4312E5B13BE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8" name="Ellipse 927">
                <a:extLst>
                  <a:ext uri="{FF2B5EF4-FFF2-40B4-BE49-F238E27FC236}">
                    <a16:creationId xmlns:a16="http://schemas.microsoft.com/office/drawing/2014/main" id="{0FD9E9C6-E6CF-3505-3F5F-FC744E40BE86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29" name="Ellipse 928">
                <a:extLst>
                  <a:ext uri="{FF2B5EF4-FFF2-40B4-BE49-F238E27FC236}">
                    <a16:creationId xmlns:a16="http://schemas.microsoft.com/office/drawing/2014/main" id="{C8383C4D-3494-DF7F-22AD-0F04F4CF73DB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0" name="Ellipse 929">
                <a:extLst>
                  <a:ext uri="{FF2B5EF4-FFF2-40B4-BE49-F238E27FC236}">
                    <a16:creationId xmlns:a16="http://schemas.microsoft.com/office/drawing/2014/main" id="{F2A21F9F-8A64-A169-3C60-245A5BFB5AC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1" name="Ellipse 930">
                <a:extLst>
                  <a:ext uri="{FF2B5EF4-FFF2-40B4-BE49-F238E27FC236}">
                    <a16:creationId xmlns:a16="http://schemas.microsoft.com/office/drawing/2014/main" id="{F2064224-C7A1-D1C4-86FB-CA650E947955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2" name="Ellipse 931">
                <a:extLst>
                  <a:ext uri="{FF2B5EF4-FFF2-40B4-BE49-F238E27FC236}">
                    <a16:creationId xmlns:a16="http://schemas.microsoft.com/office/drawing/2014/main" id="{484E7E7C-C3E5-EE77-39ED-D6CE6F7327CD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933" name="Ellipse 932">
              <a:extLst>
                <a:ext uri="{FF2B5EF4-FFF2-40B4-BE49-F238E27FC236}">
                  <a16:creationId xmlns:a16="http://schemas.microsoft.com/office/drawing/2014/main" id="{A8E229D9-C524-DEF1-943A-4ED94C18DB53}"/>
                </a:ext>
              </a:extLst>
            </p:cNvPr>
            <p:cNvSpPr/>
            <p:nvPr/>
          </p:nvSpPr>
          <p:spPr>
            <a:xfrm rot="4912871">
              <a:off x="5505034" y="12864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4" name="Ellipse 933">
              <a:extLst>
                <a:ext uri="{FF2B5EF4-FFF2-40B4-BE49-F238E27FC236}">
                  <a16:creationId xmlns:a16="http://schemas.microsoft.com/office/drawing/2014/main" id="{0223B461-FD80-1639-3640-658A34C43F02}"/>
                </a:ext>
              </a:extLst>
            </p:cNvPr>
            <p:cNvSpPr/>
            <p:nvPr/>
          </p:nvSpPr>
          <p:spPr>
            <a:xfrm rot="4912871">
              <a:off x="5487672" y="164989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5" name="Ellipse 934">
              <a:extLst>
                <a:ext uri="{FF2B5EF4-FFF2-40B4-BE49-F238E27FC236}">
                  <a16:creationId xmlns:a16="http://schemas.microsoft.com/office/drawing/2014/main" id="{9F14C46C-D274-D122-801C-4B7A828B08CE}"/>
                </a:ext>
              </a:extLst>
            </p:cNvPr>
            <p:cNvSpPr/>
            <p:nvPr/>
          </p:nvSpPr>
          <p:spPr>
            <a:xfrm rot="4912871">
              <a:off x="5679001" y="1968672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6" name="Ellipse 935">
              <a:extLst>
                <a:ext uri="{FF2B5EF4-FFF2-40B4-BE49-F238E27FC236}">
                  <a16:creationId xmlns:a16="http://schemas.microsoft.com/office/drawing/2014/main" id="{823034A8-7466-C7EF-490F-D243600F7423}"/>
                </a:ext>
              </a:extLst>
            </p:cNvPr>
            <p:cNvSpPr/>
            <p:nvPr/>
          </p:nvSpPr>
          <p:spPr>
            <a:xfrm rot="4912871">
              <a:off x="5615584" y="97915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7" name="Ellipse 936">
              <a:extLst>
                <a:ext uri="{FF2B5EF4-FFF2-40B4-BE49-F238E27FC236}">
                  <a16:creationId xmlns:a16="http://schemas.microsoft.com/office/drawing/2014/main" id="{875396DD-A16F-1306-163C-FBA6DE05DDA1}"/>
                </a:ext>
              </a:extLst>
            </p:cNvPr>
            <p:cNvSpPr/>
            <p:nvPr/>
          </p:nvSpPr>
          <p:spPr>
            <a:xfrm rot="4912871">
              <a:off x="5787102" y="1154489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8" name="Ellipse 937">
              <a:extLst>
                <a:ext uri="{FF2B5EF4-FFF2-40B4-BE49-F238E27FC236}">
                  <a16:creationId xmlns:a16="http://schemas.microsoft.com/office/drawing/2014/main" id="{1994C5CA-EA53-6FE4-0C48-EB55D1AAF6D1}"/>
                </a:ext>
              </a:extLst>
            </p:cNvPr>
            <p:cNvSpPr/>
            <p:nvPr/>
          </p:nvSpPr>
          <p:spPr>
            <a:xfrm rot="4912871">
              <a:off x="5749425" y="141241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39" name="Ellipse 938">
              <a:extLst>
                <a:ext uri="{FF2B5EF4-FFF2-40B4-BE49-F238E27FC236}">
                  <a16:creationId xmlns:a16="http://schemas.microsoft.com/office/drawing/2014/main" id="{845DCCE2-A7EC-4B37-B971-7D9CD87994A5}"/>
                </a:ext>
              </a:extLst>
            </p:cNvPr>
            <p:cNvSpPr/>
            <p:nvPr/>
          </p:nvSpPr>
          <p:spPr>
            <a:xfrm rot="4912871">
              <a:off x="6110640" y="206992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0" name="Ellipse 939">
              <a:extLst>
                <a:ext uri="{FF2B5EF4-FFF2-40B4-BE49-F238E27FC236}">
                  <a16:creationId xmlns:a16="http://schemas.microsoft.com/office/drawing/2014/main" id="{33F72E5D-D7D1-E2CE-387D-739D5FA97FC4}"/>
                </a:ext>
              </a:extLst>
            </p:cNvPr>
            <p:cNvSpPr/>
            <p:nvPr/>
          </p:nvSpPr>
          <p:spPr>
            <a:xfrm rot="4912871">
              <a:off x="6175153" y="96194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1" name="Ellipse 940">
              <a:extLst>
                <a:ext uri="{FF2B5EF4-FFF2-40B4-BE49-F238E27FC236}">
                  <a16:creationId xmlns:a16="http://schemas.microsoft.com/office/drawing/2014/main" id="{21943646-A8DE-312B-C861-0B39776C5D9F}"/>
                </a:ext>
              </a:extLst>
            </p:cNvPr>
            <p:cNvSpPr/>
            <p:nvPr/>
          </p:nvSpPr>
          <p:spPr>
            <a:xfrm rot="4912871">
              <a:off x="6075540" y="1641531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2" name="Ellipse 941">
              <a:extLst>
                <a:ext uri="{FF2B5EF4-FFF2-40B4-BE49-F238E27FC236}">
                  <a16:creationId xmlns:a16="http://schemas.microsoft.com/office/drawing/2014/main" id="{7B754979-B7D8-6A0A-40D1-FD9CD842AB00}"/>
                </a:ext>
              </a:extLst>
            </p:cNvPr>
            <p:cNvSpPr/>
            <p:nvPr/>
          </p:nvSpPr>
          <p:spPr>
            <a:xfrm rot="4912871">
              <a:off x="6319307" y="136279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3" name="Ellipse 942">
              <a:extLst>
                <a:ext uri="{FF2B5EF4-FFF2-40B4-BE49-F238E27FC236}">
                  <a16:creationId xmlns:a16="http://schemas.microsoft.com/office/drawing/2014/main" id="{A469B5C4-2B02-F719-32D7-11BBD73B44E1}"/>
                </a:ext>
              </a:extLst>
            </p:cNvPr>
            <p:cNvSpPr/>
            <p:nvPr/>
          </p:nvSpPr>
          <p:spPr>
            <a:xfrm rot="4912871">
              <a:off x="3618549" y="64989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4" name="Ellipse 943">
              <a:extLst>
                <a:ext uri="{FF2B5EF4-FFF2-40B4-BE49-F238E27FC236}">
                  <a16:creationId xmlns:a16="http://schemas.microsoft.com/office/drawing/2014/main" id="{CD489C22-839F-9237-BA0D-FCC47EE90E7F}"/>
                </a:ext>
              </a:extLst>
            </p:cNvPr>
            <p:cNvSpPr/>
            <p:nvPr/>
          </p:nvSpPr>
          <p:spPr>
            <a:xfrm rot="4912871">
              <a:off x="6506888" y="209443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5" name="Ellipse 944">
              <a:extLst>
                <a:ext uri="{FF2B5EF4-FFF2-40B4-BE49-F238E27FC236}">
                  <a16:creationId xmlns:a16="http://schemas.microsoft.com/office/drawing/2014/main" id="{8DF96C37-4D86-F690-F3BE-2957AB7AC4E0}"/>
                </a:ext>
              </a:extLst>
            </p:cNvPr>
            <p:cNvSpPr/>
            <p:nvPr/>
          </p:nvSpPr>
          <p:spPr>
            <a:xfrm rot="4912871">
              <a:off x="6558924" y="1803917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6" name="Ellipse 945">
              <a:extLst>
                <a:ext uri="{FF2B5EF4-FFF2-40B4-BE49-F238E27FC236}">
                  <a16:creationId xmlns:a16="http://schemas.microsoft.com/office/drawing/2014/main" id="{3C323E65-9A97-1133-8ABE-466BBEDAB81F}"/>
                </a:ext>
              </a:extLst>
            </p:cNvPr>
            <p:cNvSpPr/>
            <p:nvPr/>
          </p:nvSpPr>
          <p:spPr>
            <a:xfrm rot="4912871">
              <a:off x="6755687" y="145087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7" name="Ellipse 946">
              <a:extLst>
                <a:ext uri="{FF2B5EF4-FFF2-40B4-BE49-F238E27FC236}">
                  <a16:creationId xmlns:a16="http://schemas.microsoft.com/office/drawing/2014/main" id="{DEF5CCED-D6AA-C06C-0E5D-A49CCC34B108}"/>
                </a:ext>
              </a:extLst>
            </p:cNvPr>
            <p:cNvSpPr/>
            <p:nvPr/>
          </p:nvSpPr>
          <p:spPr>
            <a:xfrm rot="4912871">
              <a:off x="6749931" y="96119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8" name="Ellipse 947">
              <a:extLst>
                <a:ext uri="{FF2B5EF4-FFF2-40B4-BE49-F238E27FC236}">
                  <a16:creationId xmlns:a16="http://schemas.microsoft.com/office/drawing/2014/main" id="{0E9DD167-FA1F-3600-77BB-CE686BB707AA}"/>
                </a:ext>
              </a:extLst>
            </p:cNvPr>
            <p:cNvSpPr/>
            <p:nvPr/>
          </p:nvSpPr>
          <p:spPr>
            <a:xfrm rot="4912871">
              <a:off x="6994968" y="62224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49" name="Ellipse 948">
              <a:extLst>
                <a:ext uri="{FF2B5EF4-FFF2-40B4-BE49-F238E27FC236}">
                  <a16:creationId xmlns:a16="http://schemas.microsoft.com/office/drawing/2014/main" id="{4A0E9FE9-DF4B-609E-E0CD-34C07EB628A6}"/>
                </a:ext>
              </a:extLst>
            </p:cNvPr>
            <p:cNvSpPr/>
            <p:nvPr/>
          </p:nvSpPr>
          <p:spPr>
            <a:xfrm rot="4912871">
              <a:off x="7137027" y="1018058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0" name="Ellipse 949">
              <a:extLst>
                <a:ext uri="{FF2B5EF4-FFF2-40B4-BE49-F238E27FC236}">
                  <a16:creationId xmlns:a16="http://schemas.microsoft.com/office/drawing/2014/main" id="{58FD4E59-9EFA-3CDE-1D1F-3024BC2D2B44}"/>
                </a:ext>
              </a:extLst>
            </p:cNvPr>
            <p:cNvSpPr/>
            <p:nvPr/>
          </p:nvSpPr>
          <p:spPr>
            <a:xfrm rot="4912871">
              <a:off x="7265901" y="1389703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1" name="Ellipse 950">
              <a:extLst>
                <a:ext uri="{FF2B5EF4-FFF2-40B4-BE49-F238E27FC236}">
                  <a16:creationId xmlns:a16="http://schemas.microsoft.com/office/drawing/2014/main" id="{F48A92AD-ECE4-8CE9-E9CA-B5CE6BE228CE}"/>
                </a:ext>
              </a:extLst>
            </p:cNvPr>
            <p:cNvSpPr/>
            <p:nvPr/>
          </p:nvSpPr>
          <p:spPr>
            <a:xfrm rot="4912871">
              <a:off x="7766544" y="136298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2" name="Ellipse 951">
              <a:extLst>
                <a:ext uri="{FF2B5EF4-FFF2-40B4-BE49-F238E27FC236}">
                  <a16:creationId xmlns:a16="http://schemas.microsoft.com/office/drawing/2014/main" id="{50BD838A-351B-454A-DC7B-83CE006C336A}"/>
                </a:ext>
              </a:extLst>
            </p:cNvPr>
            <p:cNvSpPr/>
            <p:nvPr/>
          </p:nvSpPr>
          <p:spPr>
            <a:xfrm rot="4912871">
              <a:off x="7594601" y="1087080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3" name="Ellipse 952">
              <a:extLst>
                <a:ext uri="{FF2B5EF4-FFF2-40B4-BE49-F238E27FC236}">
                  <a16:creationId xmlns:a16="http://schemas.microsoft.com/office/drawing/2014/main" id="{3A1E146C-E4F6-ED33-3992-B6046ACCEB75}"/>
                </a:ext>
              </a:extLst>
            </p:cNvPr>
            <p:cNvSpPr/>
            <p:nvPr/>
          </p:nvSpPr>
          <p:spPr>
            <a:xfrm rot="4912871">
              <a:off x="7512185" y="894034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54" name="Ellipse 953">
              <a:extLst>
                <a:ext uri="{FF2B5EF4-FFF2-40B4-BE49-F238E27FC236}">
                  <a16:creationId xmlns:a16="http://schemas.microsoft.com/office/drawing/2014/main" id="{2787056B-44A8-F8C4-4514-7A06A96A06B2}"/>
                </a:ext>
              </a:extLst>
            </p:cNvPr>
            <p:cNvSpPr/>
            <p:nvPr/>
          </p:nvSpPr>
          <p:spPr>
            <a:xfrm rot="4912871">
              <a:off x="7464323" y="686236"/>
              <a:ext cx="647700" cy="6477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955" name="Gruppieren 954">
              <a:extLst>
                <a:ext uri="{FF2B5EF4-FFF2-40B4-BE49-F238E27FC236}">
                  <a16:creationId xmlns:a16="http://schemas.microsoft.com/office/drawing/2014/main" id="{32BF875D-D2AB-7323-850F-6049597705D9}"/>
                </a:ext>
              </a:extLst>
            </p:cNvPr>
            <p:cNvGrpSpPr/>
            <p:nvPr/>
          </p:nvGrpSpPr>
          <p:grpSpPr>
            <a:xfrm rot="14691760" flipV="1">
              <a:off x="4965711" y="-223299"/>
              <a:ext cx="2953403" cy="2665423"/>
              <a:chOff x="9535110" y="4663981"/>
              <a:chExt cx="2953403" cy="2665423"/>
            </a:xfrm>
          </p:grpSpPr>
          <p:sp>
            <p:nvSpPr>
              <p:cNvPr id="956" name="Ellipse 955">
                <a:extLst>
                  <a:ext uri="{FF2B5EF4-FFF2-40B4-BE49-F238E27FC236}">
                    <a16:creationId xmlns:a16="http://schemas.microsoft.com/office/drawing/2014/main" id="{F9B76C01-95B7-32DD-2178-C081ECEAA26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7" name="Ellipse 956">
                <a:extLst>
                  <a:ext uri="{FF2B5EF4-FFF2-40B4-BE49-F238E27FC236}">
                    <a16:creationId xmlns:a16="http://schemas.microsoft.com/office/drawing/2014/main" id="{ACE4F7FE-7BA8-3358-FFEC-4EE2E2D5F7A0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8" name="Ellipse 957">
                <a:extLst>
                  <a:ext uri="{FF2B5EF4-FFF2-40B4-BE49-F238E27FC236}">
                    <a16:creationId xmlns:a16="http://schemas.microsoft.com/office/drawing/2014/main" id="{4F7BC620-EB80-0CDD-DA72-7565099F4EDD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9" name="Ellipse 958">
                <a:extLst>
                  <a:ext uri="{FF2B5EF4-FFF2-40B4-BE49-F238E27FC236}">
                    <a16:creationId xmlns:a16="http://schemas.microsoft.com/office/drawing/2014/main" id="{89F0B3A8-6A97-0643-A73C-65871F74E564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0" name="Ellipse 959">
                <a:extLst>
                  <a:ext uri="{FF2B5EF4-FFF2-40B4-BE49-F238E27FC236}">
                    <a16:creationId xmlns:a16="http://schemas.microsoft.com/office/drawing/2014/main" id="{8E2D0F29-7E34-11DC-C480-E8D49177EB71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1" name="Ellipse 960">
                <a:extLst>
                  <a:ext uri="{FF2B5EF4-FFF2-40B4-BE49-F238E27FC236}">
                    <a16:creationId xmlns:a16="http://schemas.microsoft.com/office/drawing/2014/main" id="{0863A86C-854C-D46C-2040-43C89003DA38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2" name="Ellipse 961">
                <a:extLst>
                  <a:ext uri="{FF2B5EF4-FFF2-40B4-BE49-F238E27FC236}">
                    <a16:creationId xmlns:a16="http://schemas.microsoft.com/office/drawing/2014/main" id="{9917D92C-2443-CD4D-636C-7C65BC489E82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3" name="Ellipse 962">
                <a:extLst>
                  <a:ext uri="{FF2B5EF4-FFF2-40B4-BE49-F238E27FC236}">
                    <a16:creationId xmlns:a16="http://schemas.microsoft.com/office/drawing/2014/main" id="{3F68C518-784B-B3DE-8D9A-DDF46D93EFA6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4" name="Ellipse 963">
                <a:extLst>
                  <a:ext uri="{FF2B5EF4-FFF2-40B4-BE49-F238E27FC236}">
                    <a16:creationId xmlns:a16="http://schemas.microsoft.com/office/drawing/2014/main" id="{0DF975C5-B745-AE13-FDD7-5AACDE1A139D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5" name="Ellipse 964">
                <a:extLst>
                  <a:ext uri="{FF2B5EF4-FFF2-40B4-BE49-F238E27FC236}">
                    <a16:creationId xmlns:a16="http://schemas.microsoft.com/office/drawing/2014/main" id="{108BBA1C-ADD1-FB99-6166-A0CC93B9BABD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6" name="Ellipse 965">
                <a:extLst>
                  <a:ext uri="{FF2B5EF4-FFF2-40B4-BE49-F238E27FC236}">
                    <a16:creationId xmlns:a16="http://schemas.microsoft.com/office/drawing/2014/main" id="{408CBC12-01C2-4C15-9E8A-135C9D236BBC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7" name="Ellipse 966">
                <a:extLst>
                  <a:ext uri="{FF2B5EF4-FFF2-40B4-BE49-F238E27FC236}">
                    <a16:creationId xmlns:a16="http://schemas.microsoft.com/office/drawing/2014/main" id="{5B304A41-D211-268D-67AB-ECC8470872B8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8" name="Ellipse 967">
                <a:extLst>
                  <a:ext uri="{FF2B5EF4-FFF2-40B4-BE49-F238E27FC236}">
                    <a16:creationId xmlns:a16="http://schemas.microsoft.com/office/drawing/2014/main" id="{AE211618-147A-A74E-918A-0CF366920B7C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69" name="Ellipse 968">
                <a:extLst>
                  <a:ext uri="{FF2B5EF4-FFF2-40B4-BE49-F238E27FC236}">
                    <a16:creationId xmlns:a16="http://schemas.microsoft.com/office/drawing/2014/main" id="{632A6BC0-6FB2-65FD-1AAC-933C2124AA0C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0" name="Ellipse 969">
                <a:extLst>
                  <a:ext uri="{FF2B5EF4-FFF2-40B4-BE49-F238E27FC236}">
                    <a16:creationId xmlns:a16="http://schemas.microsoft.com/office/drawing/2014/main" id="{B0210FD1-C70F-1D8B-5C3F-4D8C814D558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1" name="Ellipse 970">
                <a:extLst>
                  <a:ext uri="{FF2B5EF4-FFF2-40B4-BE49-F238E27FC236}">
                    <a16:creationId xmlns:a16="http://schemas.microsoft.com/office/drawing/2014/main" id="{4FB25D99-5E24-E0DA-468C-420C7B8EB3E8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2" name="Ellipse 971">
                <a:extLst>
                  <a:ext uri="{FF2B5EF4-FFF2-40B4-BE49-F238E27FC236}">
                    <a16:creationId xmlns:a16="http://schemas.microsoft.com/office/drawing/2014/main" id="{65F85912-BC2D-975D-8C88-7C06C3E95A43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3" name="Ellipse 972">
                <a:extLst>
                  <a:ext uri="{FF2B5EF4-FFF2-40B4-BE49-F238E27FC236}">
                    <a16:creationId xmlns:a16="http://schemas.microsoft.com/office/drawing/2014/main" id="{8DBBFFB7-3AD5-2736-E675-57312C1D9A6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4" name="Ellipse 973">
                <a:extLst>
                  <a:ext uri="{FF2B5EF4-FFF2-40B4-BE49-F238E27FC236}">
                    <a16:creationId xmlns:a16="http://schemas.microsoft.com/office/drawing/2014/main" id="{91B2AADD-072A-1A38-C569-D7B4B599617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5" name="Ellipse 974">
                <a:extLst>
                  <a:ext uri="{FF2B5EF4-FFF2-40B4-BE49-F238E27FC236}">
                    <a16:creationId xmlns:a16="http://schemas.microsoft.com/office/drawing/2014/main" id="{DC6A5AF6-867B-B94B-F62C-B36216FD03A0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6" name="Ellipse 975">
                <a:extLst>
                  <a:ext uri="{FF2B5EF4-FFF2-40B4-BE49-F238E27FC236}">
                    <a16:creationId xmlns:a16="http://schemas.microsoft.com/office/drawing/2014/main" id="{8010A7D8-3D9D-376B-FD76-B343E09A0B38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7" name="Ellipse 976">
                <a:extLst>
                  <a:ext uri="{FF2B5EF4-FFF2-40B4-BE49-F238E27FC236}">
                    <a16:creationId xmlns:a16="http://schemas.microsoft.com/office/drawing/2014/main" id="{2A864014-12F2-86FC-F668-0D8133C61C24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8" name="Ellipse 977">
                <a:extLst>
                  <a:ext uri="{FF2B5EF4-FFF2-40B4-BE49-F238E27FC236}">
                    <a16:creationId xmlns:a16="http://schemas.microsoft.com/office/drawing/2014/main" id="{90779392-1E3D-93D7-89AA-3559911FA7B4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79" name="Ellipse 978">
                <a:extLst>
                  <a:ext uri="{FF2B5EF4-FFF2-40B4-BE49-F238E27FC236}">
                    <a16:creationId xmlns:a16="http://schemas.microsoft.com/office/drawing/2014/main" id="{7868A667-74FB-B4A0-3482-D630D840A5C6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0" name="Ellipse 979">
                <a:extLst>
                  <a:ext uri="{FF2B5EF4-FFF2-40B4-BE49-F238E27FC236}">
                    <a16:creationId xmlns:a16="http://schemas.microsoft.com/office/drawing/2014/main" id="{DDE0E9F2-F717-4F4C-DCF7-47A7FEC7CD84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981" name="Gruppieren 980">
              <a:extLst>
                <a:ext uri="{FF2B5EF4-FFF2-40B4-BE49-F238E27FC236}">
                  <a16:creationId xmlns:a16="http://schemas.microsoft.com/office/drawing/2014/main" id="{20A21C04-F336-55AD-C8D1-2EA8244E9810}"/>
                </a:ext>
              </a:extLst>
            </p:cNvPr>
            <p:cNvGrpSpPr/>
            <p:nvPr/>
          </p:nvGrpSpPr>
          <p:grpSpPr>
            <a:xfrm rot="7687129" flipH="1">
              <a:off x="3692207" y="-1915688"/>
              <a:ext cx="2953403" cy="2665423"/>
              <a:chOff x="9535110" y="4663981"/>
              <a:chExt cx="2953403" cy="2665423"/>
            </a:xfrm>
          </p:grpSpPr>
          <p:sp>
            <p:nvSpPr>
              <p:cNvPr id="982" name="Ellipse 981">
                <a:extLst>
                  <a:ext uri="{FF2B5EF4-FFF2-40B4-BE49-F238E27FC236}">
                    <a16:creationId xmlns:a16="http://schemas.microsoft.com/office/drawing/2014/main" id="{9F0D5609-6034-6501-9458-5C8D8D564D6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3" name="Ellipse 982">
                <a:extLst>
                  <a:ext uri="{FF2B5EF4-FFF2-40B4-BE49-F238E27FC236}">
                    <a16:creationId xmlns:a16="http://schemas.microsoft.com/office/drawing/2014/main" id="{EB4677B3-3838-9B30-8564-98EC4EB4BAF6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4" name="Ellipse 983">
                <a:extLst>
                  <a:ext uri="{FF2B5EF4-FFF2-40B4-BE49-F238E27FC236}">
                    <a16:creationId xmlns:a16="http://schemas.microsoft.com/office/drawing/2014/main" id="{A0871D28-E6A4-C275-1CEC-8A6CCD365FA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5" name="Ellipse 984">
                <a:extLst>
                  <a:ext uri="{FF2B5EF4-FFF2-40B4-BE49-F238E27FC236}">
                    <a16:creationId xmlns:a16="http://schemas.microsoft.com/office/drawing/2014/main" id="{36362438-3583-FDED-2752-906A788FF10E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6" name="Ellipse 985">
                <a:extLst>
                  <a:ext uri="{FF2B5EF4-FFF2-40B4-BE49-F238E27FC236}">
                    <a16:creationId xmlns:a16="http://schemas.microsoft.com/office/drawing/2014/main" id="{B349CF1B-C496-C00B-CD7D-0A74AD38D4F8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7" name="Ellipse 986">
                <a:extLst>
                  <a:ext uri="{FF2B5EF4-FFF2-40B4-BE49-F238E27FC236}">
                    <a16:creationId xmlns:a16="http://schemas.microsoft.com/office/drawing/2014/main" id="{E786AA7C-83F3-24BB-C972-973104205AAF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8" name="Ellipse 987">
                <a:extLst>
                  <a:ext uri="{FF2B5EF4-FFF2-40B4-BE49-F238E27FC236}">
                    <a16:creationId xmlns:a16="http://schemas.microsoft.com/office/drawing/2014/main" id="{06364315-018D-C155-2A84-F8A12131B49C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9" name="Ellipse 988">
                <a:extLst>
                  <a:ext uri="{FF2B5EF4-FFF2-40B4-BE49-F238E27FC236}">
                    <a16:creationId xmlns:a16="http://schemas.microsoft.com/office/drawing/2014/main" id="{D9ED5B70-E0D9-4814-F738-5E76E805B71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0" name="Ellipse 989">
                <a:extLst>
                  <a:ext uri="{FF2B5EF4-FFF2-40B4-BE49-F238E27FC236}">
                    <a16:creationId xmlns:a16="http://schemas.microsoft.com/office/drawing/2014/main" id="{B78C812F-2B87-D176-F723-8DBDCD5FE713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1" name="Ellipse 990">
                <a:extLst>
                  <a:ext uri="{FF2B5EF4-FFF2-40B4-BE49-F238E27FC236}">
                    <a16:creationId xmlns:a16="http://schemas.microsoft.com/office/drawing/2014/main" id="{9C4BAAEB-3DE5-D569-05FE-5C30C1297C8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2" name="Ellipse 991">
                <a:extLst>
                  <a:ext uri="{FF2B5EF4-FFF2-40B4-BE49-F238E27FC236}">
                    <a16:creationId xmlns:a16="http://schemas.microsoft.com/office/drawing/2014/main" id="{DC7A2332-F197-17DC-F5B3-09027003D8B5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3" name="Ellipse 992">
                <a:extLst>
                  <a:ext uri="{FF2B5EF4-FFF2-40B4-BE49-F238E27FC236}">
                    <a16:creationId xmlns:a16="http://schemas.microsoft.com/office/drawing/2014/main" id="{D26B26C4-1B98-C64D-9A9D-60E91B25A5A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4" name="Ellipse 993">
                <a:extLst>
                  <a:ext uri="{FF2B5EF4-FFF2-40B4-BE49-F238E27FC236}">
                    <a16:creationId xmlns:a16="http://schemas.microsoft.com/office/drawing/2014/main" id="{8AB7484B-A97F-5DD5-732C-88BDD42F2CCF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5" name="Ellipse 994">
                <a:extLst>
                  <a:ext uri="{FF2B5EF4-FFF2-40B4-BE49-F238E27FC236}">
                    <a16:creationId xmlns:a16="http://schemas.microsoft.com/office/drawing/2014/main" id="{958A881A-AAEA-808D-35AB-4CEBAAF63DE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6" name="Ellipse 995">
                <a:extLst>
                  <a:ext uri="{FF2B5EF4-FFF2-40B4-BE49-F238E27FC236}">
                    <a16:creationId xmlns:a16="http://schemas.microsoft.com/office/drawing/2014/main" id="{87C89D31-7003-6AFB-9758-775C664A624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7" name="Ellipse 996">
                <a:extLst>
                  <a:ext uri="{FF2B5EF4-FFF2-40B4-BE49-F238E27FC236}">
                    <a16:creationId xmlns:a16="http://schemas.microsoft.com/office/drawing/2014/main" id="{4C526257-E613-D086-8611-D65300B4947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8" name="Ellipse 997">
                <a:extLst>
                  <a:ext uri="{FF2B5EF4-FFF2-40B4-BE49-F238E27FC236}">
                    <a16:creationId xmlns:a16="http://schemas.microsoft.com/office/drawing/2014/main" id="{EC4BF750-411C-9324-96C4-E3C0D0F76FD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9" name="Ellipse 998">
                <a:extLst>
                  <a:ext uri="{FF2B5EF4-FFF2-40B4-BE49-F238E27FC236}">
                    <a16:creationId xmlns:a16="http://schemas.microsoft.com/office/drawing/2014/main" id="{F61AEB92-183D-F375-4F2A-124597A80C3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0" name="Ellipse 999">
                <a:extLst>
                  <a:ext uri="{FF2B5EF4-FFF2-40B4-BE49-F238E27FC236}">
                    <a16:creationId xmlns:a16="http://schemas.microsoft.com/office/drawing/2014/main" id="{92321254-50B6-DE7C-CED3-7C39E139D09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1" name="Ellipse 1000">
                <a:extLst>
                  <a:ext uri="{FF2B5EF4-FFF2-40B4-BE49-F238E27FC236}">
                    <a16:creationId xmlns:a16="http://schemas.microsoft.com/office/drawing/2014/main" id="{164DA9A3-2B16-6F55-0FAF-DCDD89DB521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2" name="Ellipse 1001">
                <a:extLst>
                  <a:ext uri="{FF2B5EF4-FFF2-40B4-BE49-F238E27FC236}">
                    <a16:creationId xmlns:a16="http://schemas.microsoft.com/office/drawing/2014/main" id="{368BF617-1C8B-D9BA-B8CC-6D3A9EEB5CE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3" name="Ellipse 1002">
                <a:extLst>
                  <a:ext uri="{FF2B5EF4-FFF2-40B4-BE49-F238E27FC236}">
                    <a16:creationId xmlns:a16="http://schemas.microsoft.com/office/drawing/2014/main" id="{8B7EAAA1-EF46-4655-D26B-EA43BC9E942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4" name="Ellipse 1003">
                <a:extLst>
                  <a:ext uri="{FF2B5EF4-FFF2-40B4-BE49-F238E27FC236}">
                    <a16:creationId xmlns:a16="http://schemas.microsoft.com/office/drawing/2014/main" id="{9E2D3042-F1C2-8AE6-5282-2D3ED85E6AA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5" name="Ellipse 1004">
                <a:extLst>
                  <a:ext uri="{FF2B5EF4-FFF2-40B4-BE49-F238E27FC236}">
                    <a16:creationId xmlns:a16="http://schemas.microsoft.com/office/drawing/2014/main" id="{96EBA0B5-91B5-A673-2231-13472CC2DEC1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6" name="Ellipse 1005">
                <a:extLst>
                  <a:ext uri="{FF2B5EF4-FFF2-40B4-BE49-F238E27FC236}">
                    <a16:creationId xmlns:a16="http://schemas.microsoft.com/office/drawing/2014/main" id="{EB28AF76-E5AD-C662-8484-9E6D593F39CF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07" name="Gruppieren 1006">
              <a:extLst>
                <a:ext uri="{FF2B5EF4-FFF2-40B4-BE49-F238E27FC236}">
                  <a16:creationId xmlns:a16="http://schemas.microsoft.com/office/drawing/2014/main" id="{62055B64-CD16-28CD-5E37-EC7CBAC04091}"/>
                </a:ext>
              </a:extLst>
            </p:cNvPr>
            <p:cNvGrpSpPr/>
            <p:nvPr/>
          </p:nvGrpSpPr>
          <p:grpSpPr>
            <a:xfrm rot="17100000">
              <a:off x="4799268" y="-672250"/>
              <a:ext cx="2953403" cy="2665423"/>
              <a:chOff x="9535110" y="4663981"/>
              <a:chExt cx="2953403" cy="2665423"/>
            </a:xfrm>
          </p:grpSpPr>
          <p:sp>
            <p:nvSpPr>
              <p:cNvPr id="1008" name="Ellipse 1007">
                <a:extLst>
                  <a:ext uri="{FF2B5EF4-FFF2-40B4-BE49-F238E27FC236}">
                    <a16:creationId xmlns:a16="http://schemas.microsoft.com/office/drawing/2014/main" id="{59EDC2F0-0814-670F-98A9-81794E76DD9F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9" name="Ellipse 1008">
                <a:extLst>
                  <a:ext uri="{FF2B5EF4-FFF2-40B4-BE49-F238E27FC236}">
                    <a16:creationId xmlns:a16="http://schemas.microsoft.com/office/drawing/2014/main" id="{A79B9095-5AD4-F6C1-13F8-CB0D29B6A164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0" name="Ellipse 1009">
                <a:extLst>
                  <a:ext uri="{FF2B5EF4-FFF2-40B4-BE49-F238E27FC236}">
                    <a16:creationId xmlns:a16="http://schemas.microsoft.com/office/drawing/2014/main" id="{B8E1A7C8-62B7-7467-A45E-EF99C2C55B34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1" name="Ellipse 1010">
                <a:extLst>
                  <a:ext uri="{FF2B5EF4-FFF2-40B4-BE49-F238E27FC236}">
                    <a16:creationId xmlns:a16="http://schemas.microsoft.com/office/drawing/2014/main" id="{633FC153-7D7A-D8DD-29A1-956A3C309917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2" name="Ellipse 1011">
                <a:extLst>
                  <a:ext uri="{FF2B5EF4-FFF2-40B4-BE49-F238E27FC236}">
                    <a16:creationId xmlns:a16="http://schemas.microsoft.com/office/drawing/2014/main" id="{12C6F01C-5056-75FC-C8B2-2266BF0A7654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3" name="Ellipse 1012">
                <a:extLst>
                  <a:ext uri="{FF2B5EF4-FFF2-40B4-BE49-F238E27FC236}">
                    <a16:creationId xmlns:a16="http://schemas.microsoft.com/office/drawing/2014/main" id="{116EDC2F-ACA3-A339-7034-E40083BE246C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4" name="Ellipse 1013">
                <a:extLst>
                  <a:ext uri="{FF2B5EF4-FFF2-40B4-BE49-F238E27FC236}">
                    <a16:creationId xmlns:a16="http://schemas.microsoft.com/office/drawing/2014/main" id="{1BBB88A9-6432-2202-4BC2-B95FB967DCCE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5" name="Ellipse 1014">
                <a:extLst>
                  <a:ext uri="{FF2B5EF4-FFF2-40B4-BE49-F238E27FC236}">
                    <a16:creationId xmlns:a16="http://schemas.microsoft.com/office/drawing/2014/main" id="{A4603AF5-388B-8E3E-CFD0-812B17F143B2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6" name="Ellipse 1015">
                <a:extLst>
                  <a:ext uri="{FF2B5EF4-FFF2-40B4-BE49-F238E27FC236}">
                    <a16:creationId xmlns:a16="http://schemas.microsoft.com/office/drawing/2014/main" id="{431B2999-4392-9619-9751-35A0A300D767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7" name="Ellipse 1016">
                <a:extLst>
                  <a:ext uri="{FF2B5EF4-FFF2-40B4-BE49-F238E27FC236}">
                    <a16:creationId xmlns:a16="http://schemas.microsoft.com/office/drawing/2014/main" id="{0FBCAFC0-231D-AD0E-66CE-88B01672B11F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8" name="Ellipse 1017">
                <a:extLst>
                  <a:ext uri="{FF2B5EF4-FFF2-40B4-BE49-F238E27FC236}">
                    <a16:creationId xmlns:a16="http://schemas.microsoft.com/office/drawing/2014/main" id="{E7E897ED-04B6-B2CA-D299-56CF7B1BA91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19" name="Ellipse 1018">
                <a:extLst>
                  <a:ext uri="{FF2B5EF4-FFF2-40B4-BE49-F238E27FC236}">
                    <a16:creationId xmlns:a16="http://schemas.microsoft.com/office/drawing/2014/main" id="{43D52688-4A05-C5BA-045B-0CBA616DD7B6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0" name="Ellipse 1019">
                <a:extLst>
                  <a:ext uri="{FF2B5EF4-FFF2-40B4-BE49-F238E27FC236}">
                    <a16:creationId xmlns:a16="http://schemas.microsoft.com/office/drawing/2014/main" id="{C9E76E74-508C-E2A9-9363-BC999766ADDE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1" name="Ellipse 1020">
                <a:extLst>
                  <a:ext uri="{FF2B5EF4-FFF2-40B4-BE49-F238E27FC236}">
                    <a16:creationId xmlns:a16="http://schemas.microsoft.com/office/drawing/2014/main" id="{F1E75F3C-FDB9-12A0-777A-48DA6A59E793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2" name="Ellipse 1021">
                <a:extLst>
                  <a:ext uri="{FF2B5EF4-FFF2-40B4-BE49-F238E27FC236}">
                    <a16:creationId xmlns:a16="http://schemas.microsoft.com/office/drawing/2014/main" id="{A96A657C-D9BD-D4CF-1279-CCE7E38F15A8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3" name="Ellipse 1022">
                <a:extLst>
                  <a:ext uri="{FF2B5EF4-FFF2-40B4-BE49-F238E27FC236}">
                    <a16:creationId xmlns:a16="http://schemas.microsoft.com/office/drawing/2014/main" id="{CB0146AC-D7C8-7FDF-8AA3-61011A2FB5C2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4" name="Ellipse 1023">
                <a:extLst>
                  <a:ext uri="{FF2B5EF4-FFF2-40B4-BE49-F238E27FC236}">
                    <a16:creationId xmlns:a16="http://schemas.microsoft.com/office/drawing/2014/main" id="{1E431797-D176-E0F9-86B2-71AABFEBDE40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5" name="Ellipse 1024">
                <a:extLst>
                  <a:ext uri="{FF2B5EF4-FFF2-40B4-BE49-F238E27FC236}">
                    <a16:creationId xmlns:a16="http://schemas.microsoft.com/office/drawing/2014/main" id="{986F1FE2-84B4-0C0A-E7F6-D983EE6E5E8D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6" name="Ellipse 1025">
                <a:extLst>
                  <a:ext uri="{FF2B5EF4-FFF2-40B4-BE49-F238E27FC236}">
                    <a16:creationId xmlns:a16="http://schemas.microsoft.com/office/drawing/2014/main" id="{24067E64-B22C-48F5-640D-E0FF582E9161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7" name="Ellipse 1026">
                <a:extLst>
                  <a:ext uri="{FF2B5EF4-FFF2-40B4-BE49-F238E27FC236}">
                    <a16:creationId xmlns:a16="http://schemas.microsoft.com/office/drawing/2014/main" id="{E4B5429F-4095-537B-FFBB-3914CDEEF1F2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8" name="Ellipse 1027">
                <a:extLst>
                  <a:ext uri="{FF2B5EF4-FFF2-40B4-BE49-F238E27FC236}">
                    <a16:creationId xmlns:a16="http://schemas.microsoft.com/office/drawing/2014/main" id="{79846329-73AC-6B33-0016-3C690ECB945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29" name="Ellipse 1028">
                <a:extLst>
                  <a:ext uri="{FF2B5EF4-FFF2-40B4-BE49-F238E27FC236}">
                    <a16:creationId xmlns:a16="http://schemas.microsoft.com/office/drawing/2014/main" id="{076731DD-FE19-D72C-E1ED-9F5F8053BBAB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0" name="Ellipse 1029">
                <a:extLst>
                  <a:ext uri="{FF2B5EF4-FFF2-40B4-BE49-F238E27FC236}">
                    <a16:creationId xmlns:a16="http://schemas.microsoft.com/office/drawing/2014/main" id="{85D5A76D-199D-9BD6-B2BA-E695444F480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1" name="Ellipse 1030">
                <a:extLst>
                  <a:ext uri="{FF2B5EF4-FFF2-40B4-BE49-F238E27FC236}">
                    <a16:creationId xmlns:a16="http://schemas.microsoft.com/office/drawing/2014/main" id="{F6A8DA75-65C3-753E-A09E-FBD8E6EC3677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2" name="Ellipse 1031">
                <a:extLst>
                  <a:ext uri="{FF2B5EF4-FFF2-40B4-BE49-F238E27FC236}">
                    <a16:creationId xmlns:a16="http://schemas.microsoft.com/office/drawing/2014/main" id="{4251A47C-5C20-B4BA-3CFC-8B759B8B4D9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33" name="Gruppieren 1032">
              <a:extLst>
                <a:ext uri="{FF2B5EF4-FFF2-40B4-BE49-F238E27FC236}">
                  <a16:creationId xmlns:a16="http://schemas.microsoft.com/office/drawing/2014/main" id="{980167B3-ACB0-FC82-B07E-5A9CBE714D76}"/>
                </a:ext>
              </a:extLst>
            </p:cNvPr>
            <p:cNvGrpSpPr/>
            <p:nvPr/>
          </p:nvGrpSpPr>
          <p:grpSpPr>
            <a:xfrm rot="14691760" flipV="1">
              <a:off x="2626462" y="-653635"/>
              <a:ext cx="2953403" cy="2665423"/>
              <a:chOff x="9535110" y="4663981"/>
              <a:chExt cx="2953403" cy="2665423"/>
            </a:xfrm>
          </p:grpSpPr>
          <p:sp>
            <p:nvSpPr>
              <p:cNvPr id="1034" name="Ellipse 1033">
                <a:extLst>
                  <a:ext uri="{FF2B5EF4-FFF2-40B4-BE49-F238E27FC236}">
                    <a16:creationId xmlns:a16="http://schemas.microsoft.com/office/drawing/2014/main" id="{B4C1A7C8-B300-E22A-2637-D1D11F9F2CBE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5" name="Ellipse 1034">
                <a:extLst>
                  <a:ext uri="{FF2B5EF4-FFF2-40B4-BE49-F238E27FC236}">
                    <a16:creationId xmlns:a16="http://schemas.microsoft.com/office/drawing/2014/main" id="{047B5C30-99AE-449E-F129-ACB00BB96ADA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6" name="Ellipse 1035">
                <a:extLst>
                  <a:ext uri="{FF2B5EF4-FFF2-40B4-BE49-F238E27FC236}">
                    <a16:creationId xmlns:a16="http://schemas.microsoft.com/office/drawing/2014/main" id="{F1E0C6BC-86AE-62F0-29C0-36E47F44B716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7" name="Ellipse 1036">
                <a:extLst>
                  <a:ext uri="{FF2B5EF4-FFF2-40B4-BE49-F238E27FC236}">
                    <a16:creationId xmlns:a16="http://schemas.microsoft.com/office/drawing/2014/main" id="{CDB28720-E2C0-7F46-A477-1E30AD8A3280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8" name="Ellipse 1037">
                <a:extLst>
                  <a:ext uri="{FF2B5EF4-FFF2-40B4-BE49-F238E27FC236}">
                    <a16:creationId xmlns:a16="http://schemas.microsoft.com/office/drawing/2014/main" id="{8D6CF46A-1973-F7E9-EE73-D5097CF65565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39" name="Ellipse 1038">
                <a:extLst>
                  <a:ext uri="{FF2B5EF4-FFF2-40B4-BE49-F238E27FC236}">
                    <a16:creationId xmlns:a16="http://schemas.microsoft.com/office/drawing/2014/main" id="{BA2DDDEC-7B15-4A07-2C53-CB745BBE4973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0" name="Ellipse 1039">
                <a:extLst>
                  <a:ext uri="{FF2B5EF4-FFF2-40B4-BE49-F238E27FC236}">
                    <a16:creationId xmlns:a16="http://schemas.microsoft.com/office/drawing/2014/main" id="{F536B572-C470-B6CB-C75E-9185C7892A74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1" name="Ellipse 1040">
                <a:extLst>
                  <a:ext uri="{FF2B5EF4-FFF2-40B4-BE49-F238E27FC236}">
                    <a16:creationId xmlns:a16="http://schemas.microsoft.com/office/drawing/2014/main" id="{99E32C6F-5CD9-ACBC-2D45-EA27334F6008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2" name="Ellipse 1041">
                <a:extLst>
                  <a:ext uri="{FF2B5EF4-FFF2-40B4-BE49-F238E27FC236}">
                    <a16:creationId xmlns:a16="http://schemas.microsoft.com/office/drawing/2014/main" id="{3275AC91-3E1A-4FCA-0020-9C048B3A497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3" name="Ellipse 1042">
                <a:extLst>
                  <a:ext uri="{FF2B5EF4-FFF2-40B4-BE49-F238E27FC236}">
                    <a16:creationId xmlns:a16="http://schemas.microsoft.com/office/drawing/2014/main" id="{059B8CCC-8A81-A66D-5E79-6E0FA9E307E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4" name="Ellipse 1043">
                <a:extLst>
                  <a:ext uri="{FF2B5EF4-FFF2-40B4-BE49-F238E27FC236}">
                    <a16:creationId xmlns:a16="http://schemas.microsoft.com/office/drawing/2014/main" id="{372E5661-7663-39C5-4EDF-05345F978348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5" name="Ellipse 1044">
                <a:extLst>
                  <a:ext uri="{FF2B5EF4-FFF2-40B4-BE49-F238E27FC236}">
                    <a16:creationId xmlns:a16="http://schemas.microsoft.com/office/drawing/2014/main" id="{6AD1BDCE-2248-6157-8155-75F64340C302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6" name="Ellipse 1045">
                <a:extLst>
                  <a:ext uri="{FF2B5EF4-FFF2-40B4-BE49-F238E27FC236}">
                    <a16:creationId xmlns:a16="http://schemas.microsoft.com/office/drawing/2014/main" id="{2EE96215-1CD7-5F4B-98B1-5CD8ABA9FC8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7" name="Ellipse 1046">
                <a:extLst>
                  <a:ext uri="{FF2B5EF4-FFF2-40B4-BE49-F238E27FC236}">
                    <a16:creationId xmlns:a16="http://schemas.microsoft.com/office/drawing/2014/main" id="{4090D1F0-A482-24CE-B921-20A6DB0B3132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8" name="Ellipse 1047">
                <a:extLst>
                  <a:ext uri="{FF2B5EF4-FFF2-40B4-BE49-F238E27FC236}">
                    <a16:creationId xmlns:a16="http://schemas.microsoft.com/office/drawing/2014/main" id="{D1074363-0E47-B3BD-DB3D-57D7EFE76FA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49" name="Ellipse 1048">
                <a:extLst>
                  <a:ext uri="{FF2B5EF4-FFF2-40B4-BE49-F238E27FC236}">
                    <a16:creationId xmlns:a16="http://schemas.microsoft.com/office/drawing/2014/main" id="{C003D451-5965-C927-BF2C-A79DECFA838F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0" name="Ellipse 1049">
                <a:extLst>
                  <a:ext uri="{FF2B5EF4-FFF2-40B4-BE49-F238E27FC236}">
                    <a16:creationId xmlns:a16="http://schemas.microsoft.com/office/drawing/2014/main" id="{9DE35537-2129-FCCB-1F8D-BC1D13C8D4E7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1" name="Ellipse 1050">
                <a:extLst>
                  <a:ext uri="{FF2B5EF4-FFF2-40B4-BE49-F238E27FC236}">
                    <a16:creationId xmlns:a16="http://schemas.microsoft.com/office/drawing/2014/main" id="{AF39EEFE-26A0-DB8B-FBD3-5184C6D87710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2" name="Ellipse 1051">
                <a:extLst>
                  <a:ext uri="{FF2B5EF4-FFF2-40B4-BE49-F238E27FC236}">
                    <a16:creationId xmlns:a16="http://schemas.microsoft.com/office/drawing/2014/main" id="{29B94617-6746-F9E0-5FE9-61E12D384E25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3" name="Ellipse 1052">
                <a:extLst>
                  <a:ext uri="{FF2B5EF4-FFF2-40B4-BE49-F238E27FC236}">
                    <a16:creationId xmlns:a16="http://schemas.microsoft.com/office/drawing/2014/main" id="{9EF64A95-E9BB-3C61-61AE-017322F66645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4" name="Ellipse 1053">
                <a:extLst>
                  <a:ext uri="{FF2B5EF4-FFF2-40B4-BE49-F238E27FC236}">
                    <a16:creationId xmlns:a16="http://schemas.microsoft.com/office/drawing/2014/main" id="{182375BB-A4A0-3BD3-2D42-09F86F0564D5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5" name="Ellipse 1054">
                <a:extLst>
                  <a:ext uri="{FF2B5EF4-FFF2-40B4-BE49-F238E27FC236}">
                    <a16:creationId xmlns:a16="http://schemas.microsoft.com/office/drawing/2014/main" id="{CF28710B-26AD-6E42-E29B-61040007B194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6" name="Ellipse 1055">
                <a:extLst>
                  <a:ext uri="{FF2B5EF4-FFF2-40B4-BE49-F238E27FC236}">
                    <a16:creationId xmlns:a16="http://schemas.microsoft.com/office/drawing/2014/main" id="{F6C68339-C771-FACE-73B3-E6879E671DE9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7" name="Ellipse 1056">
                <a:extLst>
                  <a:ext uri="{FF2B5EF4-FFF2-40B4-BE49-F238E27FC236}">
                    <a16:creationId xmlns:a16="http://schemas.microsoft.com/office/drawing/2014/main" id="{9D92D4E4-4F9B-5F2C-E153-DC2D146D71D8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58" name="Ellipse 1057">
                <a:extLst>
                  <a:ext uri="{FF2B5EF4-FFF2-40B4-BE49-F238E27FC236}">
                    <a16:creationId xmlns:a16="http://schemas.microsoft.com/office/drawing/2014/main" id="{81282FF6-FA39-A802-BD26-5908B6C278AA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59" name="Gruppieren 1058">
              <a:extLst>
                <a:ext uri="{FF2B5EF4-FFF2-40B4-BE49-F238E27FC236}">
                  <a16:creationId xmlns:a16="http://schemas.microsoft.com/office/drawing/2014/main" id="{1DE3C7C0-3632-579E-8E7D-AE3B1602B3CC}"/>
                </a:ext>
              </a:extLst>
            </p:cNvPr>
            <p:cNvGrpSpPr/>
            <p:nvPr/>
          </p:nvGrpSpPr>
          <p:grpSpPr>
            <a:xfrm rot="17100000">
              <a:off x="298875" y="-383017"/>
              <a:ext cx="2953403" cy="2665423"/>
              <a:chOff x="9535110" y="4663981"/>
              <a:chExt cx="2953403" cy="2665423"/>
            </a:xfrm>
          </p:grpSpPr>
          <p:sp>
            <p:nvSpPr>
              <p:cNvPr id="1060" name="Ellipse 1059">
                <a:extLst>
                  <a:ext uri="{FF2B5EF4-FFF2-40B4-BE49-F238E27FC236}">
                    <a16:creationId xmlns:a16="http://schemas.microsoft.com/office/drawing/2014/main" id="{64097A0C-C631-5821-A73A-05FB2FDBE099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1" name="Ellipse 1060">
                <a:extLst>
                  <a:ext uri="{FF2B5EF4-FFF2-40B4-BE49-F238E27FC236}">
                    <a16:creationId xmlns:a16="http://schemas.microsoft.com/office/drawing/2014/main" id="{7E6CB7B4-DDEF-25D6-FA8C-1E4E23C8F8CF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2" name="Ellipse 1061">
                <a:extLst>
                  <a:ext uri="{FF2B5EF4-FFF2-40B4-BE49-F238E27FC236}">
                    <a16:creationId xmlns:a16="http://schemas.microsoft.com/office/drawing/2014/main" id="{60C8F406-F314-AE57-B1C4-EABEC619BA4A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3" name="Ellipse 1062">
                <a:extLst>
                  <a:ext uri="{FF2B5EF4-FFF2-40B4-BE49-F238E27FC236}">
                    <a16:creationId xmlns:a16="http://schemas.microsoft.com/office/drawing/2014/main" id="{9A034125-C296-7320-7457-FB59EE9413B9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4" name="Ellipse 1063">
                <a:extLst>
                  <a:ext uri="{FF2B5EF4-FFF2-40B4-BE49-F238E27FC236}">
                    <a16:creationId xmlns:a16="http://schemas.microsoft.com/office/drawing/2014/main" id="{AD9ACA79-4B04-527A-0263-3AD9D4AEAE05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5" name="Ellipse 1064">
                <a:extLst>
                  <a:ext uri="{FF2B5EF4-FFF2-40B4-BE49-F238E27FC236}">
                    <a16:creationId xmlns:a16="http://schemas.microsoft.com/office/drawing/2014/main" id="{A305A457-1B16-7A07-F675-1CB60C0A57D2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6" name="Ellipse 1065">
                <a:extLst>
                  <a:ext uri="{FF2B5EF4-FFF2-40B4-BE49-F238E27FC236}">
                    <a16:creationId xmlns:a16="http://schemas.microsoft.com/office/drawing/2014/main" id="{A0E81F64-4745-A401-A1E7-DF8374838A2F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7" name="Ellipse 1066">
                <a:extLst>
                  <a:ext uri="{FF2B5EF4-FFF2-40B4-BE49-F238E27FC236}">
                    <a16:creationId xmlns:a16="http://schemas.microsoft.com/office/drawing/2014/main" id="{8F344293-1DBD-6153-4043-742450DCE6C0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8" name="Ellipse 1067">
                <a:extLst>
                  <a:ext uri="{FF2B5EF4-FFF2-40B4-BE49-F238E27FC236}">
                    <a16:creationId xmlns:a16="http://schemas.microsoft.com/office/drawing/2014/main" id="{BFA5C789-D277-60FE-EE34-C28CD492347B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69" name="Ellipse 1068">
                <a:extLst>
                  <a:ext uri="{FF2B5EF4-FFF2-40B4-BE49-F238E27FC236}">
                    <a16:creationId xmlns:a16="http://schemas.microsoft.com/office/drawing/2014/main" id="{41910771-3421-B1C3-5BF9-528DAACD0852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0" name="Ellipse 1069">
                <a:extLst>
                  <a:ext uri="{FF2B5EF4-FFF2-40B4-BE49-F238E27FC236}">
                    <a16:creationId xmlns:a16="http://schemas.microsoft.com/office/drawing/2014/main" id="{0EA8A531-FE88-5C72-E1B1-0018FC49194D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1" name="Ellipse 1070">
                <a:extLst>
                  <a:ext uri="{FF2B5EF4-FFF2-40B4-BE49-F238E27FC236}">
                    <a16:creationId xmlns:a16="http://schemas.microsoft.com/office/drawing/2014/main" id="{7E5120D7-C7AF-B46A-CD2A-99563B01F6F4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2" name="Ellipse 1071">
                <a:extLst>
                  <a:ext uri="{FF2B5EF4-FFF2-40B4-BE49-F238E27FC236}">
                    <a16:creationId xmlns:a16="http://schemas.microsoft.com/office/drawing/2014/main" id="{14BCFD25-C669-83C1-20A0-D79A4A023589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3" name="Ellipse 1072">
                <a:extLst>
                  <a:ext uri="{FF2B5EF4-FFF2-40B4-BE49-F238E27FC236}">
                    <a16:creationId xmlns:a16="http://schemas.microsoft.com/office/drawing/2014/main" id="{383D7293-C62B-80EA-DDE5-ABBF9D659A48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4" name="Ellipse 1073">
                <a:extLst>
                  <a:ext uri="{FF2B5EF4-FFF2-40B4-BE49-F238E27FC236}">
                    <a16:creationId xmlns:a16="http://schemas.microsoft.com/office/drawing/2014/main" id="{9BA27BE9-46A0-5F00-092F-E8D7CDB5AE74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5" name="Ellipse 1074">
                <a:extLst>
                  <a:ext uri="{FF2B5EF4-FFF2-40B4-BE49-F238E27FC236}">
                    <a16:creationId xmlns:a16="http://schemas.microsoft.com/office/drawing/2014/main" id="{8C503DE3-370D-8F79-132C-D657FF467E9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6" name="Ellipse 1075">
                <a:extLst>
                  <a:ext uri="{FF2B5EF4-FFF2-40B4-BE49-F238E27FC236}">
                    <a16:creationId xmlns:a16="http://schemas.microsoft.com/office/drawing/2014/main" id="{DFB08C12-C717-9AC1-B4EE-3A4BA32D01E0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7" name="Ellipse 1076">
                <a:extLst>
                  <a:ext uri="{FF2B5EF4-FFF2-40B4-BE49-F238E27FC236}">
                    <a16:creationId xmlns:a16="http://schemas.microsoft.com/office/drawing/2014/main" id="{A5C2A0CF-9442-5475-6F85-9FEDE4F13F03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8" name="Ellipse 1077">
                <a:extLst>
                  <a:ext uri="{FF2B5EF4-FFF2-40B4-BE49-F238E27FC236}">
                    <a16:creationId xmlns:a16="http://schemas.microsoft.com/office/drawing/2014/main" id="{AC50E180-5977-7F15-2B28-D41B8031D858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79" name="Ellipse 1078">
                <a:extLst>
                  <a:ext uri="{FF2B5EF4-FFF2-40B4-BE49-F238E27FC236}">
                    <a16:creationId xmlns:a16="http://schemas.microsoft.com/office/drawing/2014/main" id="{FE0CA130-891E-9047-B6F4-1553479A33A3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0" name="Ellipse 1079">
                <a:extLst>
                  <a:ext uri="{FF2B5EF4-FFF2-40B4-BE49-F238E27FC236}">
                    <a16:creationId xmlns:a16="http://schemas.microsoft.com/office/drawing/2014/main" id="{4B35FC5F-8B17-60A0-5E32-157361403CC7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1" name="Ellipse 1080">
                <a:extLst>
                  <a:ext uri="{FF2B5EF4-FFF2-40B4-BE49-F238E27FC236}">
                    <a16:creationId xmlns:a16="http://schemas.microsoft.com/office/drawing/2014/main" id="{5D3379AD-AC0C-8557-9DAE-8AF911534341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2" name="Ellipse 1081">
                <a:extLst>
                  <a:ext uri="{FF2B5EF4-FFF2-40B4-BE49-F238E27FC236}">
                    <a16:creationId xmlns:a16="http://schemas.microsoft.com/office/drawing/2014/main" id="{4948EEC4-E9EC-9CBA-2B45-9EE50642516B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3" name="Ellipse 1082">
                <a:extLst>
                  <a:ext uri="{FF2B5EF4-FFF2-40B4-BE49-F238E27FC236}">
                    <a16:creationId xmlns:a16="http://schemas.microsoft.com/office/drawing/2014/main" id="{907EC015-C024-4D9A-A0F2-94BBE946FABF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4" name="Ellipse 1083">
                <a:extLst>
                  <a:ext uri="{FF2B5EF4-FFF2-40B4-BE49-F238E27FC236}">
                    <a16:creationId xmlns:a16="http://schemas.microsoft.com/office/drawing/2014/main" id="{6A5C9D62-DE1C-AD0D-1C80-59D8D03DE220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085" name="Gruppieren 1084">
              <a:extLst>
                <a:ext uri="{FF2B5EF4-FFF2-40B4-BE49-F238E27FC236}">
                  <a16:creationId xmlns:a16="http://schemas.microsoft.com/office/drawing/2014/main" id="{5AA37C0F-1C9E-5B22-B91E-12BE8A90DBB4}"/>
                </a:ext>
              </a:extLst>
            </p:cNvPr>
            <p:cNvGrpSpPr/>
            <p:nvPr/>
          </p:nvGrpSpPr>
          <p:grpSpPr>
            <a:xfrm rot="4912871">
              <a:off x="1877153" y="-1694329"/>
              <a:ext cx="2953403" cy="2665423"/>
              <a:chOff x="9535110" y="4663981"/>
              <a:chExt cx="2953403" cy="2665423"/>
            </a:xfrm>
          </p:grpSpPr>
          <p:sp>
            <p:nvSpPr>
              <p:cNvPr id="1086" name="Ellipse 1085">
                <a:extLst>
                  <a:ext uri="{FF2B5EF4-FFF2-40B4-BE49-F238E27FC236}">
                    <a16:creationId xmlns:a16="http://schemas.microsoft.com/office/drawing/2014/main" id="{399F5530-2934-0A51-F913-5DF5F23F3467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7" name="Ellipse 1086">
                <a:extLst>
                  <a:ext uri="{FF2B5EF4-FFF2-40B4-BE49-F238E27FC236}">
                    <a16:creationId xmlns:a16="http://schemas.microsoft.com/office/drawing/2014/main" id="{BFDC1C67-B880-0037-A745-BB2E7CFAD723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8" name="Ellipse 1087">
                <a:extLst>
                  <a:ext uri="{FF2B5EF4-FFF2-40B4-BE49-F238E27FC236}">
                    <a16:creationId xmlns:a16="http://schemas.microsoft.com/office/drawing/2014/main" id="{C95A3813-8758-B81C-92A8-5E404F095F0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89" name="Ellipse 1088">
                <a:extLst>
                  <a:ext uri="{FF2B5EF4-FFF2-40B4-BE49-F238E27FC236}">
                    <a16:creationId xmlns:a16="http://schemas.microsoft.com/office/drawing/2014/main" id="{E51424C6-188E-2873-866D-0BA26BBED80F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0" name="Ellipse 1089">
                <a:extLst>
                  <a:ext uri="{FF2B5EF4-FFF2-40B4-BE49-F238E27FC236}">
                    <a16:creationId xmlns:a16="http://schemas.microsoft.com/office/drawing/2014/main" id="{27BE1F72-305F-F031-7720-FBCF81309059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1" name="Ellipse 1090">
                <a:extLst>
                  <a:ext uri="{FF2B5EF4-FFF2-40B4-BE49-F238E27FC236}">
                    <a16:creationId xmlns:a16="http://schemas.microsoft.com/office/drawing/2014/main" id="{A7A02F47-6995-9861-DDEB-65238A120352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2" name="Ellipse 1091">
                <a:extLst>
                  <a:ext uri="{FF2B5EF4-FFF2-40B4-BE49-F238E27FC236}">
                    <a16:creationId xmlns:a16="http://schemas.microsoft.com/office/drawing/2014/main" id="{AB016A22-6549-01BE-976A-02336E2954B1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3" name="Ellipse 1092">
                <a:extLst>
                  <a:ext uri="{FF2B5EF4-FFF2-40B4-BE49-F238E27FC236}">
                    <a16:creationId xmlns:a16="http://schemas.microsoft.com/office/drawing/2014/main" id="{49ED3CC0-A687-2AA3-9A5E-7A23E2FE328A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4" name="Ellipse 1093">
                <a:extLst>
                  <a:ext uri="{FF2B5EF4-FFF2-40B4-BE49-F238E27FC236}">
                    <a16:creationId xmlns:a16="http://schemas.microsoft.com/office/drawing/2014/main" id="{B04EB3CD-E708-0270-F972-EAA693E73FD2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5" name="Ellipse 1094">
                <a:extLst>
                  <a:ext uri="{FF2B5EF4-FFF2-40B4-BE49-F238E27FC236}">
                    <a16:creationId xmlns:a16="http://schemas.microsoft.com/office/drawing/2014/main" id="{CEA64B43-95C7-C972-02BA-F067287B3E4D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6" name="Ellipse 1095">
                <a:extLst>
                  <a:ext uri="{FF2B5EF4-FFF2-40B4-BE49-F238E27FC236}">
                    <a16:creationId xmlns:a16="http://schemas.microsoft.com/office/drawing/2014/main" id="{46D5F5EB-8890-D3AB-2650-C33CF1D516AF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7" name="Ellipse 1096">
                <a:extLst>
                  <a:ext uri="{FF2B5EF4-FFF2-40B4-BE49-F238E27FC236}">
                    <a16:creationId xmlns:a16="http://schemas.microsoft.com/office/drawing/2014/main" id="{8C51A212-3B67-513B-31A6-6AAD9A63BACF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8" name="Ellipse 1097">
                <a:extLst>
                  <a:ext uri="{FF2B5EF4-FFF2-40B4-BE49-F238E27FC236}">
                    <a16:creationId xmlns:a16="http://schemas.microsoft.com/office/drawing/2014/main" id="{F3073B86-C039-1B03-1365-29E021EFAEA0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99" name="Ellipse 1098">
                <a:extLst>
                  <a:ext uri="{FF2B5EF4-FFF2-40B4-BE49-F238E27FC236}">
                    <a16:creationId xmlns:a16="http://schemas.microsoft.com/office/drawing/2014/main" id="{3931D334-B9FB-8843-2B99-22783E331B52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0" name="Ellipse 1099">
                <a:extLst>
                  <a:ext uri="{FF2B5EF4-FFF2-40B4-BE49-F238E27FC236}">
                    <a16:creationId xmlns:a16="http://schemas.microsoft.com/office/drawing/2014/main" id="{14E1FC8A-9EBE-5459-7140-4ADBAB58A49D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1" name="Ellipse 1100">
                <a:extLst>
                  <a:ext uri="{FF2B5EF4-FFF2-40B4-BE49-F238E27FC236}">
                    <a16:creationId xmlns:a16="http://schemas.microsoft.com/office/drawing/2014/main" id="{B621C884-F82B-F8E1-D3E4-11219AE2A857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2" name="Ellipse 1101">
                <a:extLst>
                  <a:ext uri="{FF2B5EF4-FFF2-40B4-BE49-F238E27FC236}">
                    <a16:creationId xmlns:a16="http://schemas.microsoft.com/office/drawing/2014/main" id="{D8602BA7-A755-6A7D-AD5B-A52B3532B7D5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3" name="Ellipse 1102">
                <a:extLst>
                  <a:ext uri="{FF2B5EF4-FFF2-40B4-BE49-F238E27FC236}">
                    <a16:creationId xmlns:a16="http://schemas.microsoft.com/office/drawing/2014/main" id="{A494B093-CF9F-F47C-F85A-0675FE28D12C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4" name="Ellipse 1103">
                <a:extLst>
                  <a:ext uri="{FF2B5EF4-FFF2-40B4-BE49-F238E27FC236}">
                    <a16:creationId xmlns:a16="http://schemas.microsoft.com/office/drawing/2014/main" id="{757E96D5-3C39-2D29-5F84-16A7E38AA4FB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5" name="Ellipse 1104">
                <a:extLst>
                  <a:ext uri="{FF2B5EF4-FFF2-40B4-BE49-F238E27FC236}">
                    <a16:creationId xmlns:a16="http://schemas.microsoft.com/office/drawing/2014/main" id="{63D1B684-7620-3167-7B69-538119DDACE5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6" name="Ellipse 1105">
                <a:extLst>
                  <a:ext uri="{FF2B5EF4-FFF2-40B4-BE49-F238E27FC236}">
                    <a16:creationId xmlns:a16="http://schemas.microsoft.com/office/drawing/2014/main" id="{3C82D3E3-FA0F-4F9C-510F-899631DB6ACA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7" name="Ellipse 1106">
                <a:extLst>
                  <a:ext uri="{FF2B5EF4-FFF2-40B4-BE49-F238E27FC236}">
                    <a16:creationId xmlns:a16="http://schemas.microsoft.com/office/drawing/2014/main" id="{8ADC0CBB-512B-5EF7-7F11-16CB4E3389D2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8" name="Ellipse 1107">
                <a:extLst>
                  <a:ext uri="{FF2B5EF4-FFF2-40B4-BE49-F238E27FC236}">
                    <a16:creationId xmlns:a16="http://schemas.microsoft.com/office/drawing/2014/main" id="{552982BF-CCDD-3525-DB3F-66582A852E15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09" name="Ellipse 1108">
                <a:extLst>
                  <a:ext uri="{FF2B5EF4-FFF2-40B4-BE49-F238E27FC236}">
                    <a16:creationId xmlns:a16="http://schemas.microsoft.com/office/drawing/2014/main" id="{644DEBAB-AF29-0EAA-6E01-CD44BC41215A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0" name="Ellipse 1109">
                <a:extLst>
                  <a:ext uri="{FF2B5EF4-FFF2-40B4-BE49-F238E27FC236}">
                    <a16:creationId xmlns:a16="http://schemas.microsoft.com/office/drawing/2014/main" id="{E978439C-CA5B-26ED-86BE-067AAC6A693D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11" name="Gruppieren 1110">
              <a:extLst>
                <a:ext uri="{FF2B5EF4-FFF2-40B4-BE49-F238E27FC236}">
                  <a16:creationId xmlns:a16="http://schemas.microsoft.com/office/drawing/2014/main" id="{A5D922E9-343F-90FC-25CE-E0B7A8421172}"/>
                </a:ext>
              </a:extLst>
            </p:cNvPr>
            <p:cNvGrpSpPr/>
            <p:nvPr/>
          </p:nvGrpSpPr>
          <p:grpSpPr>
            <a:xfrm rot="17100000">
              <a:off x="-2219497" y="-297041"/>
              <a:ext cx="4629584" cy="2788981"/>
              <a:chOff x="-324210" y="4706992"/>
              <a:chExt cx="4629584" cy="2788981"/>
            </a:xfrm>
          </p:grpSpPr>
          <p:sp>
            <p:nvSpPr>
              <p:cNvPr id="1112" name="Ellipse 1111">
                <a:extLst>
                  <a:ext uri="{FF2B5EF4-FFF2-40B4-BE49-F238E27FC236}">
                    <a16:creationId xmlns:a16="http://schemas.microsoft.com/office/drawing/2014/main" id="{9E0AECE5-395A-895D-5B2B-00C48BBA5D17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3" name="Ellipse 1112">
                <a:extLst>
                  <a:ext uri="{FF2B5EF4-FFF2-40B4-BE49-F238E27FC236}">
                    <a16:creationId xmlns:a16="http://schemas.microsoft.com/office/drawing/2014/main" id="{2E5B1D66-0982-F779-FF55-A338D77CD653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4" name="Ellipse 1113">
                <a:extLst>
                  <a:ext uri="{FF2B5EF4-FFF2-40B4-BE49-F238E27FC236}">
                    <a16:creationId xmlns:a16="http://schemas.microsoft.com/office/drawing/2014/main" id="{68C8F955-A6BB-3882-BBAF-100C55703F52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5" name="Ellipse 1114">
                <a:extLst>
                  <a:ext uri="{FF2B5EF4-FFF2-40B4-BE49-F238E27FC236}">
                    <a16:creationId xmlns:a16="http://schemas.microsoft.com/office/drawing/2014/main" id="{B72AB862-B49C-B7AB-C9B4-FBD0D87880C2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6" name="Ellipse 1115">
                <a:extLst>
                  <a:ext uri="{FF2B5EF4-FFF2-40B4-BE49-F238E27FC236}">
                    <a16:creationId xmlns:a16="http://schemas.microsoft.com/office/drawing/2014/main" id="{FD263939-DA12-7B64-7CB4-EBB48081B385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7" name="Ellipse 1116">
                <a:extLst>
                  <a:ext uri="{FF2B5EF4-FFF2-40B4-BE49-F238E27FC236}">
                    <a16:creationId xmlns:a16="http://schemas.microsoft.com/office/drawing/2014/main" id="{B638E950-83A3-8195-54F1-768325B5D49F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8" name="Ellipse 1117">
                <a:extLst>
                  <a:ext uri="{FF2B5EF4-FFF2-40B4-BE49-F238E27FC236}">
                    <a16:creationId xmlns:a16="http://schemas.microsoft.com/office/drawing/2014/main" id="{101F3BFD-290E-B0E7-CFC3-03795EC510E7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19" name="Ellipse 1118">
                <a:extLst>
                  <a:ext uri="{FF2B5EF4-FFF2-40B4-BE49-F238E27FC236}">
                    <a16:creationId xmlns:a16="http://schemas.microsoft.com/office/drawing/2014/main" id="{031E1764-DCC1-DF60-01B3-DC5FE3F4028B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0" name="Ellipse 1119">
                <a:extLst>
                  <a:ext uri="{FF2B5EF4-FFF2-40B4-BE49-F238E27FC236}">
                    <a16:creationId xmlns:a16="http://schemas.microsoft.com/office/drawing/2014/main" id="{688FF939-0923-314A-E882-48501F021666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1" name="Ellipse 1120">
                <a:extLst>
                  <a:ext uri="{FF2B5EF4-FFF2-40B4-BE49-F238E27FC236}">
                    <a16:creationId xmlns:a16="http://schemas.microsoft.com/office/drawing/2014/main" id="{0FEC35CA-01AD-E982-0C20-D219ED1FBFB0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2" name="Ellipse 1121">
                <a:extLst>
                  <a:ext uri="{FF2B5EF4-FFF2-40B4-BE49-F238E27FC236}">
                    <a16:creationId xmlns:a16="http://schemas.microsoft.com/office/drawing/2014/main" id="{A2C7069F-3CA1-2FAC-7F5F-287F8BF466F0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3" name="Ellipse 1122">
                <a:extLst>
                  <a:ext uri="{FF2B5EF4-FFF2-40B4-BE49-F238E27FC236}">
                    <a16:creationId xmlns:a16="http://schemas.microsoft.com/office/drawing/2014/main" id="{219F2562-5C24-858B-2C35-E672DC06BE1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4" name="Ellipse 1123">
                <a:extLst>
                  <a:ext uri="{FF2B5EF4-FFF2-40B4-BE49-F238E27FC236}">
                    <a16:creationId xmlns:a16="http://schemas.microsoft.com/office/drawing/2014/main" id="{B3429FD7-0920-429F-0749-FF28FDDF964C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5" name="Ellipse 1124">
                <a:extLst>
                  <a:ext uri="{FF2B5EF4-FFF2-40B4-BE49-F238E27FC236}">
                    <a16:creationId xmlns:a16="http://schemas.microsoft.com/office/drawing/2014/main" id="{9E359353-3F08-C14C-111F-BF589836E37F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6" name="Ellipse 1125">
                <a:extLst>
                  <a:ext uri="{FF2B5EF4-FFF2-40B4-BE49-F238E27FC236}">
                    <a16:creationId xmlns:a16="http://schemas.microsoft.com/office/drawing/2014/main" id="{5A5DD52E-5D62-26B2-3EAD-1CD6C681BDDB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7" name="Ellipse 1126">
                <a:extLst>
                  <a:ext uri="{FF2B5EF4-FFF2-40B4-BE49-F238E27FC236}">
                    <a16:creationId xmlns:a16="http://schemas.microsoft.com/office/drawing/2014/main" id="{59045092-8236-ADCB-C4FC-167334FA8C34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8" name="Ellipse 1127">
                <a:extLst>
                  <a:ext uri="{FF2B5EF4-FFF2-40B4-BE49-F238E27FC236}">
                    <a16:creationId xmlns:a16="http://schemas.microsoft.com/office/drawing/2014/main" id="{632FCF0D-D910-1488-B764-469A2C624585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29" name="Ellipse 1128">
                <a:extLst>
                  <a:ext uri="{FF2B5EF4-FFF2-40B4-BE49-F238E27FC236}">
                    <a16:creationId xmlns:a16="http://schemas.microsoft.com/office/drawing/2014/main" id="{75979758-6ACF-E977-09C1-1CE751E4F045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0" name="Ellipse 1129">
                <a:extLst>
                  <a:ext uri="{FF2B5EF4-FFF2-40B4-BE49-F238E27FC236}">
                    <a16:creationId xmlns:a16="http://schemas.microsoft.com/office/drawing/2014/main" id="{6072266C-4DFE-F67F-7569-D13C9BAE9A85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1" name="Ellipse 1130">
                <a:extLst>
                  <a:ext uri="{FF2B5EF4-FFF2-40B4-BE49-F238E27FC236}">
                    <a16:creationId xmlns:a16="http://schemas.microsoft.com/office/drawing/2014/main" id="{5FE62FA1-06D3-48E0-63D9-658EEA8771B5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2" name="Ellipse 1131">
                <a:extLst>
                  <a:ext uri="{FF2B5EF4-FFF2-40B4-BE49-F238E27FC236}">
                    <a16:creationId xmlns:a16="http://schemas.microsoft.com/office/drawing/2014/main" id="{08E936F1-3A4B-C1CC-4108-73440819C448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3" name="Ellipse 1132">
                <a:extLst>
                  <a:ext uri="{FF2B5EF4-FFF2-40B4-BE49-F238E27FC236}">
                    <a16:creationId xmlns:a16="http://schemas.microsoft.com/office/drawing/2014/main" id="{E59B791C-D84F-AE4F-09EB-8AF2C62C75D8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4" name="Ellipse 1133">
                <a:extLst>
                  <a:ext uri="{FF2B5EF4-FFF2-40B4-BE49-F238E27FC236}">
                    <a16:creationId xmlns:a16="http://schemas.microsoft.com/office/drawing/2014/main" id="{5C31C5A9-9152-2B8A-62E8-74969D7F8791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5" name="Ellipse 1134">
                <a:extLst>
                  <a:ext uri="{FF2B5EF4-FFF2-40B4-BE49-F238E27FC236}">
                    <a16:creationId xmlns:a16="http://schemas.microsoft.com/office/drawing/2014/main" id="{1D5B40B0-111B-B2D5-2AFB-B0359F67C948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6" name="Ellipse 1135">
                <a:extLst>
                  <a:ext uri="{FF2B5EF4-FFF2-40B4-BE49-F238E27FC236}">
                    <a16:creationId xmlns:a16="http://schemas.microsoft.com/office/drawing/2014/main" id="{9C10A012-1814-DF95-24C1-23661A4FA236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7" name="Ellipse 1136">
                <a:extLst>
                  <a:ext uri="{FF2B5EF4-FFF2-40B4-BE49-F238E27FC236}">
                    <a16:creationId xmlns:a16="http://schemas.microsoft.com/office/drawing/2014/main" id="{FD07B930-AC17-78AF-57BB-764106D4EAA5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8" name="Ellipse 1137">
                <a:extLst>
                  <a:ext uri="{FF2B5EF4-FFF2-40B4-BE49-F238E27FC236}">
                    <a16:creationId xmlns:a16="http://schemas.microsoft.com/office/drawing/2014/main" id="{E865F5A6-F1D7-4F05-635B-D2EECA2FE21E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39" name="Ellipse 1138">
                <a:extLst>
                  <a:ext uri="{FF2B5EF4-FFF2-40B4-BE49-F238E27FC236}">
                    <a16:creationId xmlns:a16="http://schemas.microsoft.com/office/drawing/2014/main" id="{E42DFC2E-453E-CB8C-8205-F14643C6B533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40" name="Gruppieren 1139">
              <a:extLst>
                <a:ext uri="{FF2B5EF4-FFF2-40B4-BE49-F238E27FC236}">
                  <a16:creationId xmlns:a16="http://schemas.microsoft.com/office/drawing/2014/main" id="{BA4C2D3B-DFF3-B453-2F38-9C83D5C3A068}"/>
                </a:ext>
              </a:extLst>
            </p:cNvPr>
            <p:cNvGrpSpPr/>
            <p:nvPr/>
          </p:nvGrpSpPr>
          <p:grpSpPr>
            <a:xfrm rot="6300000">
              <a:off x="-1430757" y="-837516"/>
              <a:ext cx="4629584" cy="2788981"/>
              <a:chOff x="-324210" y="4706992"/>
              <a:chExt cx="4629584" cy="2788981"/>
            </a:xfrm>
          </p:grpSpPr>
          <p:sp>
            <p:nvSpPr>
              <p:cNvPr id="1141" name="Ellipse 1140">
                <a:extLst>
                  <a:ext uri="{FF2B5EF4-FFF2-40B4-BE49-F238E27FC236}">
                    <a16:creationId xmlns:a16="http://schemas.microsoft.com/office/drawing/2014/main" id="{AC5A01D1-C4D4-1158-88B1-C7714D344DDF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2" name="Ellipse 1141">
                <a:extLst>
                  <a:ext uri="{FF2B5EF4-FFF2-40B4-BE49-F238E27FC236}">
                    <a16:creationId xmlns:a16="http://schemas.microsoft.com/office/drawing/2014/main" id="{4F3EBC59-7794-BCD8-2B01-8A93134BABF0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3" name="Ellipse 1142">
                <a:extLst>
                  <a:ext uri="{FF2B5EF4-FFF2-40B4-BE49-F238E27FC236}">
                    <a16:creationId xmlns:a16="http://schemas.microsoft.com/office/drawing/2014/main" id="{A0BE0B79-3D5E-B212-7F52-C2F5DA6BC9DB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4" name="Ellipse 1143">
                <a:extLst>
                  <a:ext uri="{FF2B5EF4-FFF2-40B4-BE49-F238E27FC236}">
                    <a16:creationId xmlns:a16="http://schemas.microsoft.com/office/drawing/2014/main" id="{52089DBB-DAF5-6B2E-1F3C-BD79DD1D8F2B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5" name="Ellipse 1144">
                <a:extLst>
                  <a:ext uri="{FF2B5EF4-FFF2-40B4-BE49-F238E27FC236}">
                    <a16:creationId xmlns:a16="http://schemas.microsoft.com/office/drawing/2014/main" id="{D0589DDC-8363-00C0-2147-21A70154CA50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6" name="Ellipse 1145">
                <a:extLst>
                  <a:ext uri="{FF2B5EF4-FFF2-40B4-BE49-F238E27FC236}">
                    <a16:creationId xmlns:a16="http://schemas.microsoft.com/office/drawing/2014/main" id="{2F2B3BED-EDE5-C509-6BE7-5046F34F22DA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7" name="Ellipse 1146">
                <a:extLst>
                  <a:ext uri="{FF2B5EF4-FFF2-40B4-BE49-F238E27FC236}">
                    <a16:creationId xmlns:a16="http://schemas.microsoft.com/office/drawing/2014/main" id="{5B199399-4264-FC39-3A28-78983FC2A343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8" name="Ellipse 1147">
                <a:extLst>
                  <a:ext uri="{FF2B5EF4-FFF2-40B4-BE49-F238E27FC236}">
                    <a16:creationId xmlns:a16="http://schemas.microsoft.com/office/drawing/2014/main" id="{8CD92204-DB8F-0BB3-FEB5-5727F5E0030C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49" name="Ellipse 1148">
                <a:extLst>
                  <a:ext uri="{FF2B5EF4-FFF2-40B4-BE49-F238E27FC236}">
                    <a16:creationId xmlns:a16="http://schemas.microsoft.com/office/drawing/2014/main" id="{BA3C0546-9355-A863-5A45-47C744270612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0" name="Ellipse 1149">
                <a:extLst>
                  <a:ext uri="{FF2B5EF4-FFF2-40B4-BE49-F238E27FC236}">
                    <a16:creationId xmlns:a16="http://schemas.microsoft.com/office/drawing/2014/main" id="{B6164070-F997-A105-F5BD-1824E83FAFD7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1" name="Ellipse 1150">
                <a:extLst>
                  <a:ext uri="{FF2B5EF4-FFF2-40B4-BE49-F238E27FC236}">
                    <a16:creationId xmlns:a16="http://schemas.microsoft.com/office/drawing/2014/main" id="{47B79D3E-8030-CB3B-C394-EED31E1D96C4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2" name="Ellipse 1151">
                <a:extLst>
                  <a:ext uri="{FF2B5EF4-FFF2-40B4-BE49-F238E27FC236}">
                    <a16:creationId xmlns:a16="http://schemas.microsoft.com/office/drawing/2014/main" id="{AA4070D5-7F8A-950F-08D7-8F4B5CF8061D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3" name="Ellipse 1152">
                <a:extLst>
                  <a:ext uri="{FF2B5EF4-FFF2-40B4-BE49-F238E27FC236}">
                    <a16:creationId xmlns:a16="http://schemas.microsoft.com/office/drawing/2014/main" id="{2DB2B2B6-1127-F5B6-718D-F3F37153FF61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4" name="Ellipse 1153">
                <a:extLst>
                  <a:ext uri="{FF2B5EF4-FFF2-40B4-BE49-F238E27FC236}">
                    <a16:creationId xmlns:a16="http://schemas.microsoft.com/office/drawing/2014/main" id="{0DCF25C3-1724-130D-33BA-D8A69C2D4A9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5" name="Ellipse 1154">
                <a:extLst>
                  <a:ext uri="{FF2B5EF4-FFF2-40B4-BE49-F238E27FC236}">
                    <a16:creationId xmlns:a16="http://schemas.microsoft.com/office/drawing/2014/main" id="{111DAE32-48E4-045C-CAAB-470F54A5088F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6" name="Ellipse 1155">
                <a:extLst>
                  <a:ext uri="{FF2B5EF4-FFF2-40B4-BE49-F238E27FC236}">
                    <a16:creationId xmlns:a16="http://schemas.microsoft.com/office/drawing/2014/main" id="{DF953B22-4034-A067-4CCE-9656792EAA4C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7" name="Ellipse 1156">
                <a:extLst>
                  <a:ext uri="{FF2B5EF4-FFF2-40B4-BE49-F238E27FC236}">
                    <a16:creationId xmlns:a16="http://schemas.microsoft.com/office/drawing/2014/main" id="{D8E76520-E824-349B-BF9D-535463E86B0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8" name="Ellipse 1157">
                <a:extLst>
                  <a:ext uri="{FF2B5EF4-FFF2-40B4-BE49-F238E27FC236}">
                    <a16:creationId xmlns:a16="http://schemas.microsoft.com/office/drawing/2014/main" id="{38D2C0AA-A8B2-069D-0997-B9CD3DCA11F0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59" name="Ellipse 1158">
                <a:extLst>
                  <a:ext uri="{FF2B5EF4-FFF2-40B4-BE49-F238E27FC236}">
                    <a16:creationId xmlns:a16="http://schemas.microsoft.com/office/drawing/2014/main" id="{E5E013D9-7471-AE64-77F4-17635C6C165F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0" name="Ellipse 1159">
                <a:extLst>
                  <a:ext uri="{FF2B5EF4-FFF2-40B4-BE49-F238E27FC236}">
                    <a16:creationId xmlns:a16="http://schemas.microsoft.com/office/drawing/2014/main" id="{F51E3106-D91E-655D-F551-AB6CC1A182AB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1" name="Ellipse 1160">
                <a:extLst>
                  <a:ext uri="{FF2B5EF4-FFF2-40B4-BE49-F238E27FC236}">
                    <a16:creationId xmlns:a16="http://schemas.microsoft.com/office/drawing/2014/main" id="{53890D1C-F01B-5E83-DF79-65878C4FE01B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2" name="Ellipse 1161">
                <a:extLst>
                  <a:ext uri="{FF2B5EF4-FFF2-40B4-BE49-F238E27FC236}">
                    <a16:creationId xmlns:a16="http://schemas.microsoft.com/office/drawing/2014/main" id="{C8C212FD-7E32-ACA2-136A-79D463B77140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3" name="Ellipse 1162">
                <a:extLst>
                  <a:ext uri="{FF2B5EF4-FFF2-40B4-BE49-F238E27FC236}">
                    <a16:creationId xmlns:a16="http://schemas.microsoft.com/office/drawing/2014/main" id="{F1EC5FDD-4E42-DF90-4875-2BFFAB38EDDA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4" name="Ellipse 1163">
                <a:extLst>
                  <a:ext uri="{FF2B5EF4-FFF2-40B4-BE49-F238E27FC236}">
                    <a16:creationId xmlns:a16="http://schemas.microsoft.com/office/drawing/2014/main" id="{DD0A654A-5EED-FF7D-7E7A-D0217A5C704B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5" name="Ellipse 1164">
                <a:extLst>
                  <a:ext uri="{FF2B5EF4-FFF2-40B4-BE49-F238E27FC236}">
                    <a16:creationId xmlns:a16="http://schemas.microsoft.com/office/drawing/2014/main" id="{0AFEE88E-166E-9064-1142-055A91C9B2A1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6" name="Ellipse 1165">
                <a:extLst>
                  <a:ext uri="{FF2B5EF4-FFF2-40B4-BE49-F238E27FC236}">
                    <a16:creationId xmlns:a16="http://schemas.microsoft.com/office/drawing/2014/main" id="{C4E4EE2D-6321-3805-6C60-6416829A6D56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7" name="Ellipse 1166">
                <a:extLst>
                  <a:ext uri="{FF2B5EF4-FFF2-40B4-BE49-F238E27FC236}">
                    <a16:creationId xmlns:a16="http://schemas.microsoft.com/office/drawing/2014/main" id="{7DF3D1FD-E186-B8BB-4BEC-9629E165A64B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68" name="Ellipse 1167">
                <a:extLst>
                  <a:ext uri="{FF2B5EF4-FFF2-40B4-BE49-F238E27FC236}">
                    <a16:creationId xmlns:a16="http://schemas.microsoft.com/office/drawing/2014/main" id="{D474CB94-91B9-B5B4-64B9-54ED7822FDC2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69" name="Gruppieren 1168">
              <a:extLst>
                <a:ext uri="{FF2B5EF4-FFF2-40B4-BE49-F238E27FC236}">
                  <a16:creationId xmlns:a16="http://schemas.microsoft.com/office/drawing/2014/main" id="{DE1E0612-99C2-F1DF-0054-BBB10444D17F}"/>
                </a:ext>
              </a:extLst>
            </p:cNvPr>
            <p:cNvGrpSpPr/>
            <p:nvPr/>
          </p:nvGrpSpPr>
          <p:grpSpPr>
            <a:xfrm rot="6300000">
              <a:off x="-2508476" y="-1356819"/>
              <a:ext cx="4629584" cy="2788981"/>
              <a:chOff x="-324210" y="4706992"/>
              <a:chExt cx="4629584" cy="2788981"/>
            </a:xfrm>
          </p:grpSpPr>
          <p:sp>
            <p:nvSpPr>
              <p:cNvPr id="1170" name="Ellipse 1169">
                <a:extLst>
                  <a:ext uri="{FF2B5EF4-FFF2-40B4-BE49-F238E27FC236}">
                    <a16:creationId xmlns:a16="http://schemas.microsoft.com/office/drawing/2014/main" id="{5DC73869-9185-7766-45E0-C045515ED667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1" name="Ellipse 1170">
                <a:extLst>
                  <a:ext uri="{FF2B5EF4-FFF2-40B4-BE49-F238E27FC236}">
                    <a16:creationId xmlns:a16="http://schemas.microsoft.com/office/drawing/2014/main" id="{4EF455E2-D3E4-6918-4E9C-EEED4E0C531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2" name="Ellipse 1171">
                <a:extLst>
                  <a:ext uri="{FF2B5EF4-FFF2-40B4-BE49-F238E27FC236}">
                    <a16:creationId xmlns:a16="http://schemas.microsoft.com/office/drawing/2014/main" id="{CA8BD9E6-3BC4-D859-4EC7-A1B8F0EECB0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3" name="Ellipse 1172">
                <a:extLst>
                  <a:ext uri="{FF2B5EF4-FFF2-40B4-BE49-F238E27FC236}">
                    <a16:creationId xmlns:a16="http://schemas.microsoft.com/office/drawing/2014/main" id="{8BF10F4F-8777-FF43-6F38-821E9866E32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4" name="Ellipse 1173">
                <a:extLst>
                  <a:ext uri="{FF2B5EF4-FFF2-40B4-BE49-F238E27FC236}">
                    <a16:creationId xmlns:a16="http://schemas.microsoft.com/office/drawing/2014/main" id="{31BE916B-1A6E-4223-3109-65092E7BF34D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5" name="Ellipse 1174">
                <a:extLst>
                  <a:ext uri="{FF2B5EF4-FFF2-40B4-BE49-F238E27FC236}">
                    <a16:creationId xmlns:a16="http://schemas.microsoft.com/office/drawing/2014/main" id="{2797E79E-29D9-BA88-6F75-2097E3E22D83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6" name="Ellipse 1175">
                <a:extLst>
                  <a:ext uri="{FF2B5EF4-FFF2-40B4-BE49-F238E27FC236}">
                    <a16:creationId xmlns:a16="http://schemas.microsoft.com/office/drawing/2014/main" id="{916F52A7-67D0-43A4-BF79-08AB77C08E2B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7" name="Ellipse 1176">
                <a:extLst>
                  <a:ext uri="{FF2B5EF4-FFF2-40B4-BE49-F238E27FC236}">
                    <a16:creationId xmlns:a16="http://schemas.microsoft.com/office/drawing/2014/main" id="{ADD5D23C-6DFC-F8C6-865D-2BC061964CB8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8" name="Ellipse 1177">
                <a:extLst>
                  <a:ext uri="{FF2B5EF4-FFF2-40B4-BE49-F238E27FC236}">
                    <a16:creationId xmlns:a16="http://schemas.microsoft.com/office/drawing/2014/main" id="{67BD63CE-427A-FFE9-CC96-45A46813585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9" name="Ellipse 1178">
                <a:extLst>
                  <a:ext uri="{FF2B5EF4-FFF2-40B4-BE49-F238E27FC236}">
                    <a16:creationId xmlns:a16="http://schemas.microsoft.com/office/drawing/2014/main" id="{7F956B31-E4EE-31C0-3679-3E949E92AE42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0" name="Ellipse 1179">
                <a:extLst>
                  <a:ext uri="{FF2B5EF4-FFF2-40B4-BE49-F238E27FC236}">
                    <a16:creationId xmlns:a16="http://schemas.microsoft.com/office/drawing/2014/main" id="{27D36E93-FAB2-60BC-003B-50F8BC831FA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1" name="Ellipse 1180">
                <a:extLst>
                  <a:ext uri="{FF2B5EF4-FFF2-40B4-BE49-F238E27FC236}">
                    <a16:creationId xmlns:a16="http://schemas.microsoft.com/office/drawing/2014/main" id="{41F15BFF-D88A-3448-8F8A-68E3AB97B1B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2" name="Ellipse 1181">
                <a:extLst>
                  <a:ext uri="{FF2B5EF4-FFF2-40B4-BE49-F238E27FC236}">
                    <a16:creationId xmlns:a16="http://schemas.microsoft.com/office/drawing/2014/main" id="{B7D67AA7-C0C9-69A7-A58E-DE3C2CADD5F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3" name="Ellipse 1182">
                <a:extLst>
                  <a:ext uri="{FF2B5EF4-FFF2-40B4-BE49-F238E27FC236}">
                    <a16:creationId xmlns:a16="http://schemas.microsoft.com/office/drawing/2014/main" id="{F99FCF55-ECAE-BFB4-1D7F-6A0A276C15F4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4" name="Ellipse 1183">
                <a:extLst>
                  <a:ext uri="{FF2B5EF4-FFF2-40B4-BE49-F238E27FC236}">
                    <a16:creationId xmlns:a16="http://schemas.microsoft.com/office/drawing/2014/main" id="{CB63B222-FF0E-AA80-2309-4EEBF7C50A0C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5" name="Ellipse 1184">
                <a:extLst>
                  <a:ext uri="{FF2B5EF4-FFF2-40B4-BE49-F238E27FC236}">
                    <a16:creationId xmlns:a16="http://schemas.microsoft.com/office/drawing/2014/main" id="{16E81F7F-54BF-DDBB-4B89-392FC7DFF78D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6" name="Ellipse 1185">
                <a:extLst>
                  <a:ext uri="{FF2B5EF4-FFF2-40B4-BE49-F238E27FC236}">
                    <a16:creationId xmlns:a16="http://schemas.microsoft.com/office/drawing/2014/main" id="{213D2D16-DD5F-CDA5-F1FA-A32FEBBC0AB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7" name="Ellipse 1186">
                <a:extLst>
                  <a:ext uri="{FF2B5EF4-FFF2-40B4-BE49-F238E27FC236}">
                    <a16:creationId xmlns:a16="http://schemas.microsoft.com/office/drawing/2014/main" id="{9DFBDDF8-A8B7-DC84-C5DC-273552059747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8" name="Ellipse 1187">
                <a:extLst>
                  <a:ext uri="{FF2B5EF4-FFF2-40B4-BE49-F238E27FC236}">
                    <a16:creationId xmlns:a16="http://schemas.microsoft.com/office/drawing/2014/main" id="{D93873B1-1CC5-4003-36E1-33DB051AA653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9" name="Ellipse 1188">
                <a:extLst>
                  <a:ext uri="{FF2B5EF4-FFF2-40B4-BE49-F238E27FC236}">
                    <a16:creationId xmlns:a16="http://schemas.microsoft.com/office/drawing/2014/main" id="{396FB992-09E7-E407-DE45-CE8DF105FDE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0" name="Ellipse 1189">
                <a:extLst>
                  <a:ext uri="{FF2B5EF4-FFF2-40B4-BE49-F238E27FC236}">
                    <a16:creationId xmlns:a16="http://schemas.microsoft.com/office/drawing/2014/main" id="{605F6C7F-C446-0C4E-1C2A-0FA40CD3BEA8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1" name="Ellipse 1190">
                <a:extLst>
                  <a:ext uri="{FF2B5EF4-FFF2-40B4-BE49-F238E27FC236}">
                    <a16:creationId xmlns:a16="http://schemas.microsoft.com/office/drawing/2014/main" id="{29A7DB7E-8079-9C2B-CD2E-D2C5735A23A3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2" name="Ellipse 1191">
                <a:extLst>
                  <a:ext uri="{FF2B5EF4-FFF2-40B4-BE49-F238E27FC236}">
                    <a16:creationId xmlns:a16="http://schemas.microsoft.com/office/drawing/2014/main" id="{754EDFA0-9DC1-FCE9-B5A0-EDFC15BCCB2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3" name="Ellipse 1192">
                <a:extLst>
                  <a:ext uri="{FF2B5EF4-FFF2-40B4-BE49-F238E27FC236}">
                    <a16:creationId xmlns:a16="http://schemas.microsoft.com/office/drawing/2014/main" id="{BB54B283-FA10-6AF8-B49E-E72F97AF2EC0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4" name="Ellipse 1193">
                <a:extLst>
                  <a:ext uri="{FF2B5EF4-FFF2-40B4-BE49-F238E27FC236}">
                    <a16:creationId xmlns:a16="http://schemas.microsoft.com/office/drawing/2014/main" id="{52208B9D-66F9-B599-3E1B-18C0FD3D3FA2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5" name="Ellipse 1194">
                <a:extLst>
                  <a:ext uri="{FF2B5EF4-FFF2-40B4-BE49-F238E27FC236}">
                    <a16:creationId xmlns:a16="http://schemas.microsoft.com/office/drawing/2014/main" id="{EB47B2CC-18AA-7E91-19AD-02439065424E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6" name="Ellipse 1195">
                <a:extLst>
                  <a:ext uri="{FF2B5EF4-FFF2-40B4-BE49-F238E27FC236}">
                    <a16:creationId xmlns:a16="http://schemas.microsoft.com/office/drawing/2014/main" id="{276789FE-76B0-AF59-50D3-4AE44F0FCD4B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7" name="Ellipse 1196">
                <a:extLst>
                  <a:ext uri="{FF2B5EF4-FFF2-40B4-BE49-F238E27FC236}">
                    <a16:creationId xmlns:a16="http://schemas.microsoft.com/office/drawing/2014/main" id="{0780C6E5-CE9A-0BF6-D59D-5639AB5AA824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34692AAA-6F15-D04E-0B9A-6BC219C05788}"/>
                </a:ext>
              </a:extLst>
            </p:cNvPr>
            <p:cNvGrpSpPr/>
            <p:nvPr/>
          </p:nvGrpSpPr>
          <p:grpSpPr>
            <a:xfrm rot="6300000">
              <a:off x="5925841" y="-510658"/>
              <a:ext cx="4629584" cy="2788981"/>
              <a:chOff x="-324210" y="4706992"/>
              <a:chExt cx="4629584" cy="2788981"/>
            </a:xfrm>
          </p:grpSpPr>
          <p:sp>
            <p:nvSpPr>
              <p:cNvPr id="741" name="Ellipse 740">
                <a:extLst>
                  <a:ext uri="{FF2B5EF4-FFF2-40B4-BE49-F238E27FC236}">
                    <a16:creationId xmlns:a16="http://schemas.microsoft.com/office/drawing/2014/main" id="{FA026BBA-0F0D-5903-1244-B74E2F4B434C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8" name="Ellipse 1197">
                <a:extLst>
                  <a:ext uri="{FF2B5EF4-FFF2-40B4-BE49-F238E27FC236}">
                    <a16:creationId xmlns:a16="http://schemas.microsoft.com/office/drawing/2014/main" id="{1AC556C6-0B9D-FD2F-968C-41227BD6769E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9" name="Ellipse 1198">
                <a:extLst>
                  <a:ext uri="{FF2B5EF4-FFF2-40B4-BE49-F238E27FC236}">
                    <a16:creationId xmlns:a16="http://schemas.microsoft.com/office/drawing/2014/main" id="{1A5294EA-FA6A-7892-2C37-DF24FE9EA2B7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0" name="Ellipse 1199">
                <a:extLst>
                  <a:ext uri="{FF2B5EF4-FFF2-40B4-BE49-F238E27FC236}">
                    <a16:creationId xmlns:a16="http://schemas.microsoft.com/office/drawing/2014/main" id="{B79D8F12-15AC-6764-32F8-ACEDD1458C1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1" name="Ellipse 1200">
                <a:extLst>
                  <a:ext uri="{FF2B5EF4-FFF2-40B4-BE49-F238E27FC236}">
                    <a16:creationId xmlns:a16="http://schemas.microsoft.com/office/drawing/2014/main" id="{D39E25C4-04D2-2C10-69CB-E988A5044E9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2" name="Ellipse 1201">
                <a:extLst>
                  <a:ext uri="{FF2B5EF4-FFF2-40B4-BE49-F238E27FC236}">
                    <a16:creationId xmlns:a16="http://schemas.microsoft.com/office/drawing/2014/main" id="{DDE796F7-FD19-9D47-26DF-A2A2129D2ED9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3" name="Ellipse 1202">
                <a:extLst>
                  <a:ext uri="{FF2B5EF4-FFF2-40B4-BE49-F238E27FC236}">
                    <a16:creationId xmlns:a16="http://schemas.microsoft.com/office/drawing/2014/main" id="{FAF20C19-CA15-1178-63AD-6D9D9C331E90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4" name="Ellipse 1203">
                <a:extLst>
                  <a:ext uri="{FF2B5EF4-FFF2-40B4-BE49-F238E27FC236}">
                    <a16:creationId xmlns:a16="http://schemas.microsoft.com/office/drawing/2014/main" id="{C311E69A-A7A4-9FAE-86C6-BA7F91444149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5" name="Ellipse 1204">
                <a:extLst>
                  <a:ext uri="{FF2B5EF4-FFF2-40B4-BE49-F238E27FC236}">
                    <a16:creationId xmlns:a16="http://schemas.microsoft.com/office/drawing/2014/main" id="{ECE3B025-844E-D43F-7BD9-24AD94462FAF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6" name="Ellipse 1205">
                <a:extLst>
                  <a:ext uri="{FF2B5EF4-FFF2-40B4-BE49-F238E27FC236}">
                    <a16:creationId xmlns:a16="http://schemas.microsoft.com/office/drawing/2014/main" id="{41213A7A-7276-7911-C46A-E444993FA551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7" name="Ellipse 1206">
                <a:extLst>
                  <a:ext uri="{FF2B5EF4-FFF2-40B4-BE49-F238E27FC236}">
                    <a16:creationId xmlns:a16="http://schemas.microsoft.com/office/drawing/2014/main" id="{B6335E21-C5C6-5FCD-7BD5-05753EF6ABA8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8" name="Ellipse 1207">
                <a:extLst>
                  <a:ext uri="{FF2B5EF4-FFF2-40B4-BE49-F238E27FC236}">
                    <a16:creationId xmlns:a16="http://schemas.microsoft.com/office/drawing/2014/main" id="{DBEC4044-4A40-807B-A4D4-5C8708D3DA0D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09" name="Ellipse 1208">
                <a:extLst>
                  <a:ext uri="{FF2B5EF4-FFF2-40B4-BE49-F238E27FC236}">
                    <a16:creationId xmlns:a16="http://schemas.microsoft.com/office/drawing/2014/main" id="{0F772A13-2B99-66CF-D0B5-0F32A0FCA60A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0" name="Ellipse 1209">
                <a:extLst>
                  <a:ext uri="{FF2B5EF4-FFF2-40B4-BE49-F238E27FC236}">
                    <a16:creationId xmlns:a16="http://schemas.microsoft.com/office/drawing/2014/main" id="{C2C65238-27CB-8820-1BBE-F88F99C6365D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1" name="Ellipse 1210">
                <a:extLst>
                  <a:ext uri="{FF2B5EF4-FFF2-40B4-BE49-F238E27FC236}">
                    <a16:creationId xmlns:a16="http://schemas.microsoft.com/office/drawing/2014/main" id="{FF13205A-552A-02E4-88C0-6031C1DEAB45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2" name="Ellipse 1211">
                <a:extLst>
                  <a:ext uri="{FF2B5EF4-FFF2-40B4-BE49-F238E27FC236}">
                    <a16:creationId xmlns:a16="http://schemas.microsoft.com/office/drawing/2014/main" id="{D4ABCA87-C6BE-5379-D093-ED3A58C88A46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3" name="Ellipse 1212">
                <a:extLst>
                  <a:ext uri="{FF2B5EF4-FFF2-40B4-BE49-F238E27FC236}">
                    <a16:creationId xmlns:a16="http://schemas.microsoft.com/office/drawing/2014/main" id="{DBFC4191-8081-B6A1-E0A4-657BF3F76AE0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4" name="Ellipse 1213">
                <a:extLst>
                  <a:ext uri="{FF2B5EF4-FFF2-40B4-BE49-F238E27FC236}">
                    <a16:creationId xmlns:a16="http://schemas.microsoft.com/office/drawing/2014/main" id="{CE2FFA68-3929-C815-2ADB-6AA8A2DC5093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5" name="Ellipse 1214">
                <a:extLst>
                  <a:ext uri="{FF2B5EF4-FFF2-40B4-BE49-F238E27FC236}">
                    <a16:creationId xmlns:a16="http://schemas.microsoft.com/office/drawing/2014/main" id="{BCDF2D31-28C4-8D27-2EE1-7D65C93430DF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6" name="Ellipse 1215">
                <a:extLst>
                  <a:ext uri="{FF2B5EF4-FFF2-40B4-BE49-F238E27FC236}">
                    <a16:creationId xmlns:a16="http://schemas.microsoft.com/office/drawing/2014/main" id="{1709FA8A-892F-733E-20BF-5B97653F27E3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7" name="Ellipse 1216">
                <a:extLst>
                  <a:ext uri="{FF2B5EF4-FFF2-40B4-BE49-F238E27FC236}">
                    <a16:creationId xmlns:a16="http://schemas.microsoft.com/office/drawing/2014/main" id="{FF3AD461-4E9F-3443-421B-D28606548579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8" name="Ellipse 1217">
                <a:extLst>
                  <a:ext uri="{FF2B5EF4-FFF2-40B4-BE49-F238E27FC236}">
                    <a16:creationId xmlns:a16="http://schemas.microsoft.com/office/drawing/2014/main" id="{4DF93F9D-0B03-E137-BDEF-4EFC7A7E781E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19" name="Ellipse 1218">
                <a:extLst>
                  <a:ext uri="{FF2B5EF4-FFF2-40B4-BE49-F238E27FC236}">
                    <a16:creationId xmlns:a16="http://schemas.microsoft.com/office/drawing/2014/main" id="{D107A634-6014-0696-2197-E2AB1999D81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0" name="Ellipse 1219">
                <a:extLst>
                  <a:ext uri="{FF2B5EF4-FFF2-40B4-BE49-F238E27FC236}">
                    <a16:creationId xmlns:a16="http://schemas.microsoft.com/office/drawing/2014/main" id="{9E0C5C20-8920-8585-B9BD-CE2AF0A6D80F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1" name="Ellipse 1220">
                <a:extLst>
                  <a:ext uri="{FF2B5EF4-FFF2-40B4-BE49-F238E27FC236}">
                    <a16:creationId xmlns:a16="http://schemas.microsoft.com/office/drawing/2014/main" id="{8F1FD299-5C15-E258-1126-02FB38F2802B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2" name="Ellipse 1221">
                <a:extLst>
                  <a:ext uri="{FF2B5EF4-FFF2-40B4-BE49-F238E27FC236}">
                    <a16:creationId xmlns:a16="http://schemas.microsoft.com/office/drawing/2014/main" id="{17AF84E5-3C65-42D1-64CF-C62622B32114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3" name="Ellipse 1222">
                <a:extLst>
                  <a:ext uri="{FF2B5EF4-FFF2-40B4-BE49-F238E27FC236}">
                    <a16:creationId xmlns:a16="http://schemas.microsoft.com/office/drawing/2014/main" id="{BF1F218E-CCB5-0A15-85FC-7D9AD00C250C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4" name="Ellipse 1223">
                <a:extLst>
                  <a:ext uri="{FF2B5EF4-FFF2-40B4-BE49-F238E27FC236}">
                    <a16:creationId xmlns:a16="http://schemas.microsoft.com/office/drawing/2014/main" id="{810D443A-6646-882C-A27D-4E359AF10C92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225" name="Gruppieren 1224">
              <a:extLst>
                <a:ext uri="{FF2B5EF4-FFF2-40B4-BE49-F238E27FC236}">
                  <a16:creationId xmlns:a16="http://schemas.microsoft.com/office/drawing/2014/main" id="{01E90418-66C8-C989-C1D6-272E201013F7}"/>
                </a:ext>
              </a:extLst>
            </p:cNvPr>
            <p:cNvGrpSpPr/>
            <p:nvPr/>
          </p:nvGrpSpPr>
          <p:grpSpPr>
            <a:xfrm rot="3026059">
              <a:off x="3921735" y="371991"/>
              <a:ext cx="4629584" cy="8978208"/>
              <a:chOff x="-324210" y="4706992"/>
              <a:chExt cx="4629584" cy="8978208"/>
            </a:xfrm>
          </p:grpSpPr>
          <p:sp>
            <p:nvSpPr>
              <p:cNvPr id="1226" name="Ellipse 1225">
                <a:extLst>
                  <a:ext uri="{FF2B5EF4-FFF2-40B4-BE49-F238E27FC236}">
                    <a16:creationId xmlns:a16="http://schemas.microsoft.com/office/drawing/2014/main" id="{9E2107EA-25DB-985C-6170-8E6F8311B94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7" name="Ellipse 1226">
                <a:extLst>
                  <a:ext uri="{FF2B5EF4-FFF2-40B4-BE49-F238E27FC236}">
                    <a16:creationId xmlns:a16="http://schemas.microsoft.com/office/drawing/2014/main" id="{99ADFC5B-65F2-0AB6-3DFD-42C59AD82264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8" name="Ellipse 1227">
                <a:extLst>
                  <a:ext uri="{FF2B5EF4-FFF2-40B4-BE49-F238E27FC236}">
                    <a16:creationId xmlns:a16="http://schemas.microsoft.com/office/drawing/2014/main" id="{416831FB-195E-3905-D226-F2700AE736D7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29" name="Ellipse 1228">
                <a:extLst>
                  <a:ext uri="{FF2B5EF4-FFF2-40B4-BE49-F238E27FC236}">
                    <a16:creationId xmlns:a16="http://schemas.microsoft.com/office/drawing/2014/main" id="{6852406F-C89D-209C-DE98-E6B8A04DF940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0" name="Ellipse 1229">
                <a:extLst>
                  <a:ext uri="{FF2B5EF4-FFF2-40B4-BE49-F238E27FC236}">
                    <a16:creationId xmlns:a16="http://schemas.microsoft.com/office/drawing/2014/main" id="{00518439-C6FA-1ADD-0262-673ED4FED732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1" name="Ellipse 1230">
                <a:extLst>
                  <a:ext uri="{FF2B5EF4-FFF2-40B4-BE49-F238E27FC236}">
                    <a16:creationId xmlns:a16="http://schemas.microsoft.com/office/drawing/2014/main" id="{34413179-AF13-6B84-0925-BDC87310A19A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2" name="Ellipse 1231">
                <a:extLst>
                  <a:ext uri="{FF2B5EF4-FFF2-40B4-BE49-F238E27FC236}">
                    <a16:creationId xmlns:a16="http://schemas.microsoft.com/office/drawing/2014/main" id="{0C82F5F7-E215-3A31-498E-1177C13D48A0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3" name="Ellipse 1232">
                <a:extLst>
                  <a:ext uri="{FF2B5EF4-FFF2-40B4-BE49-F238E27FC236}">
                    <a16:creationId xmlns:a16="http://schemas.microsoft.com/office/drawing/2014/main" id="{3E4C733A-4ECC-6C94-1EDD-44312C815031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4" name="Ellipse 1233">
                <a:extLst>
                  <a:ext uri="{FF2B5EF4-FFF2-40B4-BE49-F238E27FC236}">
                    <a16:creationId xmlns:a16="http://schemas.microsoft.com/office/drawing/2014/main" id="{ABEE2295-FC23-826F-6123-271B78CFC265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5" name="Ellipse 1234">
                <a:extLst>
                  <a:ext uri="{FF2B5EF4-FFF2-40B4-BE49-F238E27FC236}">
                    <a16:creationId xmlns:a16="http://schemas.microsoft.com/office/drawing/2014/main" id="{C1603B83-6A93-7CE4-37F2-DA52BF8D70D8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6" name="Ellipse 1235">
                <a:extLst>
                  <a:ext uri="{FF2B5EF4-FFF2-40B4-BE49-F238E27FC236}">
                    <a16:creationId xmlns:a16="http://schemas.microsoft.com/office/drawing/2014/main" id="{49454395-CE87-9C64-BE72-56CA6FD36C8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7" name="Ellipse 1236">
                <a:extLst>
                  <a:ext uri="{FF2B5EF4-FFF2-40B4-BE49-F238E27FC236}">
                    <a16:creationId xmlns:a16="http://schemas.microsoft.com/office/drawing/2014/main" id="{AEF2ABCD-9C10-4BA2-264A-D2C92FA1D71F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8" name="Ellipse 1237">
                <a:extLst>
                  <a:ext uri="{FF2B5EF4-FFF2-40B4-BE49-F238E27FC236}">
                    <a16:creationId xmlns:a16="http://schemas.microsoft.com/office/drawing/2014/main" id="{A868F52F-29A3-545D-4FBB-B668CAEFF6A0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39" name="Ellipse 1238">
                <a:extLst>
                  <a:ext uri="{FF2B5EF4-FFF2-40B4-BE49-F238E27FC236}">
                    <a16:creationId xmlns:a16="http://schemas.microsoft.com/office/drawing/2014/main" id="{96B8E56D-DA57-06FF-FE16-49A99CDADB08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0" name="Ellipse 1239">
                <a:extLst>
                  <a:ext uri="{FF2B5EF4-FFF2-40B4-BE49-F238E27FC236}">
                    <a16:creationId xmlns:a16="http://schemas.microsoft.com/office/drawing/2014/main" id="{A8C81F2E-976F-50A1-08F9-FB0ADB79EE63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1" name="Ellipse 1240">
                <a:extLst>
                  <a:ext uri="{FF2B5EF4-FFF2-40B4-BE49-F238E27FC236}">
                    <a16:creationId xmlns:a16="http://schemas.microsoft.com/office/drawing/2014/main" id="{246361DB-F80F-9209-712D-6E50B4478259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2" name="Ellipse 1241">
                <a:extLst>
                  <a:ext uri="{FF2B5EF4-FFF2-40B4-BE49-F238E27FC236}">
                    <a16:creationId xmlns:a16="http://schemas.microsoft.com/office/drawing/2014/main" id="{C1632C8C-8377-20F0-7D78-C38DF694BC46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3" name="Ellipse 1242">
                <a:extLst>
                  <a:ext uri="{FF2B5EF4-FFF2-40B4-BE49-F238E27FC236}">
                    <a16:creationId xmlns:a16="http://schemas.microsoft.com/office/drawing/2014/main" id="{CD36D385-C2AB-51A3-3EA2-9A8AA221E7AB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4" name="Ellipse 1243">
                <a:extLst>
                  <a:ext uri="{FF2B5EF4-FFF2-40B4-BE49-F238E27FC236}">
                    <a16:creationId xmlns:a16="http://schemas.microsoft.com/office/drawing/2014/main" id="{00D2BFF4-9FAA-DF88-B1DD-4B1671F22DB2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5" name="Ellipse 1244">
                <a:extLst>
                  <a:ext uri="{FF2B5EF4-FFF2-40B4-BE49-F238E27FC236}">
                    <a16:creationId xmlns:a16="http://schemas.microsoft.com/office/drawing/2014/main" id="{B5299542-7A1D-CF6F-F724-7AC8E62C0BCB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6" name="Ellipse 1245">
                <a:extLst>
                  <a:ext uri="{FF2B5EF4-FFF2-40B4-BE49-F238E27FC236}">
                    <a16:creationId xmlns:a16="http://schemas.microsoft.com/office/drawing/2014/main" id="{B0D10CFD-DF79-31D5-8452-EC6F85A8097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7" name="Ellipse 1246">
                <a:extLst>
                  <a:ext uri="{FF2B5EF4-FFF2-40B4-BE49-F238E27FC236}">
                    <a16:creationId xmlns:a16="http://schemas.microsoft.com/office/drawing/2014/main" id="{E6D6E992-1DC3-9A79-8437-C355E0EF8C1A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8" name="Ellipse 1247">
                <a:extLst>
                  <a:ext uri="{FF2B5EF4-FFF2-40B4-BE49-F238E27FC236}">
                    <a16:creationId xmlns:a16="http://schemas.microsoft.com/office/drawing/2014/main" id="{D0AE0DC1-DF93-CC4E-B01F-357F16CE7C4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49" name="Ellipse 1248">
                <a:extLst>
                  <a:ext uri="{FF2B5EF4-FFF2-40B4-BE49-F238E27FC236}">
                    <a16:creationId xmlns:a16="http://schemas.microsoft.com/office/drawing/2014/main" id="{3E78A7F6-F288-BA46-DB12-4BDB66B97DD1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0" name="Ellipse 1249">
                <a:extLst>
                  <a:ext uri="{FF2B5EF4-FFF2-40B4-BE49-F238E27FC236}">
                    <a16:creationId xmlns:a16="http://schemas.microsoft.com/office/drawing/2014/main" id="{B65FC50B-1631-8034-4848-9A252C8AEC79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1" name="Ellipse 1250">
                <a:extLst>
                  <a:ext uri="{FF2B5EF4-FFF2-40B4-BE49-F238E27FC236}">
                    <a16:creationId xmlns:a16="http://schemas.microsoft.com/office/drawing/2014/main" id="{6DFC7E52-3658-7056-3636-D76FB3E88058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2" name="Ellipse 1251">
                <a:extLst>
                  <a:ext uri="{FF2B5EF4-FFF2-40B4-BE49-F238E27FC236}">
                    <a16:creationId xmlns:a16="http://schemas.microsoft.com/office/drawing/2014/main" id="{7864C393-2D97-E481-8D8A-AB8614B2B206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3" name="Ellipse 1252">
                <a:extLst>
                  <a:ext uri="{FF2B5EF4-FFF2-40B4-BE49-F238E27FC236}">
                    <a16:creationId xmlns:a16="http://schemas.microsoft.com/office/drawing/2014/main" id="{B7ED5438-D492-6709-AC5D-A817C2E8D0A4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4" name="Ellipse 1373">
                <a:extLst>
                  <a:ext uri="{FF2B5EF4-FFF2-40B4-BE49-F238E27FC236}">
                    <a16:creationId xmlns:a16="http://schemas.microsoft.com/office/drawing/2014/main" id="{6F9B3A66-ABA9-DA85-840F-CBE71502A0FA}"/>
                  </a:ext>
                </a:extLst>
              </p:cNvPr>
              <p:cNvSpPr/>
              <p:nvPr/>
            </p:nvSpPr>
            <p:spPr>
              <a:xfrm rot="9412871">
                <a:off x="1282280" y="1232767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5" name="Ellipse 1374">
                <a:extLst>
                  <a:ext uri="{FF2B5EF4-FFF2-40B4-BE49-F238E27FC236}">
                    <a16:creationId xmlns:a16="http://schemas.microsoft.com/office/drawing/2014/main" id="{54DE4A9C-43A3-8CB9-FEF0-9CA772A25F8A}"/>
                  </a:ext>
                </a:extLst>
              </p:cNvPr>
              <p:cNvSpPr/>
              <p:nvPr/>
            </p:nvSpPr>
            <p:spPr>
              <a:xfrm rot="9412871">
                <a:off x="776657" y="1303750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254" name="Gruppieren 1253">
              <a:extLst>
                <a:ext uri="{FF2B5EF4-FFF2-40B4-BE49-F238E27FC236}">
                  <a16:creationId xmlns:a16="http://schemas.microsoft.com/office/drawing/2014/main" id="{80D4F82A-9E8E-4BB7-0160-446174CDD45E}"/>
                </a:ext>
              </a:extLst>
            </p:cNvPr>
            <p:cNvGrpSpPr/>
            <p:nvPr/>
          </p:nvGrpSpPr>
          <p:grpSpPr>
            <a:xfrm rot="7381579">
              <a:off x="6966539" y="-293633"/>
              <a:ext cx="4629584" cy="2788981"/>
              <a:chOff x="-324210" y="4706992"/>
              <a:chExt cx="4629584" cy="2788981"/>
            </a:xfrm>
          </p:grpSpPr>
          <p:sp>
            <p:nvSpPr>
              <p:cNvPr id="1255" name="Ellipse 1254">
                <a:extLst>
                  <a:ext uri="{FF2B5EF4-FFF2-40B4-BE49-F238E27FC236}">
                    <a16:creationId xmlns:a16="http://schemas.microsoft.com/office/drawing/2014/main" id="{77B16FFF-DC2C-F702-A274-6AD9B0ACECEE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6" name="Ellipse 1255">
                <a:extLst>
                  <a:ext uri="{FF2B5EF4-FFF2-40B4-BE49-F238E27FC236}">
                    <a16:creationId xmlns:a16="http://schemas.microsoft.com/office/drawing/2014/main" id="{7A668493-21F6-DEFF-5AC2-0C860AFD5963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7" name="Ellipse 1256">
                <a:extLst>
                  <a:ext uri="{FF2B5EF4-FFF2-40B4-BE49-F238E27FC236}">
                    <a16:creationId xmlns:a16="http://schemas.microsoft.com/office/drawing/2014/main" id="{C3F50A1E-B7BB-49C8-C8F5-95E306CAF5C2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8" name="Ellipse 1257">
                <a:extLst>
                  <a:ext uri="{FF2B5EF4-FFF2-40B4-BE49-F238E27FC236}">
                    <a16:creationId xmlns:a16="http://schemas.microsoft.com/office/drawing/2014/main" id="{CE0FBDDA-C931-DD90-51FA-9FD9ABD5A656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59" name="Ellipse 1258">
                <a:extLst>
                  <a:ext uri="{FF2B5EF4-FFF2-40B4-BE49-F238E27FC236}">
                    <a16:creationId xmlns:a16="http://schemas.microsoft.com/office/drawing/2014/main" id="{0A7910F7-A18C-1F2E-0828-83BC94CEAF37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0" name="Ellipse 1259">
                <a:extLst>
                  <a:ext uri="{FF2B5EF4-FFF2-40B4-BE49-F238E27FC236}">
                    <a16:creationId xmlns:a16="http://schemas.microsoft.com/office/drawing/2014/main" id="{E3E0649C-47F0-D93F-F6AA-643CD9A42756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1" name="Ellipse 1260">
                <a:extLst>
                  <a:ext uri="{FF2B5EF4-FFF2-40B4-BE49-F238E27FC236}">
                    <a16:creationId xmlns:a16="http://schemas.microsoft.com/office/drawing/2014/main" id="{E857FE26-EDA1-4450-BB5F-C4CD622A9085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2" name="Ellipse 1261">
                <a:extLst>
                  <a:ext uri="{FF2B5EF4-FFF2-40B4-BE49-F238E27FC236}">
                    <a16:creationId xmlns:a16="http://schemas.microsoft.com/office/drawing/2014/main" id="{A8C122BD-EA46-DA60-3BEA-6F9BD18F4C04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3" name="Ellipse 1262">
                <a:extLst>
                  <a:ext uri="{FF2B5EF4-FFF2-40B4-BE49-F238E27FC236}">
                    <a16:creationId xmlns:a16="http://schemas.microsoft.com/office/drawing/2014/main" id="{9C2946B8-E8F4-DC82-380A-0A888BCC7495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4" name="Ellipse 1263">
                <a:extLst>
                  <a:ext uri="{FF2B5EF4-FFF2-40B4-BE49-F238E27FC236}">
                    <a16:creationId xmlns:a16="http://schemas.microsoft.com/office/drawing/2014/main" id="{8FCD0A4C-FFBA-B83C-E426-3D044F861023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5" name="Ellipse 1264">
                <a:extLst>
                  <a:ext uri="{FF2B5EF4-FFF2-40B4-BE49-F238E27FC236}">
                    <a16:creationId xmlns:a16="http://schemas.microsoft.com/office/drawing/2014/main" id="{2A21252C-B1E8-8387-F578-FC2D3C391A53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6" name="Ellipse 1265">
                <a:extLst>
                  <a:ext uri="{FF2B5EF4-FFF2-40B4-BE49-F238E27FC236}">
                    <a16:creationId xmlns:a16="http://schemas.microsoft.com/office/drawing/2014/main" id="{5B33E4AE-4125-2E9C-9C42-D7DFEA620CCA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7" name="Ellipse 1266">
                <a:extLst>
                  <a:ext uri="{FF2B5EF4-FFF2-40B4-BE49-F238E27FC236}">
                    <a16:creationId xmlns:a16="http://schemas.microsoft.com/office/drawing/2014/main" id="{E5A3CD78-B906-FAC7-957C-473BE2693C3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8" name="Ellipse 1267">
                <a:extLst>
                  <a:ext uri="{FF2B5EF4-FFF2-40B4-BE49-F238E27FC236}">
                    <a16:creationId xmlns:a16="http://schemas.microsoft.com/office/drawing/2014/main" id="{B8C45960-DC6F-0AC0-313C-895739EA6FD4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69" name="Ellipse 1268">
                <a:extLst>
                  <a:ext uri="{FF2B5EF4-FFF2-40B4-BE49-F238E27FC236}">
                    <a16:creationId xmlns:a16="http://schemas.microsoft.com/office/drawing/2014/main" id="{667BA57A-D37A-48AD-4539-85FF467FDA02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0" name="Ellipse 1269">
                <a:extLst>
                  <a:ext uri="{FF2B5EF4-FFF2-40B4-BE49-F238E27FC236}">
                    <a16:creationId xmlns:a16="http://schemas.microsoft.com/office/drawing/2014/main" id="{174B2891-6484-DF4C-8385-92C75A450BEA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1" name="Ellipse 1270">
                <a:extLst>
                  <a:ext uri="{FF2B5EF4-FFF2-40B4-BE49-F238E27FC236}">
                    <a16:creationId xmlns:a16="http://schemas.microsoft.com/office/drawing/2014/main" id="{B36EBE3B-EE5A-9860-4B67-858736535AC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2" name="Ellipse 1271">
                <a:extLst>
                  <a:ext uri="{FF2B5EF4-FFF2-40B4-BE49-F238E27FC236}">
                    <a16:creationId xmlns:a16="http://schemas.microsoft.com/office/drawing/2014/main" id="{DB3DCF40-007B-540C-CC6B-AF46E691C362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3" name="Ellipse 1272">
                <a:extLst>
                  <a:ext uri="{FF2B5EF4-FFF2-40B4-BE49-F238E27FC236}">
                    <a16:creationId xmlns:a16="http://schemas.microsoft.com/office/drawing/2014/main" id="{006367DE-C09F-7B76-C38C-C5F00998116B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4" name="Ellipse 1273">
                <a:extLst>
                  <a:ext uri="{FF2B5EF4-FFF2-40B4-BE49-F238E27FC236}">
                    <a16:creationId xmlns:a16="http://schemas.microsoft.com/office/drawing/2014/main" id="{66C1BB0F-E850-99D1-1C3C-84A8C07952FF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5" name="Ellipse 1274">
                <a:extLst>
                  <a:ext uri="{FF2B5EF4-FFF2-40B4-BE49-F238E27FC236}">
                    <a16:creationId xmlns:a16="http://schemas.microsoft.com/office/drawing/2014/main" id="{E8A52226-CCC7-5A09-0FEF-BFD429A8D63E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6" name="Ellipse 1275">
                <a:extLst>
                  <a:ext uri="{FF2B5EF4-FFF2-40B4-BE49-F238E27FC236}">
                    <a16:creationId xmlns:a16="http://schemas.microsoft.com/office/drawing/2014/main" id="{5B345364-2E5F-3DB0-014C-4660EA8C45B7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7" name="Ellipse 1276">
                <a:extLst>
                  <a:ext uri="{FF2B5EF4-FFF2-40B4-BE49-F238E27FC236}">
                    <a16:creationId xmlns:a16="http://schemas.microsoft.com/office/drawing/2014/main" id="{CA10E804-FE7F-8AA8-C132-E7B0AB9DAF15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8" name="Ellipse 1277">
                <a:extLst>
                  <a:ext uri="{FF2B5EF4-FFF2-40B4-BE49-F238E27FC236}">
                    <a16:creationId xmlns:a16="http://schemas.microsoft.com/office/drawing/2014/main" id="{F212C6F6-9492-1497-1591-4F29618E809B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79" name="Ellipse 1278">
                <a:extLst>
                  <a:ext uri="{FF2B5EF4-FFF2-40B4-BE49-F238E27FC236}">
                    <a16:creationId xmlns:a16="http://schemas.microsoft.com/office/drawing/2014/main" id="{63F5EC56-C7AB-A7AB-0C78-0AFBCBA6E0A9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0" name="Ellipse 1279">
                <a:extLst>
                  <a:ext uri="{FF2B5EF4-FFF2-40B4-BE49-F238E27FC236}">
                    <a16:creationId xmlns:a16="http://schemas.microsoft.com/office/drawing/2014/main" id="{E1D91AC3-6CD5-2C96-7D61-4DD69E022134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1" name="Ellipse 1280">
                <a:extLst>
                  <a:ext uri="{FF2B5EF4-FFF2-40B4-BE49-F238E27FC236}">
                    <a16:creationId xmlns:a16="http://schemas.microsoft.com/office/drawing/2014/main" id="{810B3C8B-9CC5-9C2C-5D94-499FB3BAF98F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2" name="Ellipse 1281">
                <a:extLst>
                  <a:ext uri="{FF2B5EF4-FFF2-40B4-BE49-F238E27FC236}">
                    <a16:creationId xmlns:a16="http://schemas.microsoft.com/office/drawing/2014/main" id="{95C4823A-E4E6-B32A-80A4-2CD85419198B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283" name="Gruppieren 1282">
              <a:extLst>
                <a:ext uri="{FF2B5EF4-FFF2-40B4-BE49-F238E27FC236}">
                  <a16:creationId xmlns:a16="http://schemas.microsoft.com/office/drawing/2014/main" id="{3485E1C7-E584-DFCC-8001-7573C136FAE0}"/>
                </a:ext>
              </a:extLst>
            </p:cNvPr>
            <p:cNvGrpSpPr/>
            <p:nvPr/>
          </p:nvGrpSpPr>
          <p:grpSpPr>
            <a:xfrm rot="7381579">
              <a:off x="7710457" y="186814"/>
              <a:ext cx="4629584" cy="2788981"/>
              <a:chOff x="-324210" y="4706992"/>
              <a:chExt cx="4629584" cy="2788981"/>
            </a:xfrm>
          </p:grpSpPr>
          <p:sp>
            <p:nvSpPr>
              <p:cNvPr id="1284" name="Ellipse 1283">
                <a:extLst>
                  <a:ext uri="{FF2B5EF4-FFF2-40B4-BE49-F238E27FC236}">
                    <a16:creationId xmlns:a16="http://schemas.microsoft.com/office/drawing/2014/main" id="{CBCC3DF0-FB6D-7E8B-1B58-798BF317EF4B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5" name="Ellipse 1284">
                <a:extLst>
                  <a:ext uri="{FF2B5EF4-FFF2-40B4-BE49-F238E27FC236}">
                    <a16:creationId xmlns:a16="http://schemas.microsoft.com/office/drawing/2014/main" id="{4907F066-AFF2-E553-6F60-E92D1AD75B58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6" name="Ellipse 1285">
                <a:extLst>
                  <a:ext uri="{FF2B5EF4-FFF2-40B4-BE49-F238E27FC236}">
                    <a16:creationId xmlns:a16="http://schemas.microsoft.com/office/drawing/2014/main" id="{42512162-FBEF-4DF3-480E-08945F547167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7" name="Ellipse 1286">
                <a:extLst>
                  <a:ext uri="{FF2B5EF4-FFF2-40B4-BE49-F238E27FC236}">
                    <a16:creationId xmlns:a16="http://schemas.microsoft.com/office/drawing/2014/main" id="{3402C45E-C5AB-3933-1420-FA74BA0A73F8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8" name="Ellipse 1287">
                <a:extLst>
                  <a:ext uri="{FF2B5EF4-FFF2-40B4-BE49-F238E27FC236}">
                    <a16:creationId xmlns:a16="http://schemas.microsoft.com/office/drawing/2014/main" id="{BEF4F10F-9275-0CC4-1457-27D83FBEE859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89" name="Ellipse 1288">
                <a:extLst>
                  <a:ext uri="{FF2B5EF4-FFF2-40B4-BE49-F238E27FC236}">
                    <a16:creationId xmlns:a16="http://schemas.microsoft.com/office/drawing/2014/main" id="{D1C776C4-1BF6-88EC-5378-E93AC604FFCC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0" name="Ellipse 1289">
                <a:extLst>
                  <a:ext uri="{FF2B5EF4-FFF2-40B4-BE49-F238E27FC236}">
                    <a16:creationId xmlns:a16="http://schemas.microsoft.com/office/drawing/2014/main" id="{6ED51F62-5399-BED6-5A8F-D86A8343E258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1" name="Ellipse 1290">
                <a:extLst>
                  <a:ext uri="{FF2B5EF4-FFF2-40B4-BE49-F238E27FC236}">
                    <a16:creationId xmlns:a16="http://schemas.microsoft.com/office/drawing/2014/main" id="{F2C82DF3-E19E-ECD2-3E33-F07844D913FE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2" name="Ellipse 1291">
                <a:extLst>
                  <a:ext uri="{FF2B5EF4-FFF2-40B4-BE49-F238E27FC236}">
                    <a16:creationId xmlns:a16="http://schemas.microsoft.com/office/drawing/2014/main" id="{9694039A-D67E-AD1D-0B87-929869F17B4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3" name="Ellipse 1292">
                <a:extLst>
                  <a:ext uri="{FF2B5EF4-FFF2-40B4-BE49-F238E27FC236}">
                    <a16:creationId xmlns:a16="http://schemas.microsoft.com/office/drawing/2014/main" id="{6EAA5C75-DB5D-17E9-F60C-6F8E12C4BD23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4" name="Ellipse 1293">
                <a:extLst>
                  <a:ext uri="{FF2B5EF4-FFF2-40B4-BE49-F238E27FC236}">
                    <a16:creationId xmlns:a16="http://schemas.microsoft.com/office/drawing/2014/main" id="{E609B980-94C6-1FC1-1DE9-DB7D7A46A79D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5" name="Ellipse 1294">
                <a:extLst>
                  <a:ext uri="{FF2B5EF4-FFF2-40B4-BE49-F238E27FC236}">
                    <a16:creationId xmlns:a16="http://schemas.microsoft.com/office/drawing/2014/main" id="{C8A0975F-3EC9-9B95-D922-9248700DD7D8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6" name="Ellipse 1295">
                <a:extLst>
                  <a:ext uri="{FF2B5EF4-FFF2-40B4-BE49-F238E27FC236}">
                    <a16:creationId xmlns:a16="http://schemas.microsoft.com/office/drawing/2014/main" id="{9ECBBDB6-E443-8A43-4B33-1D161466CBCF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7" name="Ellipse 1296">
                <a:extLst>
                  <a:ext uri="{FF2B5EF4-FFF2-40B4-BE49-F238E27FC236}">
                    <a16:creationId xmlns:a16="http://schemas.microsoft.com/office/drawing/2014/main" id="{0B948D8E-2B0F-BD32-7604-6DEF1DEE6973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8" name="Ellipse 1297">
                <a:extLst>
                  <a:ext uri="{FF2B5EF4-FFF2-40B4-BE49-F238E27FC236}">
                    <a16:creationId xmlns:a16="http://schemas.microsoft.com/office/drawing/2014/main" id="{4DBEF6EF-D32D-F972-FDF8-DCBFE4CDFEC3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299" name="Ellipse 1298">
                <a:extLst>
                  <a:ext uri="{FF2B5EF4-FFF2-40B4-BE49-F238E27FC236}">
                    <a16:creationId xmlns:a16="http://schemas.microsoft.com/office/drawing/2014/main" id="{D4AB80D0-E1B3-D97C-E314-B1F442183549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0" name="Ellipse 1299">
                <a:extLst>
                  <a:ext uri="{FF2B5EF4-FFF2-40B4-BE49-F238E27FC236}">
                    <a16:creationId xmlns:a16="http://schemas.microsoft.com/office/drawing/2014/main" id="{7A827AD5-CDFD-8D40-51D6-6C4F26AFA0E3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1" name="Ellipse 1300">
                <a:extLst>
                  <a:ext uri="{FF2B5EF4-FFF2-40B4-BE49-F238E27FC236}">
                    <a16:creationId xmlns:a16="http://schemas.microsoft.com/office/drawing/2014/main" id="{B853B989-85AE-FB1D-4817-97B39F741445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2" name="Ellipse 1301">
                <a:extLst>
                  <a:ext uri="{FF2B5EF4-FFF2-40B4-BE49-F238E27FC236}">
                    <a16:creationId xmlns:a16="http://schemas.microsoft.com/office/drawing/2014/main" id="{51E7E478-9DA6-CA74-46C9-01702A09FB8B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3" name="Ellipse 1302">
                <a:extLst>
                  <a:ext uri="{FF2B5EF4-FFF2-40B4-BE49-F238E27FC236}">
                    <a16:creationId xmlns:a16="http://schemas.microsoft.com/office/drawing/2014/main" id="{DED6A2FB-9CBA-E11C-101A-6DAE45D05A92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4" name="Ellipse 1303">
                <a:extLst>
                  <a:ext uri="{FF2B5EF4-FFF2-40B4-BE49-F238E27FC236}">
                    <a16:creationId xmlns:a16="http://schemas.microsoft.com/office/drawing/2014/main" id="{F00E6E24-2C85-8F1B-952B-5FC9C5063ED2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5" name="Ellipse 1304">
                <a:extLst>
                  <a:ext uri="{FF2B5EF4-FFF2-40B4-BE49-F238E27FC236}">
                    <a16:creationId xmlns:a16="http://schemas.microsoft.com/office/drawing/2014/main" id="{B8AAAAF0-DE9A-7B86-D787-2889967F0F7B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6" name="Ellipse 1305">
                <a:extLst>
                  <a:ext uri="{FF2B5EF4-FFF2-40B4-BE49-F238E27FC236}">
                    <a16:creationId xmlns:a16="http://schemas.microsoft.com/office/drawing/2014/main" id="{27270A19-D0B8-2301-C770-399733413FE0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7" name="Ellipse 1306">
                <a:extLst>
                  <a:ext uri="{FF2B5EF4-FFF2-40B4-BE49-F238E27FC236}">
                    <a16:creationId xmlns:a16="http://schemas.microsoft.com/office/drawing/2014/main" id="{E234C17B-D552-5556-825F-85F74570987D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8" name="Ellipse 1307">
                <a:extLst>
                  <a:ext uri="{FF2B5EF4-FFF2-40B4-BE49-F238E27FC236}">
                    <a16:creationId xmlns:a16="http://schemas.microsoft.com/office/drawing/2014/main" id="{1352685A-722D-FFCB-7D39-F57D2368071E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09" name="Ellipse 1308">
                <a:extLst>
                  <a:ext uri="{FF2B5EF4-FFF2-40B4-BE49-F238E27FC236}">
                    <a16:creationId xmlns:a16="http://schemas.microsoft.com/office/drawing/2014/main" id="{4E491912-3412-F3AD-14A9-2706FF394E33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0" name="Ellipse 1309">
                <a:extLst>
                  <a:ext uri="{FF2B5EF4-FFF2-40B4-BE49-F238E27FC236}">
                    <a16:creationId xmlns:a16="http://schemas.microsoft.com/office/drawing/2014/main" id="{125B72B1-D53F-3EAA-AAC1-A9651FB3AEF2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1" name="Ellipse 1310">
                <a:extLst>
                  <a:ext uri="{FF2B5EF4-FFF2-40B4-BE49-F238E27FC236}">
                    <a16:creationId xmlns:a16="http://schemas.microsoft.com/office/drawing/2014/main" id="{116296BA-5983-7238-5631-1A8087546A8A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312" name="Gruppieren 1311">
              <a:extLst>
                <a:ext uri="{FF2B5EF4-FFF2-40B4-BE49-F238E27FC236}">
                  <a16:creationId xmlns:a16="http://schemas.microsoft.com/office/drawing/2014/main" id="{FE5E64B8-9078-AA6C-AEBB-27C91C3FDDDE}"/>
                </a:ext>
              </a:extLst>
            </p:cNvPr>
            <p:cNvGrpSpPr/>
            <p:nvPr/>
          </p:nvGrpSpPr>
          <p:grpSpPr>
            <a:xfrm rot="3370345">
              <a:off x="7704358" y="-1666049"/>
              <a:ext cx="4901136" cy="4288067"/>
              <a:chOff x="-1076995" y="5010814"/>
              <a:chExt cx="4901136" cy="4288067"/>
            </a:xfrm>
          </p:grpSpPr>
          <p:sp>
            <p:nvSpPr>
              <p:cNvPr id="1313" name="Ellipse 1312">
                <a:extLst>
                  <a:ext uri="{FF2B5EF4-FFF2-40B4-BE49-F238E27FC236}">
                    <a16:creationId xmlns:a16="http://schemas.microsoft.com/office/drawing/2014/main" id="{D220CE90-8E06-3F9F-F095-E27394E49921}"/>
                  </a:ext>
                </a:extLst>
              </p:cNvPr>
              <p:cNvSpPr/>
              <p:nvPr/>
            </p:nvSpPr>
            <p:spPr>
              <a:xfrm rot="9412871">
                <a:off x="-414794" y="771020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4" name="Ellipse 1313">
                <a:extLst>
                  <a:ext uri="{FF2B5EF4-FFF2-40B4-BE49-F238E27FC236}">
                    <a16:creationId xmlns:a16="http://schemas.microsoft.com/office/drawing/2014/main" id="{ABE475CD-C614-CC00-27EA-DACEDE65B353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5" name="Ellipse 1314">
                <a:extLst>
                  <a:ext uri="{FF2B5EF4-FFF2-40B4-BE49-F238E27FC236}">
                    <a16:creationId xmlns:a16="http://schemas.microsoft.com/office/drawing/2014/main" id="{9CB048DA-2065-9C38-2B5D-E741C39E0AED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6" name="Ellipse 1315">
                <a:extLst>
                  <a:ext uri="{FF2B5EF4-FFF2-40B4-BE49-F238E27FC236}">
                    <a16:creationId xmlns:a16="http://schemas.microsoft.com/office/drawing/2014/main" id="{0E6B6C8A-3977-DDB5-F4AB-9795CEE7D166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7" name="Ellipse 1316">
                <a:extLst>
                  <a:ext uri="{FF2B5EF4-FFF2-40B4-BE49-F238E27FC236}">
                    <a16:creationId xmlns:a16="http://schemas.microsoft.com/office/drawing/2014/main" id="{AA8646E0-9A3E-8F46-022D-281B83391661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8" name="Ellipse 1317">
                <a:extLst>
                  <a:ext uri="{FF2B5EF4-FFF2-40B4-BE49-F238E27FC236}">
                    <a16:creationId xmlns:a16="http://schemas.microsoft.com/office/drawing/2014/main" id="{5FCB1EF4-89E0-E216-3845-7AC029B04C2B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19" name="Ellipse 1318">
                <a:extLst>
                  <a:ext uri="{FF2B5EF4-FFF2-40B4-BE49-F238E27FC236}">
                    <a16:creationId xmlns:a16="http://schemas.microsoft.com/office/drawing/2014/main" id="{46A32722-A2A7-7E74-C388-C9C2750AD278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0" name="Ellipse 1319">
                <a:extLst>
                  <a:ext uri="{FF2B5EF4-FFF2-40B4-BE49-F238E27FC236}">
                    <a16:creationId xmlns:a16="http://schemas.microsoft.com/office/drawing/2014/main" id="{4508DEAF-3BDA-4261-0B7F-C75F036BF95F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1" name="Ellipse 1320">
                <a:extLst>
                  <a:ext uri="{FF2B5EF4-FFF2-40B4-BE49-F238E27FC236}">
                    <a16:creationId xmlns:a16="http://schemas.microsoft.com/office/drawing/2014/main" id="{CEB7E4F2-6C21-6449-E5F1-F522A51E9BCA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2" name="Ellipse 1321">
                <a:extLst>
                  <a:ext uri="{FF2B5EF4-FFF2-40B4-BE49-F238E27FC236}">
                    <a16:creationId xmlns:a16="http://schemas.microsoft.com/office/drawing/2014/main" id="{1CD441C4-E362-4F9B-54C0-6359480ABC9B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3" name="Ellipse 1322">
                <a:extLst>
                  <a:ext uri="{FF2B5EF4-FFF2-40B4-BE49-F238E27FC236}">
                    <a16:creationId xmlns:a16="http://schemas.microsoft.com/office/drawing/2014/main" id="{DD623563-4967-8ACA-C1E9-2D41C43138FB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4" name="Ellipse 1323">
                <a:extLst>
                  <a:ext uri="{FF2B5EF4-FFF2-40B4-BE49-F238E27FC236}">
                    <a16:creationId xmlns:a16="http://schemas.microsoft.com/office/drawing/2014/main" id="{3C3A2D16-ACB4-4227-F712-31FC0B32D837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5" name="Ellipse 1324">
                <a:extLst>
                  <a:ext uri="{FF2B5EF4-FFF2-40B4-BE49-F238E27FC236}">
                    <a16:creationId xmlns:a16="http://schemas.microsoft.com/office/drawing/2014/main" id="{3BCC0B2C-4325-2258-6508-980BC7D58AF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6" name="Ellipse 1325">
                <a:extLst>
                  <a:ext uri="{FF2B5EF4-FFF2-40B4-BE49-F238E27FC236}">
                    <a16:creationId xmlns:a16="http://schemas.microsoft.com/office/drawing/2014/main" id="{8B36C33D-55F4-7FAD-D46F-96A5F96E109F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7" name="Ellipse 1326">
                <a:extLst>
                  <a:ext uri="{FF2B5EF4-FFF2-40B4-BE49-F238E27FC236}">
                    <a16:creationId xmlns:a16="http://schemas.microsoft.com/office/drawing/2014/main" id="{36DC7026-C1B1-F544-27CD-A512159ED2A6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8" name="Ellipse 1327">
                <a:extLst>
                  <a:ext uri="{FF2B5EF4-FFF2-40B4-BE49-F238E27FC236}">
                    <a16:creationId xmlns:a16="http://schemas.microsoft.com/office/drawing/2014/main" id="{421F20AF-0C40-B880-6A21-D5995E8BA91F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29" name="Ellipse 1328">
                <a:extLst>
                  <a:ext uri="{FF2B5EF4-FFF2-40B4-BE49-F238E27FC236}">
                    <a16:creationId xmlns:a16="http://schemas.microsoft.com/office/drawing/2014/main" id="{75C7892B-66F8-69B5-69D1-C476548513E0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0" name="Ellipse 1329">
                <a:extLst>
                  <a:ext uri="{FF2B5EF4-FFF2-40B4-BE49-F238E27FC236}">
                    <a16:creationId xmlns:a16="http://schemas.microsoft.com/office/drawing/2014/main" id="{A06DB333-8AC1-EA21-B7D0-497FC7673BC3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1" name="Ellipse 1330">
                <a:extLst>
                  <a:ext uri="{FF2B5EF4-FFF2-40B4-BE49-F238E27FC236}">
                    <a16:creationId xmlns:a16="http://schemas.microsoft.com/office/drawing/2014/main" id="{79532885-5F95-7EC7-DFE9-A4042BBFA4CD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2" name="Ellipse 1331">
                <a:extLst>
                  <a:ext uri="{FF2B5EF4-FFF2-40B4-BE49-F238E27FC236}">
                    <a16:creationId xmlns:a16="http://schemas.microsoft.com/office/drawing/2014/main" id="{995B22E2-CE89-4BF2-4D35-08D0AE8607CC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3" name="Ellipse 1332">
                <a:extLst>
                  <a:ext uri="{FF2B5EF4-FFF2-40B4-BE49-F238E27FC236}">
                    <a16:creationId xmlns:a16="http://schemas.microsoft.com/office/drawing/2014/main" id="{692D3C6A-AD91-239D-229E-5B19C8648D85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4" name="Ellipse 1333">
                <a:extLst>
                  <a:ext uri="{FF2B5EF4-FFF2-40B4-BE49-F238E27FC236}">
                    <a16:creationId xmlns:a16="http://schemas.microsoft.com/office/drawing/2014/main" id="{891B0F32-0FDC-D189-C105-6FE3771F08E8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5" name="Ellipse 1334">
                <a:extLst>
                  <a:ext uri="{FF2B5EF4-FFF2-40B4-BE49-F238E27FC236}">
                    <a16:creationId xmlns:a16="http://schemas.microsoft.com/office/drawing/2014/main" id="{109CA2AB-1B53-B788-C53D-BD06E3F5567F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6" name="Ellipse 1335">
                <a:extLst>
                  <a:ext uri="{FF2B5EF4-FFF2-40B4-BE49-F238E27FC236}">
                    <a16:creationId xmlns:a16="http://schemas.microsoft.com/office/drawing/2014/main" id="{B23E22F0-098E-E8AD-C0CF-44DAEF4C1636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7" name="Ellipse 1336">
                <a:extLst>
                  <a:ext uri="{FF2B5EF4-FFF2-40B4-BE49-F238E27FC236}">
                    <a16:creationId xmlns:a16="http://schemas.microsoft.com/office/drawing/2014/main" id="{727F523B-EC65-3B80-769F-704922048BAD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8" name="Ellipse 1337">
                <a:extLst>
                  <a:ext uri="{FF2B5EF4-FFF2-40B4-BE49-F238E27FC236}">
                    <a16:creationId xmlns:a16="http://schemas.microsoft.com/office/drawing/2014/main" id="{D2AB2F7C-225D-04FB-274B-57EA15D59AAF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39" name="Ellipse 1338">
                <a:extLst>
                  <a:ext uri="{FF2B5EF4-FFF2-40B4-BE49-F238E27FC236}">
                    <a16:creationId xmlns:a16="http://schemas.microsoft.com/office/drawing/2014/main" id="{5706F696-C2E8-E5C2-932F-D76E8D724AF6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0" name="Ellipse 1339">
                <a:extLst>
                  <a:ext uri="{FF2B5EF4-FFF2-40B4-BE49-F238E27FC236}">
                    <a16:creationId xmlns:a16="http://schemas.microsoft.com/office/drawing/2014/main" id="{2F93D4CA-F818-4FB4-DBC7-A5B33E18BDA0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0" name="Ellipse 669">
                <a:extLst>
                  <a:ext uri="{FF2B5EF4-FFF2-40B4-BE49-F238E27FC236}">
                    <a16:creationId xmlns:a16="http://schemas.microsoft.com/office/drawing/2014/main" id="{5F74CF56-81E4-3447-07B2-05109D6DB988}"/>
                  </a:ext>
                </a:extLst>
              </p:cNvPr>
              <p:cNvSpPr/>
              <p:nvPr/>
            </p:nvSpPr>
            <p:spPr>
              <a:xfrm rot="9412871">
                <a:off x="-147972" y="734528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73" name="Ellipse 1372">
                <a:extLst>
                  <a:ext uri="{FF2B5EF4-FFF2-40B4-BE49-F238E27FC236}">
                    <a16:creationId xmlns:a16="http://schemas.microsoft.com/office/drawing/2014/main" id="{B2086976-D57E-A1C3-BCF8-251D170EF53F}"/>
                  </a:ext>
                </a:extLst>
              </p:cNvPr>
              <p:cNvSpPr/>
              <p:nvPr/>
            </p:nvSpPr>
            <p:spPr>
              <a:xfrm rot="9412871">
                <a:off x="-1076995" y="86511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341" name="Gruppieren 1340">
              <a:extLst>
                <a:ext uri="{FF2B5EF4-FFF2-40B4-BE49-F238E27FC236}">
                  <a16:creationId xmlns:a16="http://schemas.microsoft.com/office/drawing/2014/main" id="{334F2B90-C961-87BF-D810-8C303287E85B}"/>
                </a:ext>
              </a:extLst>
            </p:cNvPr>
            <p:cNvGrpSpPr/>
            <p:nvPr/>
          </p:nvGrpSpPr>
          <p:grpSpPr>
            <a:xfrm rot="3370345">
              <a:off x="9988567" y="-1703272"/>
              <a:ext cx="4629584" cy="2788981"/>
              <a:chOff x="-324210" y="4706992"/>
              <a:chExt cx="4629584" cy="2788981"/>
            </a:xfrm>
          </p:grpSpPr>
          <p:sp>
            <p:nvSpPr>
              <p:cNvPr id="1342" name="Ellipse 1341">
                <a:extLst>
                  <a:ext uri="{FF2B5EF4-FFF2-40B4-BE49-F238E27FC236}">
                    <a16:creationId xmlns:a16="http://schemas.microsoft.com/office/drawing/2014/main" id="{AD12DF2D-998B-85B5-96D8-04232C08CD2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3" name="Ellipse 1342">
                <a:extLst>
                  <a:ext uri="{FF2B5EF4-FFF2-40B4-BE49-F238E27FC236}">
                    <a16:creationId xmlns:a16="http://schemas.microsoft.com/office/drawing/2014/main" id="{ABDAA625-9DFF-9F1C-E82D-35EF9ABB8449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4" name="Ellipse 1343">
                <a:extLst>
                  <a:ext uri="{FF2B5EF4-FFF2-40B4-BE49-F238E27FC236}">
                    <a16:creationId xmlns:a16="http://schemas.microsoft.com/office/drawing/2014/main" id="{FAC687A6-E262-343A-B432-A38DB03B9A84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5" name="Ellipse 1344">
                <a:extLst>
                  <a:ext uri="{FF2B5EF4-FFF2-40B4-BE49-F238E27FC236}">
                    <a16:creationId xmlns:a16="http://schemas.microsoft.com/office/drawing/2014/main" id="{F4E1E79B-6291-7F70-39E0-45740E73FDA3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6" name="Ellipse 1345">
                <a:extLst>
                  <a:ext uri="{FF2B5EF4-FFF2-40B4-BE49-F238E27FC236}">
                    <a16:creationId xmlns:a16="http://schemas.microsoft.com/office/drawing/2014/main" id="{481B3B5C-23C9-43B2-0E3E-1DB5E14DA104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7" name="Ellipse 1346">
                <a:extLst>
                  <a:ext uri="{FF2B5EF4-FFF2-40B4-BE49-F238E27FC236}">
                    <a16:creationId xmlns:a16="http://schemas.microsoft.com/office/drawing/2014/main" id="{29D0C1AB-6223-578E-EA3E-9E5DDE733841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8" name="Ellipse 1347">
                <a:extLst>
                  <a:ext uri="{FF2B5EF4-FFF2-40B4-BE49-F238E27FC236}">
                    <a16:creationId xmlns:a16="http://schemas.microsoft.com/office/drawing/2014/main" id="{464CE7C1-F848-1E7A-D07D-1D7BCB887686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9" name="Ellipse 1348">
                <a:extLst>
                  <a:ext uri="{FF2B5EF4-FFF2-40B4-BE49-F238E27FC236}">
                    <a16:creationId xmlns:a16="http://schemas.microsoft.com/office/drawing/2014/main" id="{B28F56D6-0B97-E0FB-5903-1864C923D268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0" name="Ellipse 1349">
                <a:extLst>
                  <a:ext uri="{FF2B5EF4-FFF2-40B4-BE49-F238E27FC236}">
                    <a16:creationId xmlns:a16="http://schemas.microsoft.com/office/drawing/2014/main" id="{F5243730-1F53-1510-98E4-FF430A5CCC3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1" name="Ellipse 1350">
                <a:extLst>
                  <a:ext uri="{FF2B5EF4-FFF2-40B4-BE49-F238E27FC236}">
                    <a16:creationId xmlns:a16="http://schemas.microsoft.com/office/drawing/2014/main" id="{184D27A9-C894-8084-1DEE-2C861C20F2B4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2" name="Ellipse 1351">
                <a:extLst>
                  <a:ext uri="{FF2B5EF4-FFF2-40B4-BE49-F238E27FC236}">
                    <a16:creationId xmlns:a16="http://schemas.microsoft.com/office/drawing/2014/main" id="{24DDBE56-CE2D-08B1-A6FB-540245F5DCF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3" name="Ellipse 1352">
                <a:extLst>
                  <a:ext uri="{FF2B5EF4-FFF2-40B4-BE49-F238E27FC236}">
                    <a16:creationId xmlns:a16="http://schemas.microsoft.com/office/drawing/2014/main" id="{50C6268B-CB67-1B32-63C1-B9C245DA9641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4" name="Ellipse 1353">
                <a:extLst>
                  <a:ext uri="{FF2B5EF4-FFF2-40B4-BE49-F238E27FC236}">
                    <a16:creationId xmlns:a16="http://schemas.microsoft.com/office/drawing/2014/main" id="{40CECC1B-4BF3-75D8-4CC4-688B7E5B2AB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5" name="Ellipse 1354">
                <a:extLst>
                  <a:ext uri="{FF2B5EF4-FFF2-40B4-BE49-F238E27FC236}">
                    <a16:creationId xmlns:a16="http://schemas.microsoft.com/office/drawing/2014/main" id="{6E320D53-2435-A3D0-0564-24902034FB5B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6" name="Ellipse 1355">
                <a:extLst>
                  <a:ext uri="{FF2B5EF4-FFF2-40B4-BE49-F238E27FC236}">
                    <a16:creationId xmlns:a16="http://schemas.microsoft.com/office/drawing/2014/main" id="{ECE4F0F5-3C7E-3CCD-2C58-443BA4C68EC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7" name="Ellipse 1356">
                <a:extLst>
                  <a:ext uri="{FF2B5EF4-FFF2-40B4-BE49-F238E27FC236}">
                    <a16:creationId xmlns:a16="http://schemas.microsoft.com/office/drawing/2014/main" id="{572578D5-5B60-0048-A36E-B98B3722D8FF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8" name="Ellipse 1357">
                <a:extLst>
                  <a:ext uri="{FF2B5EF4-FFF2-40B4-BE49-F238E27FC236}">
                    <a16:creationId xmlns:a16="http://schemas.microsoft.com/office/drawing/2014/main" id="{7A407421-D5A7-20B5-1E33-C9AB6EF290D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9" name="Ellipse 1358">
                <a:extLst>
                  <a:ext uri="{FF2B5EF4-FFF2-40B4-BE49-F238E27FC236}">
                    <a16:creationId xmlns:a16="http://schemas.microsoft.com/office/drawing/2014/main" id="{64AA503C-D492-B013-31BF-E8AD950B3CA9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0" name="Ellipse 1359">
                <a:extLst>
                  <a:ext uri="{FF2B5EF4-FFF2-40B4-BE49-F238E27FC236}">
                    <a16:creationId xmlns:a16="http://schemas.microsoft.com/office/drawing/2014/main" id="{8C97E912-BA6F-E385-B1E7-893F2ED5E2C9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1" name="Ellipse 1360">
                <a:extLst>
                  <a:ext uri="{FF2B5EF4-FFF2-40B4-BE49-F238E27FC236}">
                    <a16:creationId xmlns:a16="http://schemas.microsoft.com/office/drawing/2014/main" id="{63C335F8-9532-5400-F92C-264E66E7522E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2" name="Ellipse 1361">
                <a:extLst>
                  <a:ext uri="{FF2B5EF4-FFF2-40B4-BE49-F238E27FC236}">
                    <a16:creationId xmlns:a16="http://schemas.microsoft.com/office/drawing/2014/main" id="{944AF922-A0DD-CD5D-722F-791FB85EF02A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3" name="Ellipse 1362">
                <a:extLst>
                  <a:ext uri="{FF2B5EF4-FFF2-40B4-BE49-F238E27FC236}">
                    <a16:creationId xmlns:a16="http://schemas.microsoft.com/office/drawing/2014/main" id="{46E863AD-0ABF-E05D-EE5C-84C45D665E19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4" name="Ellipse 1363">
                <a:extLst>
                  <a:ext uri="{FF2B5EF4-FFF2-40B4-BE49-F238E27FC236}">
                    <a16:creationId xmlns:a16="http://schemas.microsoft.com/office/drawing/2014/main" id="{7686C167-C53D-DF83-9A34-9E9EC1F898FF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5" name="Ellipse 1364">
                <a:extLst>
                  <a:ext uri="{FF2B5EF4-FFF2-40B4-BE49-F238E27FC236}">
                    <a16:creationId xmlns:a16="http://schemas.microsoft.com/office/drawing/2014/main" id="{6BE0F4A3-14E0-8E03-A215-C4742DAE938E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6" name="Ellipse 1365">
                <a:extLst>
                  <a:ext uri="{FF2B5EF4-FFF2-40B4-BE49-F238E27FC236}">
                    <a16:creationId xmlns:a16="http://schemas.microsoft.com/office/drawing/2014/main" id="{26D6EE97-9F62-436B-B326-AA2AFF66E6DD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7" name="Ellipse 1366">
                <a:extLst>
                  <a:ext uri="{FF2B5EF4-FFF2-40B4-BE49-F238E27FC236}">
                    <a16:creationId xmlns:a16="http://schemas.microsoft.com/office/drawing/2014/main" id="{34B76237-8FA4-92E7-0675-CA55B6DDEBB2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8" name="Ellipse 1367">
                <a:extLst>
                  <a:ext uri="{FF2B5EF4-FFF2-40B4-BE49-F238E27FC236}">
                    <a16:creationId xmlns:a16="http://schemas.microsoft.com/office/drawing/2014/main" id="{ACDAC15D-B37F-0305-7AC2-57AC5FD811E4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9" name="Ellipse 1368">
                <a:extLst>
                  <a:ext uri="{FF2B5EF4-FFF2-40B4-BE49-F238E27FC236}">
                    <a16:creationId xmlns:a16="http://schemas.microsoft.com/office/drawing/2014/main" id="{45186D62-D986-18D9-FFEE-AA8CEB8E8009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1370" name="Grafik 1369">
              <a:extLst>
                <a:ext uri="{FF2B5EF4-FFF2-40B4-BE49-F238E27FC236}">
                  <a16:creationId xmlns:a16="http://schemas.microsoft.com/office/drawing/2014/main" id="{05D3024F-5B48-F614-A5B0-D1B6EED1F4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>
              <a:off x="8830429" y="2021809"/>
              <a:ext cx="1591374" cy="1190084"/>
            </a:xfrm>
            <a:prstGeom prst="rect">
              <a:avLst/>
            </a:prstGeom>
          </p:spPr>
        </p:pic>
      </p:grpSp>
      <p:pic>
        <p:nvPicPr>
          <p:cNvPr id="1376" name="Grafik 1375">
            <a:extLst>
              <a:ext uri="{FF2B5EF4-FFF2-40B4-BE49-F238E27FC236}">
                <a16:creationId xmlns:a16="http://schemas.microsoft.com/office/drawing/2014/main" id="{FF43D988-87F7-6CFF-6F9F-D8F23F140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3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8" name="Gruppieren 1457">
            <a:extLst>
              <a:ext uri="{FF2B5EF4-FFF2-40B4-BE49-F238E27FC236}">
                <a16:creationId xmlns:a16="http://schemas.microsoft.com/office/drawing/2014/main" id="{0B3E621E-F5AB-65E5-A7A4-D10958DF87B8}"/>
              </a:ext>
            </a:extLst>
          </p:cNvPr>
          <p:cNvGrpSpPr/>
          <p:nvPr/>
        </p:nvGrpSpPr>
        <p:grpSpPr>
          <a:xfrm>
            <a:off x="-2126020" y="-2536415"/>
            <a:ext cx="15704122" cy="11004295"/>
            <a:chOff x="-2073499" y="-2571411"/>
            <a:chExt cx="15704122" cy="11004295"/>
          </a:xfrm>
        </p:grpSpPr>
        <p:grpSp>
          <p:nvGrpSpPr>
            <p:cNvPr id="1457" name="Gruppieren 1456">
              <a:extLst>
                <a:ext uri="{FF2B5EF4-FFF2-40B4-BE49-F238E27FC236}">
                  <a16:creationId xmlns:a16="http://schemas.microsoft.com/office/drawing/2014/main" id="{46E4959B-3DC0-FBEC-70B1-FBF64DA4D4A5}"/>
                </a:ext>
              </a:extLst>
            </p:cNvPr>
            <p:cNvGrpSpPr/>
            <p:nvPr/>
          </p:nvGrpSpPr>
          <p:grpSpPr>
            <a:xfrm>
              <a:off x="-2073499" y="-1858489"/>
              <a:ext cx="15662016" cy="10291373"/>
              <a:chOff x="-2073499" y="-1858489"/>
              <a:chExt cx="15662016" cy="10291373"/>
            </a:xfrm>
          </p:grpSpPr>
          <p:grpSp>
            <p:nvGrpSpPr>
              <p:cNvPr id="29" name="Gruppieren 28">
                <a:extLst>
                  <a:ext uri="{FF2B5EF4-FFF2-40B4-BE49-F238E27FC236}">
                    <a16:creationId xmlns:a16="http://schemas.microsoft.com/office/drawing/2014/main" id="{614D6A0A-4896-1721-3D8B-DBA5A4BDCD0B}"/>
                  </a:ext>
                </a:extLst>
              </p:cNvPr>
              <p:cNvGrpSpPr/>
              <p:nvPr/>
            </p:nvGrpSpPr>
            <p:grpSpPr>
              <a:xfrm>
                <a:off x="9535110" y="4663981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3" name="Ellipse 2">
                  <a:extLst>
                    <a:ext uri="{FF2B5EF4-FFF2-40B4-BE49-F238E27FC236}">
                      <a16:creationId xmlns:a16="http://schemas.microsoft.com/office/drawing/2014/main" id="{F3508A01-54D3-43BB-EDC9-42772EC2314E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" name="Ellipse 3">
                  <a:extLst>
                    <a:ext uri="{FF2B5EF4-FFF2-40B4-BE49-F238E27FC236}">
                      <a16:creationId xmlns:a16="http://schemas.microsoft.com/office/drawing/2014/main" id="{6523E7A6-D6C6-E6CB-FE33-94BC492B8CAB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42407A1B-2243-8098-7113-FF4266DBFAEB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" name="Ellipse 5">
                  <a:extLst>
                    <a:ext uri="{FF2B5EF4-FFF2-40B4-BE49-F238E27FC236}">
                      <a16:creationId xmlns:a16="http://schemas.microsoft.com/office/drawing/2014/main" id="{EFA50947-19A7-5089-49A1-3C6E4BB66EBA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id="{F5BA2D6C-8B50-7981-C373-DE23785AB016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41B9CDD9-01C6-0EF5-8456-3B4990A507AD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92AB450F-B409-E9C0-5151-C8E66B234FD5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B09BF052-2187-5006-4EC0-D21E0CD88CA8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" name="Ellipse 10">
                  <a:extLst>
                    <a:ext uri="{FF2B5EF4-FFF2-40B4-BE49-F238E27FC236}">
                      <a16:creationId xmlns:a16="http://schemas.microsoft.com/office/drawing/2014/main" id="{A50838AE-881B-9439-C5CD-2CCC03045F1C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" name="Ellipse 11">
                  <a:extLst>
                    <a:ext uri="{FF2B5EF4-FFF2-40B4-BE49-F238E27FC236}">
                      <a16:creationId xmlns:a16="http://schemas.microsoft.com/office/drawing/2014/main" id="{9E6B9716-5596-F226-87A6-5359DA1C3D23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" name="Ellipse 12">
                  <a:extLst>
                    <a:ext uri="{FF2B5EF4-FFF2-40B4-BE49-F238E27FC236}">
                      <a16:creationId xmlns:a16="http://schemas.microsoft.com/office/drawing/2014/main" id="{414FF0F3-CCED-FF55-16EF-4B1D103EFCAD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E590B972-BA33-7347-6D6D-82AAE758F36C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44DEB6B6-8CC5-45B1-FB17-9350516439F2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C55A0D6B-2203-C513-DAA2-32FCEFD6B23E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BC688E4B-704C-F984-661E-F28616C2C901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9FFD6861-C610-2DCE-F543-7E2EEDB8880C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id="{5BD358BF-188E-E674-BD40-54C1129FE8ED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id="{AEC65661-EF1D-7858-8B00-F5400813175F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id="{126F37A3-C26D-16F8-7D7B-3F9A953FE64F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9A1426C8-1843-2FEC-BF3A-BFE06DCB233C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EEA82C4E-B016-85C3-BCDE-6E1DEE2A5FAC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728FF631-422B-302B-8C64-6AC385A66451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D4362DBA-960F-4EC6-48A5-FCFBB1934D6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0CF51497-68B2-A300-FF22-209C1678372E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7CB4E08E-78C6-4662-0EFB-48687DD27377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F0B22222-0AAE-9888-8472-8430CFEABB17}"/>
                  </a:ext>
                </a:extLst>
              </p:cNvPr>
              <p:cNvSpPr/>
              <p:nvPr/>
            </p:nvSpPr>
            <p:spPr>
              <a:xfrm rot="9412871">
                <a:off x="7400321" y="629046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FD915AA2-21C3-D0AC-7594-787BA01BEAB8}"/>
                  </a:ext>
                </a:extLst>
              </p:cNvPr>
              <p:cNvSpPr/>
              <p:nvPr/>
            </p:nvSpPr>
            <p:spPr>
              <a:xfrm rot="9412871">
                <a:off x="7382959" y="66539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85F56718-10C2-02CA-5B71-BB4CF1AE7FAB}"/>
                  </a:ext>
                </a:extLst>
              </p:cNvPr>
              <p:cNvSpPr/>
              <p:nvPr/>
            </p:nvSpPr>
            <p:spPr>
              <a:xfrm rot="9412871">
                <a:off x="7574288" y="697270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930B08C8-4C6A-F2C8-94ED-AA60B8050301}"/>
                  </a:ext>
                </a:extLst>
              </p:cNvPr>
              <p:cNvSpPr/>
              <p:nvPr/>
            </p:nvSpPr>
            <p:spPr>
              <a:xfrm rot="9412871">
                <a:off x="7510871" y="598318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C53283AB-8F8D-3121-4166-575A0804497D}"/>
                  </a:ext>
                </a:extLst>
              </p:cNvPr>
              <p:cNvSpPr/>
              <p:nvPr/>
            </p:nvSpPr>
            <p:spPr>
              <a:xfrm rot="9412871">
                <a:off x="7682389" y="615852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354BD956-ECEE-E690-D629-95CECF1CD173}"/>
                  </a:ext>
                </a:extLst>
              </p:cNvPr>
              <p:cNvSpPr/>
              <p:nvPr/>
            </p:nvSpPr>
            <p:spPr>
              <a:xfrm rot="9412871">
                <a:off x="7644712" y="64164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1DAEFE60-B08E-F559-FB39-6E224C428213}"/>
                  </a:ext>
                </a:extLst>
              </p:cNvPr>
              <p:cNvSpPr/>
              <p:nvPr/>
            </p:nvSpPr>
            <p:spPr>
              <a:xfrm rot="9412871">
                <a:off x="8005927" y="707395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17AE697A-FE0B-DF50-102F-2214A416682F}"/>
                  </a:ext>
                </a:extLst>
              </p:cNvPr>
              <p:cNvSpPr/>
              <p:nvPr/>
            </p:nvSpPr>
            <p:spPr>
              <a:xfrm rot="9412871">
                <a:off x="8070440" y="5965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55B6797-AF2C-1DBA-3EF0-D21845B2B932}"/>
                  </a:ext>
                </a:extLst>
              </p:cNvPr>
              <p:cNvSpPr/>
              <p:nvPr/>
            </p:nvSpPr>
            <p:spPr>
              <a:xfrm rot="9412871">
                <a:off x="7970827" y="664556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3B4093E4-AD2B-DFFF-687E-69CC4528DC98}"/>
                  </a:ext>
                </a:extLst>
              </p:cNvPr>
              <p:cNvSpPr/>
              <p:nvPr/>
            </p:nvSpPr>
            <p:spPr>
              <a:xfrm rot="9412871">
                <a:off x="8214594" y="63668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DDB43284-DAD1-D7DE-EF8E-759841734E6E}"/>
                  </a:ext>
                </a:extLst>
              </p:cNvPr>
              <p:cNvSpPr/>
              <p:nvPr/>
            </p:nvSpPr>
            <p:spPr>
              <a:xfrm rot="9412871">
                <a:off x="5513836" y="56539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670CBF29-1F31-2B6F-18AA-17E7F3735437}"/>
                  </a:ext>
                </a:extLst>
              </p:cNvPr>
              <p:cNvSpPr/>
              <p:nvPr/>
            </p:nvSpPr>
            <p:spPr>
              <a:xfrm rot="9412871">
                <a:off x="8402175" y="70984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DB46C942-425C-1FDA-77D7-7C797752FBCD}"/>
                  </a:ext>
                </a:extLst>
              </p:cNvPr>
              <p:cNvSpPr/>
              <p:nvPr/>
            </p:nvSpPr>
            <p:spPr>
              <a:xfrm rot="9412871">
                <a:off x="8454211" y="68079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1FB3F88F-F133-C727-EA13-100671F2589E}"/>
                  </a:ext>
                </a:extLst>
              </p:cNvPr>
              <p:cNvSpPr/>
              <p:nvPr/>
            </p:nvSpPr>
            <p:spPr>
              <a:xfrm rot="9412871">
                <a:off x="8650974" y="645490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3E9A5B5-E7FB-2064-901D-1BC45D019497}"/>
                  </a:ext>
                </a:extLst>
              </p:cNvPr>
              <p:cNvSpPr/>
              <p:nvPr/>
            </p:nvSpPr>
            <p:spPr>
              <a:xfrm rot="9412871">
                <a:off x="8645218" y="596522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29389C3D-205E-309A-6AA4-F716EAD9E605}"/>
                  </a:ext>
                </a:extLst>
              </p:cNvPr>
              <p:cNvSpPr/>
              <p:nvPr/>
            </p:nvSpPr>
            <p:spPr>
              <a:xfrm rot="9412871">
                <a:off x="8890255" y="562627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6634CDF1-E48E-CFE7-496A-C8862A900C04}"/>
                  </a:ext>
                </a:extLst>
              </p:cNvPr>
              <p:cNvSpPr/>
              <p:nvPr/>
            </p:nvSpPr>
            <p:spPr>
              <a:xfrm rot="9412871">
                <a:off x="9032314" y="602209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82144D62-7BD3-0A18-B7E6-D704047A3F9F}"/>
                  </a:ext>
                </a:extLst>
              </p:cNvPr>
              <p:cNvSpPr/>
              <p:nvPr/>
            </p:nvSpPr>
            <p:spPr>
              <a:xfrm rot="9412871">
                <a:off x="9161188" y="639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87708D8D-A19F-B7F1-6FA1-BDF633997AF7}"/>
                  </a:ext>
                </a:extLst>
              </p:cNvPr>
              <p:cNvSpPr/>
              <p:nvPr/>
            </p:nvSpPr>
            <p:spPr>
              <a:xfrm rot="9412871">
                <a:off x="9661831" y="636701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B187B003-BC0F-EB37-91C6-0FC00818EE77}"/>
                  </a:ext>
                </a:extLst>
              </p:cNvPr>
              <p:cNvSpPr/>
              <p:nvPr/>
            </p:nvSpPr>
            <p:spPr>
              <a:xfrm rot="9412871">
                <a:off x="9489888" y="609111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3BB6FEF-F10D-A4E0-F815-AF3BCB5A6C25}"/>
                  </a:ext>
                </a:extLst>
              </p:cNvPr>
              <p:cNvSpPr/>
              <p:nvPr/>
            </p:nvSpPr>
            <p:spPr>
              <a:xfrm rot="9412871">
                <a:off x="9407472" y="589806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CE078B4-7FC3-3CFC-482C-55173A13CD6C}"/>
                  </a:ext>
                </a:extLst>
              </p:cNvPr>
              <p:cNvSpPr/>
              <p:nvPr/>
            </p:nvSpPr>
            <p:spPr>
              <a:xfrm rot="9412871">
                <a:off x="9359610" y="569026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A1BBC266-D341-39A2-F128-AEE70399AE5C}"/>
                  </a:ext>
                </a:extLst>
              </p:cNvPr>
              <p:cNvGrpSpPr/>
              <p:nvPr/>
            </p:nvGrpSpPr>
            <p:grpSpPr>
              <a:xfrm rot="19191760" flipV="1">
                <a:off x="6860998" y="4780734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F3A87B7C-DD1C-4CCC-3043-D112F613CAA0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" name="Ellipse 56">
                  <a:extLst>
                    <a:ext uri="{FF2B5EF4-FFF2-40B4-BE49-F238E27FC236}">
                      <a16:creationId xmlns:a16="http://schemas.microsoft.com/office/drawing/2014/main" id="{1CBA64A0-81FF-7C1A-A9BE-CED7CA8590BF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" name="Ellipse 57">
                  <a:extLst>
                    <a:ext uri="{FF2B5EF4-FFF2-40B4-BE49-F238E27FC236}">
                      <a16:creationId xmlns:a16="http://schemas.microsoft.com/office/drawing/2014/main" id="{1C31F732-52FE-94DC-6262-99CA3C0C3691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" name="Ellipse 58">
                  <a:extLst>
                    <a:ext uri="{FF2B5EF4-FFF2-40B4-BE49-F238E27FC236}">
                      <a16:creationId xmlns:a16="http://schemas.microsoft.com/office/drawing/2014/main" id="{7C406F40-C0E7-F6AA-7C32-28BADEE373E2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" name="Ellipse 59">
                  <a:extLst>
                    <a:ext uri="{FF2B5EF4-FFF2-40B4-BE49-F238E27FC236}">
                      <a16:creationId xmlns:a16="http://schemas.microsoft.com/office/drawing/2014/main" id="{4D544D04-BE9B-22D5-18DC-ECF0660732C0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" name="Ellipse 60">
                  <a:extLst>
                    <a:ext uri="{FF2B5EF4-FFF2-40B4-BE49-F238E27FC236}">
                      <a16:creationId xmlns:a16="http://schemas.microsoft.com/office/drawing/2014/main" id="{6D047B1D-232C-716E-40B5-24211133E0CA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" name="Ellipse 61">
                  <a:extLst>
                    <a:ext uri="{FF2B5EF4-FFF2-40B4-BE49-F238E27FC236}">
                      <a16:creationId xmlns:a16="http://schemas.microsoft.com/office/drawing/2014/main" id="{50E803FE-1F39-F269-C71E-B19C739A5593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" name="Ellipse 62">
                  <a:extLst>
                    <a:ext uri="{FF2B5EF4-FFF2-40B4-BE49-F238E27FC236}">
                      <a16:creationId xmlns:a16="http://schemas.microsoft.com/office/drawing/2014/main" id="{D9D2E2B9-2062-04E8-D06E-DAABA9956BC6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" name="Ellipse 63">
                  <a:extLst>
                    <a:ext uri="{FF2B5EF4-FFF2-40B4-BE49-F238E27FC236}">
                      <a16:creationId xmlns:a16="http://schemas.microsoft.com/office/drawing/2014/main" id="{D5D5B255-65EC-2301-1C71-8AA232D44F14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" name="Ellipse 64">
                  <a:extLst>
                    <a:ext uri="{FF2B5EF4-FFF2-40B4-BE49-F238E27FC236}">
                      <a16:creationId xmlns:a16="http://schemas.microsoft.com/office/drawing/2014/main" id="{4AA743B8-E7F5-C305-0674-74B786B6C5F3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" name="Ellipse 65">
                  <a:extLst>
                    <a:ext uri="{FF2B5EF4-FFF2-40B4-BE49-F238E27FC236}">
                      <a16:creationId xmlns:a16="http://schemas.microsoft.com/office/drawing/2014/main" id="{786E7DE3-17A8-810C-7A16-9C7C0D436F62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7" name="Ellipse 66">
                  <a:extLst>
                    <a:ext uri="{FF2B5EF4-FFF2-40B4-BE49-F238E27FC236}">
                      <a16:creationId xmlns:a16="http://schemas.microsoft.com/office/drawing/2014/main" id="{274B6950-BB96-91DF-DD2D-FEF80C329101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8" name="Ellipse 67">
                  <a:extLst>
                    <a:ext uri="{FF2B5EF4-FFF2-40B4-BE49-F238E27FC236}">
                      <a16:creationId xmlns:a16="http://schemas.microsoft.com/office/drawing/2014/main" id="{4B7FC131-6E36-C71D-0225-EC1572482FE0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" name="Ellipse 68">
                  <a:extLst>
                    <a:ext uri="{FF2B5EF4-FFF2-40B4-BE49-F238E27FC236}">
                      <a16:creationId xmlns:a16="http://schemas.microsoft.com/office/drawing/2014/main" id="{7532CD24-3BE5-3C2B-2CAB-0D0550A117D8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" name="Ellipse 69">
                  <a:extLst>
                    <a:ext uri="{FF2B5EF4-FFF2-40B4-BE49-F238E27FC236}">
                      <a16:creationId xmlns:a16="http://schemas.microsoft.com/office/drawing/2014/main" id="{D68799D3-1492-381C-1A7C-0E383EAA8BD8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" name="Ellipse 70">
                  <a:extLst>
                    <a:ext uri="{FF2B5EF4-FFF2-40B4-BE49-F238E27FC236}">
                      <a16:creationId xmlns:a16="http://schemas.microsoft.com/office/drawing/2014/main" id="{D65C07DB-29CB-98A8-8B76-420561B4006E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" name="Ellipse 71">
                  <a:extLst>
                    <a:ext uri="{FF2B5EF4-FFF2-40B4-BE49-F238E27FC236}">
                      <a16:creationId xmlns:a16="http://schemas.microsoft.com/office/drawing/2014/main" id="{FA248155-BE42-AA09-8982-79E17060D8E2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" name="Ellipse 72">
                  <a:extLst>
                    <a:ext uri="{FF2B5EF4-FFF2-40B4-BE49-F238E27FC236}">
                      <a16:creationId xmlns:a16="http://schemas.microsoft.com/office/drawing/2014/main" id="{47974652-4C32-0662-02D8-DBD93709CA1F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" name="Ellipse 73">
                  <a:extLst>
                    <a:ext uri="{FF2B5EF4-FFF2-40B4-BE49-F238E27FC236}">
                      <a16:creationId xmlns:a16="http://schemas.microsoft.com/office/drawing/2014/main" id="{7F7534AB-1446-F297-28DD-2A7C4188EC14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" name="Ellipse 74">
                  <a:extLst>
                    <a:ext uri="{FF2B5EF4-FFF2-40B4-BE49-F238E27FC236}">
                      <a16:creationId xmlns:a16="http://schemas.microsoft.com/office/drawing/2014/main" id="{06810B89-F205-39E3-F820-FACD81F0D869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" name="Ellipse 75">
                  <a:extLst>
                    <a:ext uri="{FF2B5EF4-FFF2-40B4-BE49-F238E27FC236}">
                      <a16:creationId xmlns:a16="http://schemas.microsoft.com/office/drawing/2014/main" id="{B3855C14-2FCA-6EA4-D1E1-CAC4967BA4A1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" name="Ellipse 76">
                  <a:extLst>
                    <a:ext uri="{FF2B5EF4-FFF2-40B4-BE49-F238E27FC236}">
                      <a16:creationId xmlns:a16="http://schemas.microsoft.com/office/drawing/2014/main" id="{2758FE1B-274F-F4F0-09B0-DC0FBD2EE789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" name="Ellipse 77">
                  <a:extLst>
                    <a:ext uri="{FF2B5EF4-FFF2-40B4-BE49-F238E27FC236}">
                      <a16:creationId xmlns:a16="http://schemas.microsoft.com/office/drawing/2014/main" id="{CAAACE48-7C9D-2BF3-1587-FCD917322B01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" name="Ellipse 78">
                  <a:extLst>
                    <a:ext uri="{FF2B5EF4-FFF2-40B4-BE49-F238E27FC236}">
                      <a16:creationId xmlns:a16="http://schemas.microsoft.com/office/drawing/2014/main" id="{2CEC1516-4408-640D-8B5D-9DF9CC53C8EF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" name="Ellipse 79">
                  <a:extLst>
                    <a:ext uri="{FF2B5EF4-FFF2-40B4-BE49-F238E27FC236}">
                      <a16:creationId xmlns:a16="http://schemas.microsoft.com/office/drawing/2014/main" id="{6BD87E6C-9884-6F03-C38E-B50D8DA25D82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81" name="Gruppieren 80">
                <a:extLst>
                  <a:ext uri="{FF2B5EF4-FFF2-40B4-BE49-F238E27FC236}">
                    <a16:creationId xmlns:a16="http://schemas.microsoft.com/office/drawing/2014/main" id="{F904D34B-FE9F-813A-DFAC-000491511909}"/>
                  </a:ext>
                </a:extLst>
              </p:cNvPr>
              <p:cNvGrpSpPr/>
              <p:nvPr/>
            </p:nvGrpSpPr>
            <p:grpSpPr>
              <a:xfrm rot="12187129" flipH="1">
                <a:off x="5587494" y="3088345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82" name="Ellipse 81">
                  <a:extLst>
                    <a:ext uri="{FF2B5EF4-FFF2-40B4-BE49-F238E27FC236}">
                      <a16:creationId xmlns:a16="http://schemas.microsoft.com/office/drawing/2014/main" id="{8C12844D-7D7F-F091-0933-51DAA20901E1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" name="Ellipse 82">
                  <a:extLst>
                    <a:ext uri="{FF2B5EF4-FFF2-40B4-BE49-F238E27FC236}">
                      <a16:creationId xmlns:a16="http://schemas.microsoft.com/office/drawing/2014/main" id="{EE4AF275-4A2E-47DB-4A7B-FA65FE4B01E0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" name="Ellipse 83">
                  <a:extLst>
                    <a:ext uri="{FF2B5EF4-FFF2-40B4-BE49-F238E27FC236}">
                      <a16:creationId xmlns:a16="http://schemas.microsoft.com/office/drawing/2014/main" id="{CD7F8F94-21F4-6A35-7964-02869845063C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" name="Ellipse 84">
                  <a:extLst>
                    <a:ext uri="{FF2B5EF4-FFF2-40B4-BE49-F238E27FC236}">
                      <a16:creationId xmlns:a16="http://schemas.microsoft.com/office/drawing/2014/main" id="{2939926E-962E-C947-2FB7-AA786261B469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" name="Ellipse 85">
                  <a:extLst>
                    <a:ext uri="{FF2B5EF4-FFF2-40B4-BE49-F238E27FC236}">
                      <a16:creationId xmlns:a16="http://schemas.microsoft.com/office/drawing/2014/main" id="{89DA6602-C4EB-CFB6-E8AF-F719C3DF7704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611320C4-4DAB-13FA-841A-716535D869CB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C3BFE47B-CD5B-CFD5-1F36-C3E1F467364E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C95A274A-188E-7E11-C18F-CDA7A69DB0FD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E79DEE3A-C277-8BEC-14AB-5998CE16C687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" name="Ellipse 90">
                  <a:extLst>
                    <a:ext uri="{FF2B5EF4-FFF2-40B4-BE49-F238E27FC236}">
                      <a16:creationId xmlns:a16="http://schemas.microsoft.com/office/drawing/2014/main" id="{97DB6AB7-9418-6123-88D2-EFEB6BB1A5EF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" name="Ellipse 91">
                  <a:extLst>
                    <a:ext uri="{FF2B5EF4-FFF2-40B4-BE49-F238E27FC236}">
                      <a16:creationId xmlns:a16="http://schemas.microsoft.com/office/drawing/2014/main" id="{EBC0A7B3-AA40-DC5D-2A87-4C675D5FF1DC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3" name="Ellipse 92">
                  <a:extLst>
                    <a:ext uri="{FF2B5EF4-FFF2-40B4-BE49-F238E27FC236}">
                      <a16:creationId xmlns:a16="http://schemas.microsoft.com/office/drawing/2014/main" id="{CBD7B500-E846-33E4-7E8A-E27482CD5148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4" name="Ellipse 93">
                  <a:extLst>
                    <a:ext uri="{FF2B5EF4-FFF2-40B4-BE49-F238E27FC236}">
                      <a16:creationId xmlns:a16="http://schemas.microsoft.com/office/drawing/2014/main" id="{6CA6FD97-97A7-1692-516B-60C76C494F3E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5" name="Ellipse 94">
                  <a:extLst>
                    <a:ext uri="{FF2B5EF4-FFF2-40B4-BE49-F238E27FC236}">
                      <a16:creationId xmlns:a16="http://schemas.microsoft.com/office/drawing/2014/main" id="{10365B15-2713-0846-587F-2282084948D6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" name="Ellipse 95">
                  <a:extLst>
                    <a:ext uri="{FF2B5EF4-FFF2-40B4-BE49-F238E27FC236}">
                      <a16:creationId xmlns:a16="http://schemas.microsoft.com/office/drawing/2014/main" id="{B3DB54CF-8A0C-4632-B863-62AB58FE5F27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" name="Ellipse 96">
                  <a:extLst>
                    <a:ext uri="{FF2B5EF4-FFF2-40B4-BE49-F238E27FC236}">
                      <a16:creationId xmlns:a16="http://schemas.microsoft.com/office/drawing/2014/main" id="{0A440BDB-475F-00DF-6B86-1E2C381BD41C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8" name="Ellipse 97">
                  <a:extLst>
                    <a:ext uri="{FF2B5EF4-FFF2-40B4-BE49-F238E27FC236}">
                      <a16:creationId xmlns:a16="http://schemas.microsoft.com/office/drawing/2014/main" id="{95553DD0-24BE-B47A-1F92-CBA135C4553C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9" name="Ellipse 98">
                  <a:extLst>
                    <a:ext uri="{FF2B5EF4-FFF2-40B4-BE49-F238E27FC236}">
                      <a16:creationId xmlns:a16="http://schemas.microsoft.com/office/drawing/2014/main" id="{E636D544-C83D-3D8D-53FD-9C631C555B99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0" name="Ellipse 99">
                  <a:extLst>
                    <a:ext uri="{FF2B5EF4-FFF2-40B4-BE49-F238E27FC236}">
                      <a16:creationId xmlns:a16="http://schemas.microsoft.com/office/drawing/2014/main" id="{D832E891-E124-9CFB-6787-2F702F3DE70E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" name="Ellipse 100">
                  <a:extLst>
                    <a:ext uri="{FF2B5EF4-FFF2-40B4-BE49-F238E27FC236}">
                      <a16:creationId xmlns:a16="http://schemas.microsoft.com/office/drawing/2014/main" id="{51B72512-A7DE-9E05-6C66-4395B0BC007F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" name="Ellipse 101">
                  <a:extLst>
                    <a:ext uri="{FF2B5EF4-FFF2-40B4-BE49-F238E27FC236}">
                      <a16:creationId xmlns:a16="http://schemas.microsoft.com/office/drawing/2014/main" id="{0B241A68-63EA-C66B-557E-0FB119564E51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" name="Ellipse 102">
                  <a:extLst>
                    <a:ext uri="{FF2B5EF4-FFF2-40B4-BE49-F238E27FC236}">
                      <a16:creationId xmlns:a16="http://schemas.microsoft.com/office/drawing/2014/main" id="{0BAC5B23-90A6-AD81-FBE9-DDDD71828B03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" name="Ellipse 103">
                  <a:extLst>
                    <a:ext uri="{FF2B5EF4-FFF2-40B4-BE49-F238E27FC236}">
                      <a16:creationId xmlns:a16="http://schemas.microsoft.com/office/drawing/2014/main" id="{5ECB8434-1A8B-B11E-796E-6B06F292054A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" name="Ellipse 104">
                  <a:extLst>
                    <a:ext uri="{FF2B5EF4-FFF2-40B4-BE49-F238E27FC236}">
                      <a16:creationId xmlns:a16="http://schemas.microsoft.com/office/drawing/2014/main" id="{3D72EBA4-6AB3-C64C-4BF5-C153704B7032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" name="Ellipse 105">
                  <a:extLst>
                    <a:ext uri="{FF2B5EF4-FFF2-40B4-BE49-F238E27FC236}">
                      <a16:creationId xmlns:a16="http://schemas.microsoft.com/office/drawing/2014/main" id="{96510AAC-2222-9701-D528-0325367AE2C3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07" name="Gruppieren 106">
                <a:extLst>
                  <a:ext uri="{FF2B5EF4-FFF2-40B4-BE49-F238E27FC236}">
                    <a16:creationId xmlns:a16="http://schemas.microsoft.com/office/drawing/2014/main" id="{FE9C48E3-D7EC-1552-CAA1-05685CA535B3}"/>
                  </a:ext>
                </a:extLst>
              </p:cNvPr>
              <p:cNvGrpSpPr/>
              <p:nvPr/>
            </p:nvGrpSpPr>
            <p:grpSpPr>
              <a:xfrm>
                <a:off x="6694555" y="4331783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08" name="Ellipse 107">
                  <a:extLst>
                    <a:ext uri="{FF2B5EF4-FFF2-40B4-BE49-F238E27FC236}">
                      <a16:creationId xmlns:a16="http://schemas.microsoft.com/office/drawing/2014/main" id="{5AFDA0DA-1905-AC49-E7D7-50EAA1CB74D1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" name="Ellipse 108">
                  <a:extLst>
                    <a:ext uri="{FF2B5EF4-FFF2-40B4-BE49-F238E27FC236}">
                      <a16:creationId xmlns:a16="http://schemas.microsoft.com/office/drawing/2014/main" id="{24AC9EBD-2334-41E8-1A71-7D21CC7BC6EC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" name="Ellipse 109">
                  <a:extLst>
                    <a:ext uri="{FF2B5EF4-FFF2-40B4-BE49-F238E27FC236}">
                      <a16:creationId xmlns:a16="http://schemas.microsoft.com/office/drawing/2014/main" id="{B96CED08-C254-F0D7-016A-7B3306D364EA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" name="Ellipse 110">
                  <a:extLst>
                    <a:ext uri="{FF2B5EF4-FFF2-40B4-BE49-F238E27FC236}">
                      <a16:creationId xmlns:a16="http://schemas.microsoft.com/office/drawing/2014/main" id="{E2D2C63E-2029-931D-217E-F99BD4FBE677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" name="Ellipse 111">
                  <a:extLst>
                    <a:ext uri="{FF2B5EF4-FFF2-40B4-BE49-F238E27FC236}">
                      <a16:creationId xmlns:a16="http://schemas.microsoft.com/office/drawing/2014/main" id="{C95AE07F-1695-E354-07D8-ED12CA3A0067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" name="Ellipse 112">
                  <a:extLst>
                    <a:ext uri="{FF2B5EF4-FFF2-40B4-BE49-F238E27FC236}">
                      <a16:creationId xmlns:a16="http://schemas.microsoft.com/office/drawing/2014/main" id="{81736510-B2DE-B46A-5A72-9B30320ED6B9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" name="Ellipse 113">
                  <a:extLst>
                    <a:ext uri="{FF2B5EF4-FFF2-40B4-BE49-F238E27FC236}">
                      <a16:creationId xmlns:a16="http://schemas.microsoft.com/office/drawing/2014/main" id="{EEA985AE-8EE2-74DC-0054-CF9703E2963F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" name="Ellipse 114">
                  <a:extLst>
                    <a:ext uri="{FF2B5EF4-FFF2-40B4-BE49-F238E27FC236}">
                      <a16:creationId xmlns:a16="http://schemas.microsoft.com/office/drawing/2014/main" id="{8B6CDADA-AC4C-329B-5DBA-E27E6487DB32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" name="Ellipse 115">
                  <a:extLst>
                    <a:ext uri="{FF2B5EF4-FFF2-40B4-BE49-F238E27FC236}">
                      <a16:creationId xmlns:a16="http://schemas.microsoft.com/office/drawing/2014/main" id="{A8B4842D-59C5-73A1-543E-D442A0DEA4B8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7" name="Ellipse 116">
                  <a:extLst>
                    <a:ext uri="{FF2B5EF4-FFF2-40B4-BE49-F238E27FC236}">
                      <a16:creationId xmlns:a16="http://schemas.microsoft.com/office/drawing/2014/main" id="{31672C7F-0884-99F8-8FAD-B337FBE32668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8" name="Ellipse 117">
                  <a:extLst>
                    <a:ext uri="{FF2B5EF4-FFF2-40B4-BE49-F238E27FC236}">
                      <a16:creationId xmlns:a16="http://schemas.microsoft.com/office/drawing/2014/main" id="{6268EB5B-0E7D-781E-4EED-47A50D28EB3E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9" name="Ellipse 118">
                  <a:extLst>
                    <a:ext uri="{FF2B5EF4-FFF2-40B4-BE49-F238E27FC236}">
                      <a16:creationId xmlns:a16="http://schemas.microsoft.com/office/drawing/2014/main" id="{10F00B31-0B77-DE1D-6ABE-10568C860765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" name="Ellipse 119">
                  <a:extLst>
                    <a:ext uri="{FF2B5EF4-FFF2-40B4-BE49-F238E27FC236}">
                      <a16:creationId xmlns:a16="http://schemas.microsoft.com/office/drawing/2014/main" id="{448E7501-CEDE-D72B-717E-C282F5B1A9BD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" name="Ellipse 120">
                  <a:extLst>
                    <a:ext uri="{FF2B5EF4-FFF2-40B4-BE49-F238E27FC236}">
                      <a16:creationId xmlns:a16="http://schemas.microsoft.com/office/drawing/2014/main" id="{3EC71D15-0067-2FC0-EC6E-F0DA3B163611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" name="Ellipse 121">
                  <a:extLst>
                    <a:ext uri="{FF2B5EF4-FFF2-40B4-BE49-F238E27FC236}">
                      <a16:creationId xmlns:a16="http://schemas.microsoft.com/office/drawing/2014/main" id="{2825F0A3-7DE5-E078-A420-E1B6A35E4ACB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" name="Ellipse 122">
                  <a:extLst>
                    <a:ext uri="{FF2B5EF4-FFF2-40B4-BE49-F238E27FC236}">
                      <a16:creationId xmlns:a16="http://schemas.microsoft.com/office/drawing/2014/main" id="{1123543E-CBB0-C4A0-04CB-EBB2E2E899D2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" name="Ellipse 123">
                  <a:extLst>
                    <a:ext uri="{FF2B5EF4-FFF2-40B4-BE49-F238E27FC236}">
                      <a16:creationId xmlns:a16="http://schemas.microsoft.com/office/drawing/2014/main" id="{5017D1D6-DC86-7CD8-BCFD-CAAA14A46B13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" name="Ellipse 124">
                  <a:extLst>
                    <a:ext uri="{FF2B5EF4-FFF2-40B4-BE49-F238E27FC236}">
                      <a16:creationId xmlns:a16="http://schemas.microsoft.com/office/drawing/2014/main" id="{0033AE9D-7FA9-E2A3-6DDF-D5F67F98CAF2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" name="Ellipse 125">
                  <a:extLst>
                    <a:ext uri="{FF2B5EF4-FFF2-40B4-BE49-F238E27FC236}">
                      <a16:creationId xmlns:a16="http://schemas.microsoft.com/office/drawing/2014/main" id="{8400A037-40DC-E373-C8D8-AD5944D713A1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" name="Ellipse 126">
                  <a:extLst>
                    <a:ext uri="{FF2B5EF4-FFF2-40B4-BE49-F238E27FC236}">
                      <a16:creationId xmlns:a16="http://schemas.microsoft.com/office/drawing/2014/main" id="{961AD9CE-8520-89CF-64ED-3574201688E8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" name="Ellipse 127">
                  <a:extLst>
                    <a:ext uri="{FF2B5EF4-FFF2-40B4-BE49-F238E27FC236}">
                      <a16:creationId xmlns:a16="http://schemas.microsoft.com/office/drawing/2014/main" id="{A43415F9-484B-6CF1-1900-0E547328BA73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" name="Ellipse 128">
                  <a:extLst>
                    <a:ext uri="{FF2B5EF4-FFF2-40B4-BE49-F238E27FC236}">
                      <a16:creationId xmlns:a16="http://schemas.microsoft.com/office/drawing/2014/main" id="{DACE5737-1117-BF34-ECFD-64B345D9F89A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" name="Ellipse 129">
                  <a:extLst>
                    <a:ext uri="{FF2B5EF4-FFF2-40B4-BE49-F238E27FC236}">
                      <a16:creationId xmlns:a16="http://schemas.microsoft.com/office/drawing/2014/main" id="{5598B4F6-B115-E2EE-5995-B5931DEF9F91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" name="Ellipse 130">
                  <a:extLst>
                    <a:ext uri="{FF2B5EF4-FFF2-40B4-BE49-F238E27FC236}">
                      <a16:creationId xmlns:a16="http://schemas.microsoft.com/office/drawing/2014/main" id="{D76F051B-11C9-16C1-97FB-F340393437EA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" name="Ellipse 131">
                  <a:extLst>
                    <a:ext uri="{FF2B5EF4-FFF2-40B4-BE49-F238E27FC236}">
                      <a16:creationId xmlns:a16="http://schemas.microsoft.com/office/drawing/2014/main" id="{786110BC-C541-6FDC-6E69-E633BAC860B0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pic>
            <p:nvPicPr>
              <p:cNvPr id="133" name="Grafik 132">
                <a:extLst>
                  <a:ext uri="{FF2B5EF4-FFF2-40B4-BE49-F238E27FC236}">
                    <a16:creationId xmlns:a16="http://schemas.microsoft.com/office/drawing/2014/main" id="{6BEE164E-42CB-28F8-102E-BA8B2A6CAD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19018" t="14153" r="22248" b="41925"/>
              <a:stretch>
                <a:fillRect/>
              </a:stretch>
            </p:blipFill>
            <p:spPr>
              <a:xfrm flipH="1">
                <a:off x="4604856" y="7242800"/>
                <a:ext cx="1591374" cy="1190084"/>
              </a:xfrm>
              <a:prstGeom prst="rect">
                <a:avLst/>
              </a:prstGeom>
            </p:spPr>
          </p:pic>
          <p:grpSp>
            <p:nvGrpSpPr>
              <p:cNvPr id="134" name="Gruppieren 133">
                <a:extLst>
                  <a:ext uri="{FF2B5EF4-FFF2-40B4-BE49-F238E27FC236}">
                    <a16:creationId xmlns:a16="http://schemas.microsoft.com/office/drawing/2014/main" id="{93C68318-0DA9-1BCF-3377-378AA56DBFAF}"/>
                  </a:ext>
                </a:extLst>
              </p:cNvPr>
              <p:cNvGrpSpPr/>
              <p:nvPr/>
            </p:nvGrpSpPr>
            <p:grpSpPr>
              <a:xfrm rot="9412871">
                <a:off x="4672180" y="5579665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35" name="Ellipse 134">
                  <a:extLst>
                    <a:ext uri="{FF2B5EF4-FFF2-40B4-BE49-F238E27FC236}">
                      <a16:creationId xmlns:a16="http://schemas.microsoft.com/office/drawing/2014/main" id="{CC19915E-876C-CDF9-39C5-6D224428F9D4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6" name="Ellipse 135">
                  <a:extLst>
                    <a:ext uri="{FF2B5EF4-FFF2-40B4-BE49-F238E27FC236}">
                      <a16:creationId xmlns:a16="http://schemas.microsoft.com/office/drawing/2014/main" id="{BFCECDC2-7AA5-8387-B87F-A28207F66FA2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" name="Ellipse 136">
                  <a:extLst>
                    <a:ext uri="{FF2B5EF4-FFF2-40B4-BE49-F238E27FC236}">
                      <a16:creationId xmlns:a16="http://schemas.microsoft.com/office/drawing/2014/main" id="{941BA206-0AC8-8651-1713-4EB0E7ABEBFE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" name="Ellipse 137">
                  <a:extLst>
                    <a:ext uri="{FF2B5EF4-FFF2-40B4-BE49-F238E27FC236}">
                      <a16:creationId xmlns:a16="http://schemas.microsoft.com/office/drawing/2014/main" id="{790AA228-D892-F563-0133-A7B1807F69FD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" name="Ellipse 138">
                  <a:extLst>
                    <a:ext uri="{FF2B5EF4-FFF2-40B4-BE49-F238E27FC236}">
                      <a16:creationId xmlns:a16="http://schemas.microsoft.com/office/drawing/2014/main" id="{6E8F30EB-C5A2-F137-56D2-A9DC2D4A4F5C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" name="Ellipse 139">
                  <a:extLst>
                    <a:ext uri="{FF2B5EF4-FFF2-40B4-BE49-F238E27FC236}">
                      <a16:creationId xmlns:a16="http://schemas.microsoft.com/office/drawing/2014/main" id="{907824BB-126C-B396-7A16-6FD0E3E01470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" name="Ellipse 140">
                  <a:extLst>
                    <a:ext uri="{FF2B5EF4-FFF2-40B4-BE49-F238E27FC236}">
                      <a16:creationId xmlns:a16="http://schemas.microsoft.com/office/drawing/2014/main" id="{7A0FF3AE-29A9-E3A0-3BD8-30503EB99B2E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" name="Ellipse 141">
                  <a:extLst>
                    <a:ext uri="{FF2B5EF4-FFF2-40B4-BE49-F238E27FC236}">
                      <a16:creationId xmlns:a16="http://schemas.microsoft.com/office/drawing/2014/main" id="{51503583-2FFE-10D4-1B90-15F9AD0FA99A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" name="Ellipse 142">
                  <a:extLst>
                    <a:ext uri="{FF2B5EF4-FFF2-40B4-BE49-F238E27FC236}">
                      <a16:creationId xmlns:a16="http://schemas.microsoft.com/office/drawing/2014/main" id="{4D597D0A-ED60-3BF1-8657-92D88F699154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" name="Ellipse 143">
                  <a:extLst>
                    <a:ext uri="{FF2B5EF4-FFF2-40B4-BE49-F238E27FC236}">
                      <a16:creationId xmlns:a16="http://schemas.microsoft.com/office/drawing/2014/main" id="{8C7B853D-9735-850A-372C-CB6E2A66FE92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" name="Ellipse 144">
                  <a:extLst>
                    <a:ext uri="{FF2B5EF4-FFF2-40B4-BE49-F238E27FC236}">
                      <a16:creationId xmlns:a16="http://schemas.microsoft.com/office/drawing/2014/main" id="{6E91EBDC-902D-BE5E-BFC7-446CFE2E3436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6" name="Ellipse 145">
                  <a:extLst>
                    <a:ext uri="{FF2B5EF4-FFF2-40B4-BE49-F238E27FC236}">
                      <a16:creationId xmlns:a16="http://schemas.microsoft.com/office/drawing/2014/main" id="{43E601C8-3A28-26D6-A8B8-C423EFEA794B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7" name="Ellipse 146">
                  <a:extLst>
                    <a:ext uri="{FF2B5EF4-FFF2-40B4-BE49-F238E27FC236}">
                      <a16:creationId xmlns:a16="http://schemas.microsoft.com/office/drawing/2014/main" id="{5E861B2A-6C5D-8D1B-B9D3-B00904E6B948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8" name="Ellipse 147">
                  <a:extLst>
                    <a:ext uri="{FF2B5EF4-FFF2-40B4-BE49-F238E27FC236}">
                      <a16:creationId xmlns:a16="http://schemas.microsoft.com/office/drawing/2014/main" id="{94F9D362-D2DA-33C9-ABBB-E02859458840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9" name="Ellipse 148">
                  <a:extLst>
                    <a:ext uri="{FF2B5EF4-FFF2-40B4-BE49-F238E27FC236}">
                      <a16:creationId xmlns:a16="http://schemas.microsoft.com/office/drawing/2014/main" id="{E6884446-9D80-8BAC-B9F2-EBA3BEE6A2A7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0" name="Ellipse 149">
                  <a:extLst>
                    <a:ext uri="{FF2B5EF4-FFF2-40B4-BE49-F238E27FC236}">
                      <a16:creationId xmlns:a16="http://schemas.microsoft.com/office/drawing/2014/main" id="{911461E7-6FE0-9BED-C5F5-8B6AEA566A51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1" name="Ellipse 150">
                  <a:extLst>
                    <a:ext uri="{FF2B5EF4-FFF2-40B4-BE49-F238E27FC236}">
                      <a16:creationId xmlns:a16="http://schemas.microsoft.com/office/drawing/2014/main" id="{B009AB69-F6AD-D72B-9CC9-615C36E7D4FB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2" name="Ellipse 151">
                  <a:extLst>
                    <a:ext uri="{FF2B5EF4-FFF2-40B4-BE49-F238E27FC236}">
                      <a16:creationId xmlns:a16="http://schemas.microsoft.com/office/drawing/2014/main" id="{8247737B-F8A7-E5FB-FACE-C2DB1D5F15E8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3" name="Ellipse 152">
                  <a:extLst>
                    <a:ext uri="{FF2B5EF4-FFF2-40B4-BE49-F238E27FC236}">
                      <a16:creationId xmlns:a16="http://schemas.microsoft.com/office/drawing/2014/main" id="{747CDD99-F104-6120-8F56-B574BC9083E7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4" name="Ellipse 153">
                  <a:extLst>
                    <a:ext uri="{FF2B5EF4-FFF2-40B4-BE49-F238E27FC236}">
                      <a16:creationId xmlns:a16="http://schemas.microsoft.com/office/drawing/2014/main" id="{00E7D2B5-0F35-5FBE-F3CF-C7C355F1DAB3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5" name="Ellipse 154">
                  <a:extLst>
                    <a:ext uri="{FF2B5EF4-FFF2-40B4-BE49-F238E27FC236}">
                      <a16:creationId xmlns:a16="http://schemas.microsoft.com/office/drawing/2014/main" id="{BA46D33B-D158-6B66-C029-FAA26E115513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6" name="Ellipse 155">
                  <a:extLst>
                    <a:ext uri="{FF2B5EF4-FFF2-40B4-BE49-F238E27FC236}">
                      <a16:creationId xmlns:a16="http://schemas.microsoft.com/office/drawing/2014/main" id="{116B78D2-05A1-0487-6135-77A1DA703088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7" name="Ellipse 156">
                  <a:extLst>
                    <a:ext uri="{FF2B5EF4-FFF2-40B4-BE49-F238E27FC236}">
                      <a16:creationId xmlns:a16="http://schemas.microsoft.com/office/drawing/2014/main" id="{72CD923E-AF29-03BB-591D-735D097567A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8" name="Ellipse 157">
                  <a:extLst>
                    <a:ext uri="{FF2B5EF4-FFF2-40B4-BE49-F238E27FC236}">
                      <a16:creationId xmlns:a16="http://schemas.microsoft.com/office/drawing/2014/main" id="{91A2DAED-9039-A6E5-9025-5710FCE0F1A2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59" name="Ellipse 158">
                  <a:extLst>
                    <a:ext uri="{FF2B5EF4-FFF2-40B4-BE49-F238E27FC236}">
                      <a16:creationId xmlns:a16="http://schemas.microsoft.com/office/drawing/2014/main" id="{9F22B741-84E1-7534-EE22-49F209681A80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60" name="Gruppieren 159">
                <a:extLst>
                  <a:ext uri="{FF2B5EF4-FFF2-40B4-BE49-F238E27FC236}">
                    <a16:creationId xmlns:a16="http://schemas.microsoft.com/office/drawing/2014/main" id="{AF26BD02-FF28-9BB1-D711-BE846F44CC13}"/>
                  </a:ext>
                </a:extLst>
              </p:cNvPr>
              <p:cNvGrpSpPr/>
              <p:nvPr/>
            </p:nvGrpSpPr>
            <p:grpSpPr>
              <a:xfrm rot="19191760" flipV="1">
                <a:off x="4521749" y="4350398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61" name="Ellipse 160">
                  <a:extLst>
                    <a:ext uri="{FF2B5EF4-FFF2-40B4-BE49-F238E27FC236}">
                      <a16:creationId xmlns:a16="http://schemas.microsoft.com/office/drawing/2014/main" id="{0F2336CA-F2F9-0A04-78FE-DA9D83489657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2" name="Ellipse 161">
                  <a:extLst>
                    <a:ext uri="{FF2B5EF4-FFF2-40B4-BE49-F238E27FC236}">
                      <a16:creationId xmlns:a16="http://schemas.microsoft.com/office/drawing/2014/main" id="{A37A526E-487C-7ED2-08B3-1EAD98D8D44B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3" name="Ellipse 162">
                  <a:extLst>
                    <a:ext uri="{FF2B5EF4-FFF2-40B4-BE49-F238E27FC236}">
                      <a16:creationId xmlns:a16="http://schemas.microsoft.com/office/drawing/2014/main" id="{04275869-DD7B-2907-A561-FED740C8C293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4" name="Ellipse 163">
                  <a:extLst>
                    <a:ext uri="{FF2B5EF4-FFF2-40B4-BE49-F238E27FC236}">
                      <a16:creationId xmlns:a16="http://schemas.microsoft.com/office/drawing/2014/main" id="{006256B9-526B-61F6-22AB-4BA29A4E0FCB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5" name="Ellipse 164">
                  <a:extLst>
                    <a:ext uri="{FF2B5EF4-FFF2-40B4-BE49-F238E27FC236}">
                      <a16:creationId xmlns:a16="http://schemas.microsoft.com/office/drawing/2014/main" id="{DE2D52E3-CBA5-D712-A58B-06A34CF68E4A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6" name="Ellipse 165">
                  <a:extLst>
                    <a:ext uri="{FF2B5EF4-FFF2-40B4-BE49-F238E27FC236}">
                      <a16:creationId xmlns:a16="http://schemas.microsoft.com/office/drawing/2014/main" id="{E44A2DAF-BE09-3ABB-FBAD-8E76FF39F449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7" name="Ellipse 166">
                  <a:extLst>
                    <a:ext uri="{FF2B5EF4-FFF2-40B4-BE49-F238E27FC236}">
                      <a16:creationId xmlns:a16="http://schemas.microsoft.com/office/drawing/2014/main" id="{49C9C55D-9A40-52D4-CDBD-EB797CB604A1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8" name="Ellipse 167">
                  <a:extLst>
                    <a:ext uri="{FF2B5EF4-FFF2-40B4-BE49-F238E27FC236}">
                      <a16:creationId xmlns:a16="http://schemas.microsoft.com/office/drawing/2014/main" id="{22CBD06F-5523-120E-BAE1-BBD90C7DD919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69" name="Ellipse 168">
                  <a:extLst>
                    <a:ext uri="{FF2B5EF4-FFF2-40B4-BE49-F238E27FC236}">
                      <a16:creationId xmlns:a16="http://schemas.microsoft.com/office/drawing/2014/main" id="{EDCB781B-2149-6E67-3C23-3C0ECF303702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0" name="Ellipse 169">
                  <a:extLst>
                    <a:ext uri="{FF2B5EF4-FFF2-40B4-BE49-F238E27FC236}">
                      <a16:creationId xmlns:a16="http://schemas.microsoft.com/office/drawing/2014/main" id="{4028AF3D-ABE1-9BDD-0C39-05F128A1AC32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1" name="Ellipse 170">
                  <a:extLst>
                    <a:ext uri="{FF2B5EF4-FFF2-40B4-BE49-F238E27FC236}">
                      <a16:creationId xmlns:a16="http://schemas.microsoft.com/office/drawing/2014/main" id="{898BA7AF-E3D4-85B1-95D4-3D8D95E3280A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2" name="Ellipse 171">
                  <a:extLst>
                    <a:ext uri="{FF2B5EF4-FFF2-40B4-BE49-F238E27FC236}">
                      <a16:creationId xmlns:a16="http://schemas.microsoft.com/office/drawing/2014/main" id="{E6AE16BA-8603-D814-E68E-42504F2A9B96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3" name="Ellipse 172">
                  <a:extLst>
                    <a:ext uri="{FF2B5EF4-FFF2-40B4-BE49-F238E27FC236}">
                      <a16:creationId xmlns:a16="http://schemas.microsoft.com/office/drawing/2014/main" id="{CF4AC4AE-B5B8-2AD8-E57D-8E0BD6C90894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4" name="Ellipse 173">
                  <a:extLst>
                    <a:ext uri="{FF2B5EF4-FFF2-40B4-BE49-F238E27FC236}">
                      <a16:creationId xmlns:a16="http://schemas.microsoft.com/office/drawing/2014/main" id="{52F7F071-D4EC-A6CF-B16C-B6453D1C92BF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5" name="Ellipse 174">
                  <a:extLst>
                    <a:ext uri="{FF2B5EF4-FFF2-40B4-BE49-F238E27FC236}">
                      <a16:creationId xmlns:a16="http://schemas.microsoft.com/office/drawing/2014/main" id="{5FB71F44-C53B-7A72-2797-44F0BEEA5898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6" name="Ellipse 175">
                  <a:extLst>
                    <a:ext uri="{FF2B5EF4-FFF2-40B4-BE49-F238E27FC236}">
                      <a16:creationId xmlns:a16="http://schemas.microsoft.com/office/drawing/2014/main" id="{55102CB9-50EA-281A-58DD-3058D001624F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7" name="Ellipse 176">
                  <a:extLst>
                    <a:ext uri="{FF2B5EF4-FFF2-40B4-BE49-F238E27FC236}">
                      <a16:creationId xmlns:a16="http://schemas.microsoft.com/office/drawing/2014/main" id="{013AA3EC-29D0-454D-D598-39DFE3125C69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8" name="Ellipse 177">
                  <a:extLst>
                    <a:ext uri="{FF2B5EF4-FFF2-40B4-BE49-F238E27FC236}">
                      <a16:creationId xmlns:a16="http://schemas.microsoft.com/office/drawing/2014/main" id="{F2114684-5C32-8528-7320-390F16F09FEF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79" name="Ellipse 178">
                  <a:extLst>
                    <a:ext uri="{FF2B5EF4-FFF2-40B4-BE49-F238E27FC236}">
                      <a16:creationId xmlns:a16="http://schemas.microsoft.com/office/drawing/2014/main" id="{C75C4D69-667C-C008-28DF-8215ED457B71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0" name="Ellipse 179">
                  <a:extLst>
                    <a:ext uri="{FF2B5EF4-FFF2-40B4-BE49-F238E27FC236}">
                      <a16:creationId xmlns:a16="http://schemas.microsoft.com/office/drawing/2014/main" id="{EAE9212D-FE19-0F4F-967E-0B9DA82A20A3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1" name="Ellipse 180">
                  <a:extLst>
                    <a:ext uri="{FF2B5EF4-FFF2-40B4-BE49-F238E27FC236}">
                      <a16:creationId xmlns:a16="http://schemas.microsoft.com/office/drawing/2014/main" id="{431F3A43-D122-67E8-F773-FDAECC0EB152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2" name="Ellipse 181">
                  <a:extLst>
                    <a:ext uri="{FF2B5EF4-FFF2-40B4-BE49-F238E27FC236}">
                      <a16:creationId xmlns:a16="http://schemas.microsoft.com/office/drawing/2014/main" id="{F8D9B119-F046-712F-96A5-DCBDCC222A01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3" name="Ellipse 182">
                  <a:extLst>
                    <a:ext uri="{FF2B5EF4-FFF2-40B4-BE49-F238E27FC236}">
                      <a16:creationId xmlns:a16="http://schemas.microsoft.com/office/drawing/2014/main" id="{1425A6D2-ECE4-81A8-3BB9-A42F4CA601BE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4" name="Ellipse 183">
                  <a:extLst>
                    <a:ext uri="{FF2B5EF4-FFF2-40B4-BE49-F238E27FC236}">
                      <a16:creationId xmlns:a16="http://schemas.microsoft.com/office/drawing/2014/main" id="{6306649B-7AA1-ADE4-AE2A-D38A3283440D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5" name="Ellipse 184">
                  <a:extLst>
                    <a:ext uri="{FF2B5EF4-FFF2-40B4-BE49-F238E27FC236}">
                      <a16:creationId xmlns:a16="http://schemas.microsoft.com/office/drawing/2014/main" id="{5DA3BCA7-8D15-A017-3C8F-FDDF0EC8F967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86" name="Gruppieren 185">
                <a:extLst>
                  <a:ext uri="{FF2B5EF4-FFF2-40B4-BE49-F238E27FC236}">
                    <a16:creationId xmlns:a16="http://schemas.microsoft.com/office/drawing/2014/main" id="{9CE11D0C-3C9E-69BD-BF2A-7B1B9AC92DBD}"/>
                  </a:ext>
                </a:extLst>
              </p:cNvPr>
              <p:cNvGrpSpPr/>
              <p:nvPr/>
            </p:nvGrpSpPr>
            <p:grpSpPr>
              <a:xfrm>
                <a:off x="2194162" y="4621016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87" name="Ellipse 186">
                  <a:extLst>
                    <a:ext uri="{FF2B5EF4-FFF2-40B4-BE49-F238E27FC236}">
                      <a16:creationId xmlns:a16="http://schemas.microsoft.com/office/drawing/2014/main" id="{50BA4B9E-6409-C141-ACE2-166068D61538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8" name="Ellipse 187">
                  <a:extLst>
                    <a:ext uri="{FF2B5EF4-FFF2-40B4-BE49-F238E27FC236}">
                      <a16:creationId xmlns:a16="http://schemas.microsoft.com/office/drawing/2014/main" id="{E5330FCA-77F6-EB3A-3A1E-F2B01F5DBFEA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89" name="Ellipse 188">
                  <a:extLst>
                    <a:ext uri="{FF2B5EF4-FFF2-40B4-BE49-F238E27FC236}">
                      <a16:creationId xmlns:a16="http://schemas.microsoft.com/office/drawing/2014/main" id="{FB5FBAE6-E345-8BCD-5D46-7A76D49E461F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0" name="Ellipse 189">
                  <a:extLst>
                    <a:ext uri="{FF2B5EF4-FFF2-40B4-BE49-F238E27FC236}">
                      <a16:creationId xmlns:a16="http://schemas.microsoft.com/office/drawing/2014/main" id="{CE9C437F-F043-94DA-EE4C-CC5B58C80DC8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1" name="Ellipse 190">
                  <a:extLst>
                    <a:ext uri="{FF2B5EF4-FFF2-40B4-BE49-F238E27FC236}">
                      <a16:creationId xmlns:a16="http://schemas.microsoft.com/office/drawing/2014/main" id="{20266608-FF8E-58B6-1BC5-B00A23163FC1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2" name="Ellipse 191">
                  <a:extLst>
                    <a:ext uri="{FF2B5EF4-FFF2-40B4-BE49-F238E27FC236}">
                      <a16:creationId xmlns:a16="http://schemas.microsoft.com/office/drawing/2014/main" id="{E47627D7-07CD-CAF3-F4A2-C6262FAA8D39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3" name="Ellipse 192">
                  <a:extLst>
                    <a:ext uri="{FF2B5EF4-FFF2-40B4-BE49-F238E27FC236}">
                      <a16:creationId xmlns:a16="http://schemas.microsoft.com/office/drawing/2014/main" id="{0C05E565-4BC9-50E9-2EA9-7C0D4F434124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4" name="Ellipse 193">
                  <a:extLst>
                    <a:ext uri="{FF2B5EF4-FFF2-40B4-BE49-F238E27FC236}">
                      <a16:creationId xmlns:a16="http://schemas.microsoft.com/office/drawing/2014/main" id="{D31CBC1F-4124-DACD-BC44-4FA1E9937205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5" name="Ellipse 194">
                  <a:extLst>
                    <a:ext uri="{FF2B5EF4-FFF2-40B4-BE49-F238E27FC236}">
                      <a16:creationId xmlns:a16="http://schemas.microsoft.com/office/drawing/2014/main" id="{A1B60E96-5E65-AC66-8F9B-8C62C7BBCFB8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6" name="Ellipse 195">
                  <a:extLst>
                    <a:ext uri="{FF2B5EF4-FFF2-40B4-BE49-F238E27FC236}">
                      <a16:creationId xmlns:a16="http://schemas.microsoft.com/office/drawing/2014/main" id="{256F7897-452E-CD9E-B60D-27B5BA1A7D95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7" name="Ellipse 196">
                  <a:extLst>
                    <a:ext uri="{FF2B5EF4-FFF2-40B4-BE49-F238E27FC236}">
                      <a16:creationId xmlns:a16="http://schemas.microsoft.com/office/drawing/2014/main" id="{BA18432E-06A9-24C5-5695-CF97B617C27E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8" name="Ellipse 197">
                  <a:extLst>
                    <a:ext uri="{FF2B5EF4-FFF2-40B4-BE49-F238E27FC236}">
                      <a16:creationId xmlns:a16="http://schemas.microsoft.com/office/drawing/2014/main" id="{B9AA6552-1F1D-D3BF-7455-9F7E09AD0392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99" name="Ellipse 198">
                  <a:extLst>
                    <a:ext uri="{FF2B5EF4-FFF2-40B4-BE49-F238E27FC236}">
                      <a16:creationId xmlns:a16="http://schemas.microsoft.com/office/drawing/2014/main" id="{AFD7DD45-6FB7-5C83-4271-32855836AE21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0" name="Ellipse 199">
                  <a:extLst>
                    <a:ext uri="{FF2B5EF4-FFF2-40B4-BE49-F238E27FC236}">
                      <a16:creationId xmlns:a16="http://schemas.microsoft.com/office/drawing/2014/main" id="{D6928541-5FEC-9E7C-4072-14034497FB51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1" name="Ellipse 200">
                  <a:extLst>
                    <a:ext uri="{FF2B5EF4-FFF2-40B4-BE49-F238E27FC236}">
                      <a16:creationId xmlns:a16="http://schemas.microsoft.com/office/drawing/2014/main" id="{58463564-47F1-1083-7842-7156BFE5F601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2" name="Ellipse 201">
                  <a:extLst>
                    <a:ext uri="{FF2B5EF4-FFF2-40B4-BE49-F238E27FC236}">
                      <a16:creationId xmlns:a16="http://schemas.microsoft.com/office/drawing/2014/main" id="{16D1B8CC-83B1-427B-5C37-567ECBD12359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3" name="Ellipse 202">
                  <a:extLst>
                    <a:ext uri="{FF2B5EF4-FFF2-40B4-BE49-F238E27FC236}">
                      <a16:creationId xmlns:a16="http://schemas.microsoft.com/office/drawing/2014/main" id="{AD9688DC-C581-29DD-F001-50EA63D1E77B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4" name="Ellipse 203">
                  <a:extLst>
                    <a:ext uri="{FF2B5EF4-FFF2-40B4-BE49-F238E27FC236}">
                      <a16:creationId xmlns:a16="http://schemas.microsoft.com/office/drawing/2014/main" id="{7642C375-F131-D500-E3C1-6A69BC83E950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5" name="Ellipse 204">
                  <a:extLst>
                    <a:ext uri="{FF2B5EF4-FFF2-40B4-BE49-F238E27FC236}">
                      <a16:creationId xmlns:a16="http://schemas.microsoft.com/office/drawing/2014/main" id="{86F4DEED-1BBA-DEAF-7471-569270E07C29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6" name="Ellipse 205">
                  <a:extLst>
                    <a:ext uri="{FF2B5EF4-FFF2-40B4-BE49-F238E27FC236}">
                      <a16:creationId xmlns:a16="http://schemas.microsoft.com/office/drawing/2014/main" id="{9868A7CB-ED26-DE3C-10C9-F49D3EE674A9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7" name="Ellipse 206">
                  <a:extLst>
                    <a:ext uri="{FF2B5EF4-FFF2-40B4-BE49-F238E27FC236}">
                      <a16:creationId xmlns:a16="http://schemas.microsoft.com/office/drawing/2014/main" id="{881B755B-47CD-2714-2A6F-3E2139622818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8" name="Ellipse 207">
                  <a:extLst>
                    <a:ext uri="{FF2B5EF4-FFF2-40B4-BE49-F238E27FC236}">
                      <a16:creationId xmlns:a16="http://schemas.microsoft.com/office/drawing/2014/main" id="{88EFC239-3244-1860-6AB2-AFE4E1BF0A06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09" name="Ellipse 208">
                  <a:extLst>
                    <a:ext uri="{FF2B5EF4-FFF2-40B4-BE49-F238E27FC236}">
                      <a16:creationId xmlns:a16="http://schemas.microsoft.com/office/drawing/2014/main" id="{71733C1D-9CDD-C666-0DFE-44253367751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0" name="Ellipse 209">
                  <a:extLst>
                    <a:ext uri="{FF2B5EF4-FFF2-40B4-BE49-F238E27FC236}">
                      <a16:creationId xmlns:a16="http://schemas.microsoft.com/office/drawing/2014/main" id="{52A8F6EE-C343-3225-C20B-AB1870D60C36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1" name="Ellipse 210">
                  <a:extLst>
                    <a:ext uri="{FF2B5EF4-FFF2-40B4-BE49-F238E27FC236}">
                      <a16:creationId xmlns:a16="http://schemas.microsoft.com/office/drawing/2014/main" id="{3B80FF34-C1FB-D01D-9A39-8E8ECBDBC388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238" name="Gruppieren 237">
                <a:extLst>
                  <a:ext uri="{FF2B5EF4-FFF2-40B4-BE49-F238E27FC236}">
                    <a16:creationId xmlns:a16="http://schemas.microsoft.com/office/drawing/2014/main" id="{9E1D096F-BA37-5707-5914-38D2B0231B5E}"/>
                  </a:ext>
                </a:extLst>
              </p:cNvPr>
              <p:cNvGrpSpPr/>
              <p:nvPr/>
            </p:nvGrpSpPr>
            <p:grpSpPr>
              <a:xfrm rot="9412871">
                <a:off x="3772440" y="3309704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239" name="Ellipse 238">
                  <a:extLst>
                    <a:ext uri="{FF2B5EF4-FFF2-40B4-BE49-F238E27FC236}">
                      <a16:creationId xmlns:a16="http://schemas.microsoft.com/office/drawing/2014/main" id="{1B997747-5629-ADB0-A525-0B5E95048797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0" name="Ellipse 239">
                  <a:extLst>
                    <a:ext uri="{FF2B5EF4-FFF2-40B4-BE49-F238E27FC236}">
                      <a16:creationId xmlns:a16="http://schemas.microsoft.com/office/drawing/2014/main" id="{68793F9E-8901-6CC8-D2E0-9B9239952AC0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1" name="Ellipse 240">
                  <a:extLst>
                    <a:ext uri="{FF2B5EF4-FFF2-40B4-BE49-F238E27FC236}">
                      <a16:creationId xmlns:a16="http://schemas.microsoft.com/office/drawing/2014/main" id="{BE86E8E3-C876-6AB8-A38B-C24499C04F9E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2" name="Ellipse 241">
                  <a:extLst>
                    <a:ext uri="{FF2B5EF4-FFF2-40B4-BE49-F238E27FC236}">
                      <a16:creationId xmlns:a16="http://schemas.microsoft.com/office/drawing/2014/main" id="{4A6A61DF-2FF3-BF7C-3E99-C848B210BEE7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3" name="Ellipse 242">
                  <a:extLst>
                    <a:ext uri="{FF2B5EF4-FFF2-40B4-BE49-F238E27FC236}">
                      <a16:creationId xmlns:a16="http://schemas.microsoft.com/office/drawing/2014/main" id="{B78D1FB0-BD77-3236-C93A-A050EE97545D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4" name="Ellipse 243">
                  <a:extLst>
                    <a:ext uri="{FF2B5EF4-FFF2-40B4-BE49-F238E27FC236}">
                      <a16:creationId xmlns:a16="http://schemas.microsoft.com/office/drawing/2014/main" id="{DBDE90DD-F773-F469-588E-7CC7B4430AAB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5" name="Ellipse 244">
                  <a:extLst>
                    <a:ext uri="{FF2B5EF4-FFF2-40B4-BE49-F238E27FC236}">
                      <a16:creationId xmlns:a16="http://schemas.microsoft.com/office/drawing/2014/main" id="{9FA4238A-BC60-E873-22B0-71BE09D8CD86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6" name="Ellipse 245">
                  <a:extLst>
                    <a:ext uri="{FF2B5EF4-FFF2-40B4-BE49-F238E27FC236}">
                      <a16:creationId xmlns:a16="http://schemas.microsoft.com/office/drawing/2014/main" id="{5B028018-A9B6-7997-1C6D-110C817A8830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7" name="Ellipse 246">
                  <a:extLst>
                    <a:ext uri="{FF2B5EF4-FFF2-40B4-BE49-F238E27FC236}">
                      <a16:creationId xmlns:a16="http://schemas.microsoft.com/office/drawing/2014/main" id="{41DA0B15-20E2-6032-F154-19520EC07526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8" name="Ellipse 247">
                  <a:extLst>
                    <a:ext uri="{FF2B5EF4-FFF2-40B4-BE49-F238E27FC236}">
                      <a16:creationId xmlns:a16="http://schemas.microsoft.com/office/drawing/2014/main" id="{B1AC9A44-103A-6B01-63AD-F9BAAA022014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49" name="Ellipse 248">
                  <a:extLst>
                    <a:ext uri="{FF2B5EF4-FFF2-40B4-BE49-F238E27FC236}">
                      <a16:creationId xmlns:a16="http://schemas.microsoft.com/office/drawing/2014/main" id="{9459E113-CF63-5CAC-6F64-97ACCF872DC7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0" name="Ellipse 249">
                  <a:extLst>
                    <a:ext uri="{FF2B5EF4-FFF2-40B4-BE49-F238E27FC236}">
                      <a16:creationId xmlns:a16="http://schemas.microsoft.com/office/drawing/2014/main" id="{99026EBA-172C-538E-03F1-B03F8E359D7B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1" name="Ellipse 250">
                  <a:extLst>
                    <a:ext uri="{FF2B5EF4-FFF2-40B4-BE49-F238E27FC236}">
                      <a16:creationId xmlns:a16="http://schemas.microsoft.com/office/drawing/2014/main" id="{A63A1514-9AB8-1812-F97F-CE3E6B72CD34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2" name="Ellipse 251">
                  <a:extLst>
                    <a:ext uri="{FF2B5EF4-FFF2-40B4-BE49-F238E27FC236}">
                      <a16:creationId xmlns:a16="http://schemas.microsoft.com/office/drawing/2014/main" id="{110C1B26-0CE5-A50F-EB62-7418CAAA1E58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3" name="Ellipse 252">
                  <a:extLst>
                    <a:ext uri="{FF2B5EF4-FFF2-40B4-BE49-F238E27FC236}">
                      <a16:creationId xmlns:a16="http://schemas.microsoft.com/office/drawing/2014/main" id="{9B78B74D-5AA6-5242-559E-E06AF72FE231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4" name="Ellipse 253">
                  <a:extLst>
                    <a:ext uri="{FF2B5EF4-FFF2-40B4-BE49-F238E27FC236}">
                      <a16:creationId xmlns:a16="http://schemas.microsoft.com/office/drawing/2014/main" id="{71D05838-BA88-4370-E675-647121D1314B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5" name="Ellipse 254">
                  <a:extLst>
                    <a:ext uri="{FF2B5EF4-FFF2-40B4-BE49-F238E27FC236}">
                      <a16:creationId xmlns:a16="http://schemas.microsoft.com/office/drawing/2014/main" id="{EBEC5E9A-F31A-5CAA-9629-D831A714E437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6" name="Ellipse 255">
                  <a:extLst>
                    <a:ext uri="{FF2B5EF4-FFF2-40B4-BE49-F238E27FC236}">
                      <a16:creationId xmlns:a16="http://schemas.microsoft.com/office/drawing/2014/main" id="{36C1CF4A-B8C4-257E-43C9-6FB4317A1A5F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7" name="Ellipse 256">
                  <a:extLst>
                    <a:ext uri="{FF2B5EF4-FFF2-40B4-BE49-F238E27FC236}">
                      <a16:creationId xmlns:a16="http://schemas.microsoft.com/office/drawing/2014/main" id="{04B08AC5-0996-D0A1-9830-C015865C8C59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8" name="Ellipse 257">
                  <a:extLst>
                    <a:ext uri="{FF2B5EF4-FFF2-40B4-BE49-F238E27FC236}">
                      <a16:creationId xmlns:a16="http://schemas.microsoft.com/office/drawing/2014/main" id="{722FE81D-F509-9318-C196-BE263E86BEA8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59" name="Ellipse 258">
                  <a:extLst>
                    <a:ext uri="{FF2B5EF4-FFF2-40B4-BE49-F238E27FC236}">
                      <a16:creationId xmlns:a16="http://schemas.microsoft.com/office/drawing/2014/main" id="{5A6CBE6B-3A2A-F071-5CDD-32D490D561B3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0" name="Ellipse 259">
                  <a:extLst>
                    <a:ext uri="{FF2B5EF4-FFF2-40B4-BE49-F238E27FC236}">
                      <a16:creationId xmlns:a16="http://schemas.microsoft.com/office/drawing/2014/main" id="{0945B6E0-AD37-7573-5612-8FC7140BBF79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1" name="Ellipse 260">
                  <a:extLst>
                    <a:ext uri="{FF2B5EF4-FFF2-40B4-BE49-F238E27FC236}">
                      <a16:creationId xmlns:a16="http://schemas.microsoft.com/office/drawing/2014/main" id="{F70B2A63-FDB3-2EAE-202A-F4159631AA0C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2" name="Ellipse 261">
                  <a:extLst>
                    <a:ext uri="{FF2B5EF4-FFF2-40B4-BE49-F238E27FC236}">
                      <a16:creationId xmlns:a16="http://schemas.microsoft.com/office/drawing/2014/main" id="{CF8F3A8B-9B84-DCC3-48E8-95F096649C7A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3" name="Ellipse 262">
                  <a:extLst>
                    <a:ext uri="{FF2B5EF4-FFF2-40B4-BE49-F238E27FC236}">
                      <a16:creationId xmlns:a16="http://schemas.microsoft.com/office/drawing/2014/main" id="{F688C900-DFE3-5717-E9E6-540DF777C2BA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30" name="Gruppieren 29">
                <a:extLst>
                  <a:ext uri="{FF2B5EF4-FFF2-40B4-BE49-F238E27FC236}">
                    <a16:creationId xmlns:a16="http://schemas.microsoft.com/office/drawing/2014/main" id="{265FFDDA-BFB4-B1C4-6FF6-853A31F4B767}"/>
                  </a:ext>
                </a:extLst>
              </p:cNvPr>
              <p:cNvGrpSpPr/>
              <p:nvPr/>
            </p:nvGrpSpPr>
            <p:grpSpPr>
              <a:xfrm>
                <a:off x="-324210" y="4706992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39" name="Ellipse 38">
                  <a:extLst>
                    <a:ext uri="{FF2B5EF4-FFF2-40B4-BE49-F238E27FC236}">
                      <a16:creationId xmlns:a16="http://schemas.microsoft.com/office/drawing/2014/main" id="{72CF5AE3-6F62-582C-E471-30A7286DB1F0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4733E19C-8476-7A79-7BEB-F16B6029BBFF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6C5C0AD9-0EC0-D83E-EC01-07B7B1BB937E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3" name="Ellipse 212">
                  <a:extLst>
                    <a:ext uri="{FF2B5EF4-FFF2-40B4-BE49-F238E27FC236}">
                      <a16:creationId xmlns:a16="http://schemas.microsoft.com/office/drawing/2014/main" id="{6E212A14-96C5-9CCA-DE73-248A1C7ACF68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4" name="Ellipse 213">
                  <a:extLst>
                    <a:ext uri="{FF2B5EF4-FFF2-40B4-BE49-F238E27FC236}">
                      <a16:creationId xmlns:a16="http://schemas.microsoft.com/office/drawing/2014/main" id="{C5E1CA5E-F4F4-719E-2509-89B68526A7ED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5" name="Ellipse 214">
                  <a:extLst>
                    <a:ext uri="{FF2B5EF4-FFF2-40B4-BE49-F238E27FC236}">
                      <a16:creationId xmlns:a16="http://schemas.microsoft.com/office/drawing/2014/main" id="{4172E599-3EB4-0D0C-B9A2-FAF4107F9C25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6" name="Ellipse 215">
                  <a:extLst>
                    <a:ext uri="{FF2B5EF4-FFF2-40B4-BE49-F238E27FC236}">
                      <a16:creationId xmlns:a16="http://schemas.microsoft.com/office/drawing/2014/main" id="{2F3CCED4-DE03-C016-4394-5B38587F3A59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7" name="Ellipse 216">
                  <a:extLst>
                    <a:ext uri="{FF2B5EF4-FFF2-40B4-BE49-F238E27FC236}">
                      <a16:creationId xmlns:a16="http://schemas.microsoft.com/office/drawing/2014/main" id="{F0B37DAA-92CE-BEBE-7C47-46A38B5B51E3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8" name="Ellipse 217">
                  <a:extLst>
                    <a:ext uri="{FF2B5EF4-FFF2-40B4-BE49-F238E27FC236}">
                      <a16:creationId xmlns:a16="http://schemas.microsoft.com/office/drawing/2014/main" id="{01A05B29-26F0-E6FD-51A7-27B06998070D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19" name="Ellipse 218">
                  <a:extLst>
                    <a:ext uri="{FF2B5EF4-FFF2-40B4-BE49-F238E27FC236}">
                      <a16:creationId xmlns:a16="http://schemas.microsoft.com/office/drawing/2014/main" id="{B7171E76-75C2-B15E-A2A2-EFFB51AB4C01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0" name="Ellipse 219">
                  <a:extLst>
                    <a:ext uri="{FF2B5EF4-FFF2-40B4-BE49-F238E27FC236}">
                      <a16:creationId xmlns:a16="http://schemas.microsoft.com/office/drawing/2014/main" id="{4C75D649-05FE-0CC1-2882-8E5C311708DA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2" name="Ellipse 221">
                  <a:extLst>
                    <a:ext uri="{FF2B5EF4-FFF2-40B4-BE49-F238E27FC236}">
                      <a16:creationId xmlns:a16="http://schemas.microsoft.com/office/drawing/2014/main" id="{6A9F19EF-E968-F98A-BCA1-D5009A848D30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3" name="Ellipse 222">
                  <a:extLst>
                    <a:ext uri="{FF2B5EF4-FFF2-40B4-BE49-F238E27FC236}">
                      <a16:creationId xmlns:a16="http://schemas.microsoft.com/office/drawing/2014/main" id="{2A3E0ED6-E045-FF43-6B08-02B3170DFE38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7" name="Ellipse 226">
                  <a:extLst>
                    <a:ext uri="{FF2B5EF4-FFF2-40B4-BE49-F238E27FC236}">
                      <a16:creationId xmlns:a16="http://schemas.microsoft.com/office/drawing/2014/main" id="{1E3F331E-CC81-81A4-F135-3211D4A029E7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8" name="Ellipse 227">
                  <a:extLst>
                    <a:ext uri="{FF2B5EF4-FFF2-40B4-BE49-F238E27FC236}">
                      <a16:creationId xmlns:a16="http://schemas.microsoft.com/office/drawing/2014/main" id="{FD4B6B2E-3775-2825-DAF9-1B50C9678FA7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9" name="Ellipse 228">
                  <a:extLst>
                    <a:ext uri="{FF2B5EF4-FFF2-40B4-BE49-F238E27FC236}">
                      <a16:creationId xmlns:a16="http://schemas.microsoft.com/office/drawing/2014/main" id="{D320D5EE-BAD6-C89E-7217-F87900D0F9B6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0" name="Ellipse 229">
                  <a:extLst>
                    <a:ext uri="{FF2B5EF4-FFF2-40B4-BE49-F238E27FC236}">
                      <a16:creationId xmlns:a16="http://schemas.microsoft.com/office/drawing/2014/main" id="{7AA6B1E6-4824-F4A2-D09D-58DD60AAB873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1" name="Ellipse 230">
                  <a:extLst>
                    <a:ext uri="{FF2B5EF4-FFF2-40B4-BE49-F238E27FC236}">
                      <a16:creationId xmlns:a16="http://schemas.microsoft.com/office/drawing/2014/main" id="{827C5408-D922-2D59-3572-D285E20533B0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2" name="Ellipse 231">
                  <a:extLst>
                    <a:ext uri="{FF2B5EF4-FFF2-40B4-BE49-F238E27FC236}">
                      <a16:creationId xmlns:a16="http://schemas.microsoft.com/office/drawing/2014/main" id="{A9F76DDD-CD9F-E517-299A-C9ECAAF5ABB0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3" name="Ellipse 232">
                  <a:extLst>
                    <a:ext uri="{FF2B5EF4-FFF2-40B4-BE49-F238E27FC236}">
                      <a16:creationId xmlns:a16="http://schemas.microsoft.com/office/drawing/2014/main" id="{E041D804-B3D2-5C9A-03E3-25ABB2F6C9EC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4" name="Ellipse 233">
                  <a:extLst>
                    <a:ext uri="{FF2B5EF4-FFF2-40B4-BE49-F238E27FC236}">
                      <a16:creationId xmlns:a16="http://schemas.microsoft.com/office/drawing/2014/main" id="{71C5A3C7-7B32-F5C6-B648-AABD7A493724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5" name="Ellipse 234">
                  <a:extLst>
                    <a:ext uri="{FF2B5EF4-FFF2-40B4-BE49-F238E27FC236}">
                      <a16:creationId xmlns:a16="http://schemas.microsoft.com/office/drawing/2014/main" id="{C5ECC047-FCEF-9ACF-10F9-03932D647303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6" name="Ellipse 235">
                  <a:extLst>
                    <a:ext uri="{FF2B5EF4-FFF2-40B4-BE49-F238E27FC236}">
                      <a16:creationId xmlns:a16="http://schemas.microsoft.com/office/drawing/2014/main" id="{560545AF-34D6-697B-4EE4-5BD05E05431C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37" name="Ellipse 236">
                  <a:extLst>
                    <a:ext uri="{FF2B5EF4-FFF2-40B4-BE49-F238E27FC236}">
                      <a16:creationId xmlns:a16="http://schemas.microsoft.com/office/drawing/2014/main" id="{BCFB9394-669C-4E08-9B56-8A253A1F9978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4" name="Ellipse 263">
                  <a:extLst>
                    <a:ext uri="{FF2B5EF4-FFF2-40B4-BE49-F238E27FC236}">
                      <a16:creationId xmlns:a16="http://schemas.microsoft.com/office/drawing/2014/main" id="{38BB9797-8344-62D9-435B-4310FDE349A7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5" name="Ellipse 264">
                  <a:extLst>
                    <a:ext uri="{FF2B5EF4-FFF2-40B4-BE49-F238E27FC236}">
                      <a16:creationId xmlns:a16="http://schemas.microsoft.com/office/drawing/2014/main" id="{FA5D18B7-3736-C50F-C0AF-D76DE2BD1AC5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6" name="Ellipse 265">
                  <a:extLst>
                    <a:ext uri="{FF2B5EF4-FFF2-40B4-BE49-F238E27FC236}">
                      <a16:creationId xmlns:a16="http://schemas.microsoft.com/office/drawing/2014/main" id="{E12874B2-3CD0-8E49-26B9-DA0D70ECF49A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7" name="Ellipse 266">
                  <a:extLst>
                    <a:ext uri="{FF2B5EF4-FFF2-40B4-BE49-F238E27FC236}">
                      <a16:creationId xmlns:a16="http://schemas.microsoft.com/office/drawing/2014/main" id="{D6DF41DE-ECF3-8DB8-3003-C3AE2D84D3F5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212" name="Gruppieren 211">
                <a:extLst>
                  <a:ext uri="{FF2B5EF4-FFF2-40B4-BE49-F238E27FC236}">
                    <a16:creationId xmlns:a16="http://schemas.microsoft.com/office/drawing/2014/main" id="{4785E4A5-42E6-5232-1BAA-5C52498E54FC}"/>
                  </a:ext>
                </a:extLst>
              </p:cNvPr>
              <p:cNvGrpSpPr/>
              <p:nvPr/>
            </p:nvGrpSpPr>
            <p:grpSpPr>
              <a:xfrm rot="10800000">
                <a:off x="464530" y="4166517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221" name="Ellipse 220">
                  <a:extLst>
                    <a:ext uri="{FF2B5EF4-FFF2-40B4-BE49-F238E27FC236}">
                      <a16:creationId xmlns:a16="http://schemas.microsoft.com/office/drawing/2014/main" id="{39583E6D-B5B8-BEA1-3621-28A44888FD44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4" name="Ellipse 223">
                  <a:extLst>
                    <a:ext uri="{FF2B5EF4-FFF2-40B4-BE49-F238E27FC236}">
                      <a16:creationId xmlns:a16="http://schemas.microsoft.com/office/drawing/2014/main" id="{ADBF7BEB-F710-4478-E441-74D26A294207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5" name="Ellipse 224">
                  <a:extLst>
                    <a:ext uri="{FF2B5EF4-FFF2-40B4-BE49-F238E27FC236}">
                      <a16:creationId xmlns:a16="http://schemas.microsoft.com/office/drawing/2014/main" id="{EA41BA9B-D7FA-AE98-96F5-0749FFE10B03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26" name="Ellipse 225">
                  <a:extLst>
                    <a:ext uri="{FF2B5EF4-FFF2-40B4-BE49-F238E27FC236}">
                      <a16:creationId xmlns:a16="http://schemas.microsoft.com/office/drawing/2014/main" id="{F0BCFCBD-D7B1-0143-077D-759E8CC79581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8" name="Ellipse 267">
                  <a:extLst>
                    <a:ext uri="{FF2B5EF4-FFF2-40B4-BE49-F238E27FC236}">
                      <a16:creationId xmlns:a16="http://schemas.microsoft.com/office/drawing/2014/main" id="{A112F99E-BCF1-7E92-793C-674E65795153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69" name="Ellipse 268">
                  <a:extLst>
                    <a:ext uri="{FF2B5EF4-FFF2-40B4-BE49-F238E27FC236}">
                      <a16:creationId xmlns:a16="http://schemas.microsoft.com/office/drawing/2014/main" id="{A6BC01C2-6018-CF31-397A-D92180770F75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0" name="Ellipse 269">
                  <a:extLst>
                    <a:ext uri="{FF2B5EF4-FFF2-40B4-BE49-F238E27FC236}">
                      <a16:creationId xmlns:a16="http://schemas.microsoft.com/office/drawing/2014/main" id="{572F8818-A479-6F01-18A1-8FFA13B0D697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1" name="Ellipse 270">
                  <a:extLst>
                    <a:ext uri="{FF2B5EF4-FFF2-40B4-BE49-F238E27FC236}">
                      <a16:creationId xmlns:a16="http://schemas.microsoft.com/office/drawing/2014/main" id="{F925AF72-21CF-D0DC-71A4-C65EBDB2CA44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2" name="Ellipse 271">
                  <a:extLst>
                    <a:ext uri="{FF2B5EF4-FFF2-40B4-BE49-F238E27FC236}">
                      <a16:creationId xmlns:a16="http://schemas.microsoft.com/office/drawing/2014/main" id="{AE9768FC-571E-27B7-8153-F65F4BC9F36A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3" name="Ellipse 272">
                  <a:extLst>
                    <a:ext uri="{FF2B5EF4-FFF2-40B4-BE49-F238E27FC236}">
                      <a16:creationId xmlns:a16="http://schemas.microsoft.com/office/drawing/2014/main" id="{DF49D3C6-28CC-AC96-43A2-CC5A843840D0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4" name="Ellipse 273">
                  <a:extLst>
                    <a:ext uri="{FF2B5EF4-FFF2-40B4-BE49-F238E27FC236}">
                      <a16:creationId xmlns:a16="http://schemas.microsoft.com/office/drawing/2014/main" id="{B393AA75-2B43-0B09-0025-EBD5D697C98C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5" name="Ellipse 274">
                  <a:extLst>
                    <a:ext uri="{FF2B5EF4-FFF2-40B4-BE49-F238E27FC236}">
                      <a16:creationId xmlns:a16="http://schemas.microsoft.com/office/drawing/2014/main" id="{AE955DA8-F8FB-57EC-968B-B5BA5D5BD60B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6" name="Ellipse 275">
                  <a:extLst>
                    <a:ext uri="{FF2B5EF4-FFF2-40B4-BE49-F238E27FC236}">
                      <a16:creationId xmlns:a16="http://schemas.microsoft.com/office/drawing/2014/main" id="{CDC3CFAE-68E4-CE7A-6382-01D2EC6FD909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7" name="Ellipse 276">
                  <a:extLst>
                    <a:ext uri="{FF2B5EF4-FFF2-40B4-BE49-F238E27FC236}">
                      <a16:creationId xmlns:a16="http://schemas.microsoft.com/office/drawing/2014/main" id="{0DF1242F-C5F4-D23E-06B7-7D2356A4B0BC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8" name="Ellipse 277">
                  <a:extLst>
                    <a:ext uri="{FF2B5EF4-FFF2-40B4-BE49-F238E27FC236}">
                      <a16:creationId xmlns:a16="http://schemas.microsoft.com/office/drawing/2014/main" id="{2B8F6BC3-BC14-5C2B-0B6B-8F0AEC5E0059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79" name="Ellipse 278">
                  <a:extLst>
                    <a:ext uri="{FF2B5EF4-FFF2-40B4-BE49-F238E27FC236}">
                      <a16:creationId xmlns:a16="http://schemas.microsoft.com/office/drawing/2014/main" id="{63F4666E-65C8-A4CB-893C-8A83F6F5160E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0" name="Ellipse 279">
                  <a:extLst>
                    <a:ext uri="{FF2B5EF4-FFF2-40B4-BE49-F238E27FC236}">
                      <a16:creationId xmlns:a16="http://schemas.microsoft.com/office/drawing/2014/main" id="{97F62468-448D-8BD0-9954-342E8A0033F5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1" name="Ellipse 280">
                  <a:extLst>
                    <a:ext uri="{FF2B5EF4-FFF2-40B4-BE49-F238E27FC236}">
                      <a16:creationId xmlns:a16="http://schemas.microsoft.com/office/drawing/2014/main" id="{22D8E5E0-932C-A738-9AAC-2A184CE55808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2" name="Ellipse 281">
                  <a:extLst>
                    <a:ext uri="{FF2B5EF4-FFF2-40B4-BE49-F238E27FC236}">
                      <a16:creationId xmlns:a16="http://schemas.microsoft.com/office/drawing/2014/main" id="{13429B3E-FF68-D8BC-3BE0-8511E5C7FE9A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3" name="Ellipse 282">
                  <a:extLst>
                    <a:ext uri="{FF2B5EF4-FFF2-40B4-BE49-F238E27FC236}">
                      <a16:creationId xmlns:a16="http://schemas.microsoft.com/office/drawing/2014/main" id="{CACB2279-9125-11A0-A825-334BDD777F64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4" name="Ellipse 283">
                  <a:extLst>
                    <a:ext uri="{FF2B5EF4-FFF2-40B4-BE49-F238E27FC236}">
                      <a16:creationId xmlns:a16="http://schemas.microsoft.com/office/drawing/2014/main" id="{28FAE4F3-99CA-AEF8-BA30-9FB8CC8F7EA6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5" name="Ellipse 284">
                  <a:extLst>
                    <a:ext uri="{FF2B5EF4-FFF2-40B4-BE49-F238E27FC236}">
                      <a16:creationId xmlns:a16="http://schemas.microsoft.com/office/drawing/2014/main" id="{C2CDF820-DEE0-BE3B-67C1-73DF82E39985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6" name="Ellipse 285">
                  <a:extLst>
                    <a:ext uri="{FF2B5EF4-FFF2-40B4-BE49-F238E27FC236}">
                      <a16:creationId xmlns:a16="http://schemas.microsoft.com/office/drawing/2014/main" id="{5EF8E7A0-70A0-7D69-D01A-2216FEB2D404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7" name="Ellipse 286">
                  <a:extLst>
                    <a:ext uri="{FF2B5EF4-FFF2-40B4-BE49-F238E27FC236}">
                      <a16:creationId xmlns:a16="http://schemas.microsoft.com/office/drawing/2014/main" id="{AE60AFF9-C29D-E910-3793-A4B5C450E1A6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8" name="Ellipse 287">
                  <a:extLst>
                    <a:ext uri="{FF2B5EF4-FFF2-40B4-BE49-F238E27FC236}">
                      <a16:creationId xmlns:a16="http://schemas.microsoft.com/office/drawing/2014/main" id="{635651D7-EC4C-8E80-8B33-A8F03464C218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89" name="Ellipse 288">
                  <a:extLst>
                    <a:ext uri="{FF2B5EF4-FFF2-40B4-BE49-F238E27FC236}">
                      <a16:creationId xmlns:a16="http://schemas.microsoft.com/office/drawing/2014/main" id="{3DEBAB8B-E892-0659-CB23-313C19388C39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0" name="Ellipse 289">
                  <a:extLst>
                    <a:ext uri="{FF2B5EF4-FFF2-40B4-BE49-F238E27FC236}">
                      <a16:creationId xmlns:a16="http://schemas.microsoft.com/office/drawing/2014/main" id="{57815560-5DF4-8836-3203-C356BF7D6775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1" name="Ellipse 290">
                  <a:extLst>
                    <a:ext uri="{FF2B5EF4-FFF2-40B4-BE49-F238E27FC236}">
                      <a16:creationId xmlns:a16="http://schemas.microsoft.com/office/drawing/2014/main" id="{649C5B97-8175-9328-3493-DE124F8FF67F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292" name="Gruppieren 291">
                <a:extLst>
                  <a:ext uri="{FF2B5EF4-FFF2-40B4-BE49-F238E27FC236}">
                    <a16:creationId xmlns:a16="http://schemas.microsoft.com/office/drawing/2014/main" id="{5AD36017-9DFF-602B-3708-C3A028022B1E}"/>
                  </a:ext>
                </a:extLst>
              </p:cNvPr>
              <p:cNvGrpSpPr/>
              <p:nvPr/>
            </p:nvGrpSpPr>
            <p:grpSpPr>
              <a:xfrm rot="10800000">
                <a:off x="-1787351" y="5039974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293" name="Ellipse 292">
                  <a:extLst>
                    <a:ext uri="{FF2B5EF4-FFF2-40B4-BE49-F238E27FC236}">
                      <a16:creationId xmlns:a16="http://schemas.microsoft.com/office/drawing/2014/main" id="{6A691841-95E7-D399-8FDC-B344B950C813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4" name="Ellipse 293">
                  <a:extLst>
                    <a:ext uri="{FF2B5EF4-FFF2-40B4-BE49-F238E27FC236}">
                      <a16:creationId xmlns:a16="http://schemas.microsoft.com/office/drawing/2014/main" id="{3DF1EF7A-F19E-B98B-7FD7-053C0951D194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5" name="Ellipse 294">
                  <a:extLst>
                    <a:ext uri="{FF2B5EF4-FFF2-40B4-BE49-F238E27FC236}">
                      <a16:creationId xmlns:a16="http://schemas.microsoft.com/office/drawing/2014/main" id="{B39A233B-C7D0-2D48-0E99-198B6481FD68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6" name="Ellipse 295">
                  <a:extLst>
                    <a:ext uri="{FF2B5EF4-FFF2-40B4-BE49-F238E27FC236}">
                      <a16:creationId xmlns:a16="http://schemas.microsoft.com/office/drawing/2014/main" id="{9520E17C-7B04-D1ED-1711-365454B1BD87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7" name="Ellipse 296">
                  <a:extLst>
                    <a:ext uri="{FF2B5EF4-FFF2-40B4-BE49-F238E27FC236}">
                      <a16:creationId xmlns:a16="http://schemas.microsoft.com/office/drawing/2014/main" id="{9030FCB1-3930-08CF-9153-8A9F9BB79BD4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8" name="Ellipse 297">
                  <a:extLst>
                    <a:ext uri="{FF2B5EF4-FFF2-40B4-BE49-F238E27FC236}">
                      <a16:creationId xmlns:a16="http://schemas.microsoft.com/office/drawing/2014/main" id="{D33CEAF7-8E68-51F3-FA35-1D11743791ED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299" name="Ellipse 298">
                  <a:extLst>
                    <a:ext uri="{FF2B5EF4-FFF2-40B4-BE49-F238E27FC236}">
                      <a16:creationId xmlns:a16="http://schemas.microsoft.com/office/drawing/2014/main" id="{40CB7E9D-BA46-9E23-DE45-B7927641BE07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0" name="Ellipse 299">
                  <a:extLst>
                    <a:ext uri="{FF2B5EF4-FFF2-40B4-BE49-F238E27FC236}">
                      <a16:creationId xmlns:a16="http://schemas.microsoft.com/office/drawing/2014/main" id="{FD6F0B3F-2CBE-E163-3E65-7D50A9659A0A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1" name="Ellipse 300">
                  <a:extLst>
                    <a:ext uri="{FF2B5EF4-FFF2-40B4-BE49-F238E27FC236}">
                      <a16:creationId xmlns:a16="http://schemas.microsoft.com/office/drawing/2014/main" id="{97ED4B6C-6D8E-7F1F-41FB-46D0C094F1E7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2" name="Ellipse 301">
                  <a:extLst>
                    <a:ext uri="{FF2B5EF4-FFF2-40B4-BE49-F238E27FC236}">
                      <a16:creationId xmlns:a16="http://schemas.microsoft.com/office/drawing/2014/main" id="{E3D32D63-D3F6-189C-B890-048292EA859C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3" name="Ellipse 302">
                  <a:extLst>
                    <a:ext uri="{FF2B5EF4-FFF2-40B4-BE49-F238E27FC236}">
                      <a16:creationId xmlns:a16="http://schemas.microsoft.com/office/drawing/2014/main" id="{028FF8CE-6009-77A6-7D6A-B7E399B3F736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4" name="Ellipse 303">
                  <a:extLst>
                    <a:ext uri="{FF2B5EF4-FFF2-40B4-BE49-F238E27FC236}">
                      <a16:creationId xmlns:a16="http://schemas.microsoft.com/office/drawing/2014/main" id="{41410EA5-A2AB-4B5B-3B9C-0A5B3D1D3F68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5" name="Ellipse 304">
                  <a:extLst>
                    <a:ext uri="{FF2B5EF4-FFF2-40B4-BE49-F238E27FC236}">
                      <a16:creationId xmlns:a16="http://schemas.microsoft.com/office/drawing/2014/main" id="{68946DDF-A85E-6A6F-C0A5-7A1565DBCA12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6" name="Ellipse 305">
                  <a:extLst>
                    <a:ext uri="{FF2B5EF4-FFF2-40B4-BE49-F238E27FC236}">
                      <a16:creationId xmlns:a16="http://schemas.microsoft.com/office/drawing/2014/main" id="{9AA26EC9-83DD-EE81-1518-AD83FA7B64F7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7" name="Ellipse 306">
                  <a:extLst>
                    <a:ext uri="{FF2B5EF4-FFF2-40B4-BE49-F238E27FC236}">
                      <a16:creationId xmlns:a16="http://schemas.microsoft.com/office/drawing/2014/main" id="{3355C62B-5FD1-2BF1-C8A9-7EEC8828C412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8" name="Ellipse 307">
                  <a:extLst>
                    <a:ext uri="{FF2B5EF4-FFF2-40B4-BE49-F238E27FC236}">
                      <a16:creationId xmlns:a16="http://schemas.microsoft.com/office/drawing/2014/main" id="{2E1F5182-530A-D3E1-D20F-4DD88E6E7F64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09" name="Ellipse 308">
                  <a:extLst>
                    <a:ext uri="{FF2B5EF4-FFF2-40B4-BE49-F238E27FC236}">
                      <a16:creationId xmlns:a16="http://schemas.microsoft.com/office/drawing/2014/main" id="{8381269D-8E0D-78D0-5943-E8BF864AD2EE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0" name="Ellipse 309">
                  <a:extLst>
                    <a:ext uri="{FF2B5EF4-FFF2-40B4-BE49-F238E27FC236}">
                      <a16:creationId xmlns:a16="http://schemas.microsoft.com/office/drawing/2014/main" id="{9D3ED30E-4210-CAA4-DE56-DC78A3B8BEFA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1" name="Ellipse 310">
                  <a:extLst>
                    <a:ext uri="{FF2B5EF4-FFF2-40B4-BE49-F238E27FC236}">
                      <a16:creationId xmlns:a16="http://schemas.microsoft.com/office/drawing/2014/main" id="{BEC665D7-E531-D4CD-3DC4-ED95A9126E65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2" name="Ellipse 311">
                  <a:extLst>
                    <a:ext uri="{FF2B5EF4-FFF2-40B4-BE49-F238E27FC236}">
                      <a16:creationId xmlns:a16="http://schemas.microsoft.com/office/drawing/2014/main" id="{3769AA85-64A2-28AB-65DD-B82CE9416628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3" name="Ellipse 312">
                  <a:extLst>
                    <a:ext uri="{FF2B5EF4-FFF2-40B4-BE49-F238E27FC236}">
                      <a16:creationId xmlns:a16="http://schemas.microsoft.com/office/drawing/2014/main" id="{D928BA3F-41A3-9F92-344E-4FA871551327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4" name="Ellipse 313">
                  <a:extLst>
                    <a:ext uri="{FF2B5EF4-FFF2-40B4-BE49-F238E27FC236}">
                      <a16:creationId xmlns:a16="http://schemas.microsoft.com/office/drawing/2014/main" id="{E5BDDA88-38B5-31BE-FC9B-1A8E38162A50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5" name="Ellipse 314">
                  <a:extLst>
                    <a:ext uri="{FF2B5EF4-FFF2-40B4-BE49-F238E27FC236}">
                      <a16:creationId xmlns:a16="http://schemas.microsoft.com/office/drawing/2014/main" id="{ADD5E451-E460-63DB-FF1B-004C5ACF7B35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6" name="Ellipse 315">
                  <a:extLst>
                    <a:ext uri="{FF2B5EF4-FFF2-40B4-BE49-F238E27FC236}">
                      <a16:creationId xmlns:a16="http://schemas.microsoft.com/office/drawing/2014/main" id="{B4DB49DC-893A-A03A-3E40-64444B47406D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7" name="Ellipse 316">
                  <a:extLst>
                    <a:ext uri="{FF2B5EF4-FFF2-40B4-BE49-F238E27FC236}">
                      <a16:creationId xmlns:a16="http://schemas.microsoft.com/office/drawing/2014/main" id="{2EC05E96-8A37-02CC-7D92-EB0D444C043A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8" name="Ellipse 317">
                  <a:extLst>
                    <a:ext uri="{FF2B5EF4-FFF2-40B4-BE49-F238E27FC236}">
                      <a16:creationId xmlns:a16="http://schemas.microsoft.com/office/drawing/2014/main" id="{04880C67-0678-F3D6-4944-BC948CE16EC9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19" name="Ellipse 318">
                  <a:extLst>
                    <a:ext uri="{FF2B5EF4-FFF2-40B4-BE49-F238E27FC236}">
                      <a16:creationId xmlns:a16="http://schemas.microsoft.com/office/drawing/2014/main" id="{A1187A33-9950-BBC8-3311-5CBA5EECB9DD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0" name="Ellipse 319">
                  <a:extLst>
                    <a:ext uri="{FF2B5EF4-FFF2-40B4-BE49-F238E27FC236}">
                      <a16:creationId xmlns:a16="http://schemas.microsoft.com/office/drawing/2014/main" id="{4C6EC1D3-41DD-F0D8-28E9-72CA57DE2C73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321" name="Gruppieren 320">
                <a:extLst>
                  <a:ext uri="{FF2B5EF4-FFF2-40B4-BE49-F238E27FC236}">
                    <a16:creationId xmlns:a16="http://schemas.microsoft.com/office/drawing/2014/main" id="{246ED9B0-5B5E-719B-ADFB-2947E7B2A9C5}"/>
                  </a:ext>
                </a:extLst>
              </p:cNvPr>
              <p:cNvGrpSpPr/>
              <p:nvPr/>
            </p:nvGrpSpPr>
            <p:grpSpPr>
              <a:xfrm rot="10800000">
                <a:off x="-613189" y="3647214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322" name="Ellipse 321">
                  <a:extLst>
                    <a:ext uri="{FF2B5EF4-FFF2-40B4-BE49-F238E27FC236}">
                      <a16:creationId xmlns:a16="http://schemas.microsoft.com/office/drawing/2014/main" id="{AC7994E6-895D-DC18-BB1E-36D3F83375EE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3" name="Ellipse 322">
                  <a:extLst>
                    <a:ext uri="{FF2B5EF4-FFF2-40B4-BE49-F238E27FC236}">
                      <a16:creationId xmlns:a16="http://schemas.microsoft.com/office/drawing/2014/main" id="{E9A64DF2-85B8-DEA7-4B56-B0E845658CA7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4" name="Ellipse 323">
                  <a:extLst>
                    <a:ext uri="{FF2B5EF4-FFF2-40B4-BE49-F238E27FC236}">
                      <a16:creationId xmlns:a16="http://schemas.microsoft.com/office/drawing/2014/main" id="{8AD60B23-E0A7-7354-E6BF-124EED3A9D3C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5" name="Ellipse 324">
                  <a:extLst>
                    <a:ext uri="{FF2B5EF4-FFF2-40B4-BE49-F238E27FC236}">
                      <a16:creationId xmlns:a16="http://schemas.microsoft.com/office/drawing/2014/main" id="{7C37D063-EEA0-E4E2-A69D-D4BEAA9F8447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6" name="Ellipse 325">
                  <a:extLst>
                    <a:ext uri="{FF2B5EF4-FFF2-40B4-BE49-F238E27FC236}">
                      <a16:creationId xmlns:a16="http://schemas.microsoft.com/office/drawing/2014/main" id="{026E8DCA-E88B-A0B9-A8E9-55E3226FB3D1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7" name="Ellipse 326">
                  <a:extLst>
                    <a:ext uri="{FF2B5EF4-FFF2-40B4-BE49-F238E27FC236}">
                      <a16:creationId xmlns:a16="http://schemas.microsoft.com/office/drawing/2014/main" id="{4E8865CE-2D4A-77EE-7FB4-380596CAACFB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8" name="Ellipse 327">
                  <a:extLst>
                    <a:ext uri="{FF2B5EF4-FFF2-40B4-BE49-F238E27FC236}">
                      <a16:creationId xmlns:a16="http://schemas.microsoft.com/office/drawing/2014/main" id="{D4B98B52-2A3F-A3D5-3710-FF35D5A94721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29" name="Ellipse 328">
                  <a:extLst>
                    <a:ext uri="{FF2B5EF4-FFF2-40B4-BE49-F238E27FC236}">
                      <a16:creationId xmlns:a16="http://schemas.microsoft.com/office/drawing/2014/main" id="{640D08E2-900F-9422-AB6D-8CCE63963626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0" name="Ellipse 329">
                  <a:extLst>
                    <a:ext uri="{FF2B5EF4-FFF2-40B4-BE49-F238E27FC236}">
                      <a16:creationId xmlns:a16="http://schemas.microsoft.com/office/drawing/2014/main" id="{3CAF9A20-229A-6E81-A385-83A4914EB7AD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1" name="Ellipse 330">
                  <a:extLst>
                    <a:ext uri="{FF2B5EF4-FFF2-40B4-BE49-F238E27FC236}">
                      <a16:creationId xmlns:a16="http://schemas.microsoft.com/office/drawing/2014/main" id="{A0546622-4075-EC74-E198-36D84D328886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2" name="Ellipse 331">
                  <a:extLst>
                    <a:ext uri="{FF2B5EF4-FFF2-40B4-BE49-F238E27FC236}">
                      <a16:creationId xmlns:a16="http://schemas.microsoft.com/office/drawing/2014/main" id="{570B19B2-1519-629D-CF61-637B6E683687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3" name="Ellipse 332">
                  <a:extLst>
                    <a:ext uri="{FF2B5EF4-FFF2-40B4-BE49-F238E27FC236}">
                      <a16:creationId xmlns:a16="http://schemas.microsoft.com/office/drawing/2014/main" id="{8DAC8E9C-8BCB-5D94-6629-5B1668EB6C36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4" name="Ellipse 333">
                  <a:extLst>
                    <a:ext uri="{FF2B5EF4-FFF2-40B4-BE49-F238E27FC236}">
                      <a16:creationId xmlns:a16="http://schemas.microsoft.com/office/drawing/2014/main" id="{064490D1-0FDA-DA2F-F7D2-9F1DA445A895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5" name="Ellipse 334">
                  <a:extLst>
                    <a:ext uri="{FF2B5EF4-FFF2-40B4-BE49-F238E27FC236}">
                      <a16:creationId xmlns:a16="http://schemas.microsoft.com/office/drawing/2014/main" id="{1016CA08-ACDF-AF66-433E-F5647B95E5E8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6" name="Ellipse 335">
                  <a:extLst>
                    <a:ext uri="{FF2B5EF4-FFF2-40B4-BE49-F238E27FC236}">
                      <a16:creationId xmlns:a16="http://schemas.microsoft.com/office/drawing/2014/main" id="{835E0C87-3A23-CAB0-D2F6-461861449878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7" name="Ellipse 336">
                  <a:extLst>
                    <a:ext uri="{FF2B5EF4-FFF2-40B4-BE49-F238E27FC236}">
                      <a16:creationId xmlns:a16="http://schemas.microsoft.com/office/drawing/2014/main" id="{870FCDA2-E166-D1D0-5DAE-7D3E3B0334B3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8" name="Ellipse 337">
                  <a:extLst>
                    <a:ext uri="{FF2B5EF4-FFF2-40B4-BE49-F238E27FC236}">
                      <a16:creationId xmlns:a16="http://schemas.microsoft.com/office/drawing/2014/main" id="{8EA6FC0B-0270-34D5-CDFA-0890B69F5399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39" name="Ellipse 338">
                  <a:extLst>
                    <a:ext uri="{FF2B5EF4-FFF2-40B4-BE49-F238E27FC236}">
                      <a16:creationId xmlns:a16="http://schemas.microsoft.com/office/drawing/2014/main" id="{16C3B7F3-FDF5-855E-961B-72FA910D1ECB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0" name="Ellipse 339">
                  <a:extLst>
                    <a:ext uri="{FF2B5EF4-FFF2-40B4-BE49-F238E27FC236}">
                      <a16:creationId xmlns:a16="http://schemas.microsoft.com/office/drawing/2014/main" id="{4A8B15E5-0054-3E23-F498-2F85D7EF77BA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1" name="Ellipse 340">
                  <a:extLst>
                    <a:ext uri="{FF2B5EF4-FFF2-40B4-BE49-F238E27FC236}">
                      <a16:creationId xmlns:a16="http://schemas.microsoft.com/office/drawing/2014/main" id="{B36B6F7E-9B6C-59CD-6F1B-B33CBD245FCE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2" name="Ellipse 341">
                  <a:extLst>
                    <a:ext uri="{FF2B5EF4-FFF2-40B4-BE49-F238E27FC236}">
                      <a16:creationId xmlns:a16="http://schemas.microsoft.com/office/drawing/2014/main" id="{8054A7AC-E363-207F-E884-84C5767E865E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3" name="Ellipse 342">
                  <a:extLst>
                    <a:ext uri="{FF2B5EF4-FFF2-40B4-BE49-F238E27FC236}">
                      <a16:creationId xmlns:a16="http://schemas.microsoft.com/office/drawing/2014/main" id="{C6F019D3-E9C1-49CE-0307-FF77120361AE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4" name="Ellipse 343">
                  <a:extLst>
                    <a:ext uri="{FF2B5EF4-FFF2-40B4-BE49-F238E27FC236}">
                      <a16:creationId xmlns:a16="http://schemas.microsoft.com/office/drawing/2014/main" id="{7E29B9DF-2F80-E427-436F-230034EC266A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5" name="Ellipse 344">
                  <a:extLst>
                    <a:ext uri="{FF2B5EF4-FFF2-40B4-BE49-F238E27FC236}">
                      <a16:creationId xmlns:a16="http://schemas.microsoft.com/office/drawing/2014/main" id="{761AAEAD-ED05-F854-188F-BBC990A4185F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6" name="Ellipse 345">
                  <a:extLst>
                    <a:ext uri="{FF2B5EF4-FFF2-40B4-BE49-F238E27FC236}">
                      <a16:creationId xmlns:a16="http://schemas.microsoft.com/office/drawing/2014/main" id="{29676541-512D-2B15-58CB-180A9255350C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7" name="Ellipse 346">
                  <a:extLst>
                    <a:ext uri="{FF2B5EF4-FFF2-40B4-BE49-F238E27FC236}">
                      <a16:creationId xmlns:a16="http://schemas.microsoft.com/office/drawing/2014/main" id="{5D1E2602-797B-07CC-9A21-9B8A83CC8ABE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8" name="Ellipse 347">
                  <a:extLst>
                    <a:ext uri="{FF2B5EF4-FFF2-40B4-BE49-F238E27FC236}">
                      <a16:creationId xmlns:a16="http://schemas.microsoft.com/office/drawing/2014/main" id="{4FE6193F-70A1-7F48-E8CC-497A16279A3A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49" name="Ellipse 348">
                  <a:extLst>
                    <a:ext uri="{FF2B5EF4-FFF2-40B4-BE49-F238E27FC236}">
                      <a16:creationId xmlns:a16="http://schemas.microsoft.com/office/drawing/2014/main" id="{34233697-BAED-0302-7C9B-95FA75C24D6B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350" name="Gruppieren 349">
                <a:extLst>
                  <a:ext uri="{FF2B5EF4-FFF2-40B4-BE49-F238E27FC236}">
                    <a16:creationId xmlns:a16="http://schemas.microsoft.com/office/drawing/2014/main" id="{CD27D02D-BC14-0D78-10AF-5A65B97817D4}"/>
                  </a:ext>
                </a:extLst>
              </p:cNvPr>
              <p:cNvGrpSpPr/>
              <p:nvPr/>
            </p:nvGrpSpPr>
            <p:grpSpPr>
              <a:xfrm rot="17100000">
                <a:off x="-1518143" y="1485983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351" name="Ellipse 350">
                  <a:extLst>
                    <a:ext uri="{FF2B5EF4-FFF2-40B4-BE49-F238E27FC236}">
                      <a16:creationId xmlns:a16="http://schemas.microsoft.com/office/drawing/2014/main" id="{53984710-A21E-D1DA-FBB1-003A8D1451AE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2" name="Ellipse 351">
                  <a:extLst>
                    <a:ext uri="{FF2B5EF4-FFF2-40B4-BE49-F238E27FC236}">
                      <a16:creationId xmlns:a16="http://schemas.microsoft.com/office/drawing/2014/main" id="{288C8D39-E01B-C4B6-8F36-747A0C29C95C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3" name="Ellipse 352">
                  <a:extLst>
                    <a:ext uri="{FF2B5EF4-FFF2-40B4-BE49-F238E27FC236}">
                      <a16:creationId xmlns:a16="http://schemas.microsoft.com/office/drawing/2014/main" id="{35BC45BF-3D11-0498-E0C1-14AD3925C529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4" name="Ellipse 353">
                  <a:extLst>
                    <a:ext uri="{FF2B5EF4-FFF2-40B4-BE49-F238E27FC236}">
                      <a16:creationId xmlns:a16="http://schemas.microsoft.com/office/drawing/2014/main" id="{5E1A0CD6-8DBD-F588-FB7E-17739CDCAA15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5" name="Ellipse 354">
                  <a:extLst>
                    <a:ext uri="{FF2B5EF4-FFF2-40B4-BE49-F238E27FC236}">
                      <a16:creationId xmlns:a16="http://schemas.microsoft.com/office/drawing/2014/main" id="{FA1F0E5C-AF07-1401-EB38-A26535B6799A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6" name="Ellipse 355">
                  <a:extLst>
                    <a:ext uri="{FF2B5EF4-FFF2-40B4-BE49-F238E27FC236}">
                      <a16:creationId xmlns:a16="http://schemas.microsoft.com/office/drawing/2014/main" id="{4CCD689D-9C4F-441E-852A-91B84C4017E8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7" name="Ellipse 356">
                  <a:extLst>
                    <a:ext uri="{FF2B5EF4-FFF2-40B4-BE49-F238E27FC236}">
                      <a16:creationId xmlns:a16="http://schemas.microsoft.com/office/drawing/2014/main" id="{42A1152F-5B3C-94F4-F048-06404E474905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8" name="Ellipse 357">
                  <a:extLst>
                    <a:ext uri="{FF2B5EF4-FFF2-40B4-BE49-F238E27FC236}">
                      <a16:creationId xmlns:a16="http://schemas.microsoft.com/office/drawing/2014/main" id="{D5E6425F-345E-0657-C01E-B658EE904B95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59" name="Ellipse 358">
                  <a:extLst>
                    <a:ext uri="{FF2B5EF4-FFF2-40B4-BE49-F238E27FC236}">
                      <a16:creationId xmlns:a16="http://schemas.microsoft.com/office/drawing/2014/main" id="{069D70BF-CFE1-A14C-6F54-6CD8773A8830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0" name="Ellipse 359">
                  <a:extLst>
                    <a:ext uri="{FF2B5EF4-FFF2-40B4-BE49-F238E27FC236}">
                      <a16:creationId xmlns:a16="http://schemas.microsoft.com/office/drawing/2014/main" id="{326D6F07-73B2-B201-FC31-C4FB85C43B20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1" name="Ellipse 360">
                  <a:extLst>
                    <a:ext uri="{FF2B5EF4-FFF2-40B4-BE49-F238E27FC236}">
                      <a16:creationId xmlns:a16="http://schemas.microsoft.com/office/drawing/2014/main" id="{4C37E498-04AA-2A1A-F955-D0B6D67ED0CC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2" name="Ellipse 361">
                  <a:extLst>
                    <a:ext uri="{FF2B5EF4-FFF2-40B4-BE49-F238E27FC236}">
                      <a16:creationId xmlns:a16="http://schemas.microsoft.com/office/drawing/2014/main" id="{427D0F55-641D-46EE-8980-990309739C3C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3" name="Ellipse 362">
                  <a:extLst>
                    <a:ext uri="{FF2B5EF4-FFF2-40B4-BE49-F238E27FC236}">
                      <a16:creationId xmlns:a16="http://schemas.microsoft.com/office/drawing/2014/main" id="{2D773D6D-8E0D-BDBA-A9CF-950C8E8C1580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4" name="Ellipse 363">
                  <a:extLst>
                    <a:ext uri="{FF2B5EF4-FFF2-40B4-BE49-F238E27FC236}">
                      <a16:creationId xmlns:a16="http://schemas.microsoft.com/office/drawing/2014/main" id="{00FC9E7C-522C-DA03-8E87-2A8BE66C59AB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5" name="Ellipse 364">
                  <a:extLst>
                    <a:ext uri="{FF2B5EF4-FFF2-40B4-BE49-F238E27FC236}">
                      <a16:creationId xmlns:a16="http://schemas.microsoft.com/office/drawing/2014/main" id="{DC2F8014-3C7A-1A0D-77A2-84E7FAEBEE64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6" name="Ellipse 365">
                  <a:extLst>
                    <a:ext uri="{FF2B5EF4-FFF2-40B4-BE49-F238E27FC236}">
                      <a16:creationId xmlns:a16="http://schemas.microsoft.com/office/drawing/2014/main" id="{DF540E23-77B1-1131-90C8-AC493E4ABC3D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7" name="Ellipse 366">
                  <a:extLst>
                    <a:ext uri="{FF2B5EF4-FFF2-40B4-BE49-F238E27FC236}">
                      <a16:creationId xmlns:a16="http://schemas.microsoft.com/office/drawing/2014/main" id="{015B1647-5BDA-175A-B7FC-3A5F29AE8DC3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8" name="Ellipse 367">
                  <a:extLst>
                    <a:ext uri="{FF2B5EF4-FFF2-40B4-BE49-F238E27FC236}">
                      <a16:creationId xmlns:a16="http://schemas.microsoft.com/office/drawing/2014/main" id="{8039B0AD-F627-55E9-35EF-3CC580A26115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69" name="Ellipse 368">
                  <a:extLst>
                    <a:ext uri="{FF2B5EF4-FFF2-40B4-BE49-F238E27FC236}">
                      <a16:creationId xmlns:a16="http://schemas.microsoft.com/office/drawing/2014/main" id="{494570F3-8020-69A2-D0CD-2B78DC9A94AA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70" name="Ellipse 369">
                  <a:extLst>
                    <a:ext uri="{FF2B5EF4-FFF2-40B4-BE49-F238E27FC236}">
                      <a16:creationId xmlns:a16="http://schemas.microsoft.com/office/drawing/2014/main" id="{E205B23A-80F5-DA4A-0AEA-94578A3634BE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71" name="Ellipse 370">
                  <a:extLst>
                    <a:ext uri="{FF2B5EF4-FFF2-40B4-BE49-F238E27FC236}">
                      <a16:creationId xmlns:a16="http://schemas.microsoft.com/office/drawing/2014/main" id="{AA0E84F0-0C24-05E7-0B3A-C5093AB8C6FB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72" name="Ellipse 371">
                  <a:extLst>
                    <a:ext uri="{FF2B5EF4-FFF2-40B4-BE49-F238E27FC236}">
                      <a16:creationId xmlns:a16="http://schemas.microsoft.com/office/drawing/2014/main" id="{C195F2D7-671C-8488-7043-D4FD5D099C5C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73" name="Ellipse 372">
                  <a:extLst>
                    <a:ext uri="{FF2B5EF4-FFF2-40B4-BE49-F238E27FC236}">
                      <a16:creationId xmlns:a16="http://schemas.microsoft.com/office/drawing/2014/main" id="{31E44528-38E9-BD28-8259-13A94D5A58B2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74" name="Ellipse 373">
                  <a:extLst>
                    <a:ext uri="{FF2B5EF4-FFF2-40B4-BE49-F238E27FC236}">
                      <a16:creationId xmlns:a16="http://schemas.microsoft.com/office/drawing/2014/main" id="{2FD295AD-C3D1-559D-4522-92E2BDF59C0E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375" name="Ellipse 374">
                  <a:extLst>
                    <a:ext uri="{FF2B5EF4-FFF2-40B4-BE49-F238E27FC236}">
                      <a16:creationId xmlns:a16="http://schemas.microsoft.com/office/drawing/2014/main" id="{9F7D0E09-0EDA-BC80-6AA2-18B38F9651AC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sp>
            <p:nvSpPr>
              <p:cNvPr id="376" name="Ellipse 375">
                <a:extLst>
                  <a:ext uri="{FF2B5EF4-FFF2-40B4-BE49-F238E27FC236}">
                    <a16:creationId xmlns:a16="http://schemas.microsoft.com/office/drawing/2014/main" id="{13464985-27E2-6E54-7218-53C49EEB4E1C}"/>
                  </a:ext>
                </a:extLst>
              </p:cNvPr>
              <p:cNvSpPr/>
              <p:nvPr/>
            </p:nvSpPr>
            <p:spPr>
              <a:xfrm rot="4912871">
                <a:off x="6898118" y="476418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7" name="Ellipse 376">
                <a:extLst>
                  <a:ext uri="{FF2B5EF4-FFF2-40B4-BE49-F238E27FC236}">
                    <a16:creationId xmlns:a16="http://schemas.microsoft.com/office/drawing/2014/main" id="{E6327220-8381-DADA-C4C2-E1DC9E82C96E}"/>
                  </a:ext>
                </a:extLst>
              </p:cNvPr>
              <p:cNvSpPr/>
              <p:nvPr/>
            </p:nvSpPr>
            <p:spPr>
              <a:xfrm rot="4912871">
                <a:off x="6880756" y="512764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8" name="Ellipse 377">
                <a:extLst>
                  <a:ext uri="{FF2B5EF4-FFF2-40B4-BE49-F238E27FC236}">
                    <a16:creationId xmlns:a16="http://schemas.microsoft.com/office/drawing/2014/main" id="{DD84090E-1C00-1E86-C94D-F4A59411A452}"/>
                  </a:ext>
                </a:extLst>
              </p:cNvPr>
              <p:cNvSpPr/>
              <p:nvPr/>
            </p:nvSpPr>
            <p:spPr>
              <a:xfrm rot="4912871">
                <a:off x="7072085" y="544642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79" name="Ellipse 378">
                <a:extLst>
                  <a:ext uri="{FF2B5EF4-FFF2-40B4-BE49-F238E27FC236}">
                    <a16:creationId xmlns:a16="http://schemas.microsoft.com/office/drawing/2014/main" id="{67045E93-A97C-D1D9-161A-896196F3B9B0}"/>
                  </a:ext>
                </a:extLst>
              </p:cNvPr>
              <p:cNvSpPr/>
              <p:nvPr/>
            </p:nvSpPr>
            <p:spPr>
              <a:xfrm rot="4912871">
                <a:off x="7008668" y="445690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0" name="Ellipse 379">
                <a:extLst>
                  <a:ext uri="{FF2B5EF4-FFF2-40B4-BE49-F238E27FC236}">
                    <a16:creationId xmlns:a16="http://schemas.microsoft.com/office/drawing/2014/main" id="{F136802F-DB56-B9D2-2130-D93773C7C5AA}"/>
                  </a:ext>
                </a:extLst>
              </p:cNvPr>
              <p:cNvSpPr/>
              <p:nvPr/>
            </p:nvSpPr>
            <p:spPr>
              <a:xfrm rot="4912871">
                <a:off x="7180186" y="463223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1" name="Ellipse 380">
                <a:extLst>
                  <a:ext uri="{FF2B5EF4-FFF2-40B4-BE49-F238E27FC236}">
                    <a16:creationId xmlns:a16="http://schemas.microsoft.com/office/drawing/2014/main" id="{30A0ADF6-ED9B-4033-03B5-7674898C83BD}"/>
                  </a:ext>
                </a:extLst>
              </p:cNvPr>
              <p:cNvSpPr/>
              <p:nvPr/>
            </p:nvSpPr>
            <p:spPr>
              <a:xfrm rot="4912871">
                <a:off x="7142509" y="489016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2" name="Ellipse 381">
                <a:extLst>
                  <a:ext uri="{FF2B5EF4-FFF2-40B4-BE49-F238E27FC236}">
                    <a16:creationId xmlns:a16="http://schemas.microsoft.com/office/drawing/2014/main" id="{CFE34E30-6B53-1001-FC09-6D9AF5EABE52}"/>
                  </a:ext>
                </a:extLst>
              </p:cNvPr>
              <p:cNvSpPr/>
              <p:nvPr/>
            </p:nvSpPr>
            <p:spPr>
              <a:xfrm rot="4912871">
                <a:off x="7503724" y="55476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3" name="Ellipse 382">
                <a:extLst>
                  <a:ext uri="{FF2B5EF4-FFF2-40B4-BE49-F238E27FC236}">
                    <a16:creationId xmlns:a16="http://schemas.microsoft.com/office/drawing/2014/main" id="{40ED8570-5137-A44C-4D50-99AFDF12B16E}"/>
                  </a:ext>
                </a:extLst>
              </p:cNvPr>
              <p:cNvSpPr/>
              <p:nvPr/>
            </p:nvSpPr>
            <p:spPr>
              <a:xfrm rot="4912871">
                <a:off x="7568237" y="44396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4" name="Ellipse 383">
                <a:extLst>
                  <a:ext uri="{FF2B5EF4-FFF2-40B4-BE49-F238E27FC236}">
                    <a16:creationId xmlns:a16="http://schemas.microsoft.com/office/drawing/2014/main" id="{04E99E9C-51F8-3AED-FD78-D24E0A4611D9}"/>
                  </a:ext>
                </a:extLst>
              </p:cNvPr>
              <p:cNvSpPr/>
              <p:nvPr/>
            </p:nvSpPr>
            <p:spPr>
              <a:xfrm rot="4912871">
                <a:off x="7468624" y="51192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5" name="Ellipse 384">
                <a:extLst>
                  <a:ext uri="{FF2B5EF4-FFF2-40B4-BE49-F238E27FC236}">
                    <a16:creationId xmlns:a16="http://schemas.microsoft.com/office/drawing/2014/main" id="{68D8F4D7-AA85-AD89-C8D8-55EE897355A8}"/>
                  </a:ext>
                </a:extLst>
              </p:cNvPr>
              <p:cNvSpPr/>
              <p:nvPr/>
            </p:nvSpPr>
            <p:spPr>
              <a:xfrm rot="4912871">
                <a:off x="7712391" y="484054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6" name="Ellipse 385">
                <a:extLst>
                  <a:ext uri="{FF2B5EF4-FFF2-40B4-BE49-F238E27FC236}">
                    <a16:creationId xmlns:a16="http://schemas.microsoft.com/office/drawing/2014/main" id="{5BBFFF11-8842-A149-35B7-C54BE554A8F4}"/>
                  </a:ext>
                </a:extLst>
              </p:cNvPr>
              <p:cNvSpPr/>
              <p:nvPr/>
            </p:nvSpPr>
            <p:spPr>
              <a:xfrm rot="4912871">
                <a:off x="5011633" y="412764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7" name="Ellipse 386">
                <a:extLst>
                  <a:ext uri="{FF2B5EF4-FFF2-40B4-BE49-F238E27FC236}">
                    <a16:creationId xmlns:a16="http://schemas.microsoft.com/office/drawing/2014/main" id="{A781A794-B936-E721-A810-C4B8C6B395BC}"/>
                  </a:ext>
                </a:extLst>
              </p:cNvPr>
              <p:cNvSpPr/>
              <p:nvPr/>
            </p:nvSpPr>
            <p:spPr>
              <a:xfrm rot="4912871">
                <a:off x="7899972" y="55721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8" name="Ellipse 387">
                <a:extLst>
                  <a:ext uri="{FF2B5EF4-FFF2-40B4-BE49-F238E27FC236}">
                    <a16:creationId xmlns:a16="http://schemas.microsoft.com/office/drawing/2014/main" id="{77F0201E-90CE-6997-7B91-F3912B3717BE}"/>
                  </a:ext>
                </a:extLst>
              </p:cNvPr>
              <p:cNvSpPr/>
              <p:nvPr/>
            </p:nvSpPr>
            <p:spPr>
              <a:xfrm rot="4912871">
                <a:off x="7952008" y="528166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89" name="Ellipse 388">
                <a:extLst>
                  <a:ext uri="{FF2B5EF4-FFF2-40B4-BE49-F238E27FC236}">
                    <a16:creationId xmlns:a16="http://schemas.microsoft.com/office/drawing/2014/main" id="{5FB476F8-926D-2164-D2BF-2012683ED749}"/>
                  </a:ext>
                </a:extLst>
              </p:cNvPr>
              <p:cNvSpPr/>
              <p:nvPr/>
            </p:nvSpPr>
            <p:spPr>
              <a:xfrm rot="4912871">
                <a:off x="8148771" y="49286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0" name="Ellipse 389">
                <a:extLst>
                  <a:ext uri="{FF2B5EF4-FFF2-40B4-BE49-F238E27FC236}">
                    <a16:creationId xmlns:a16="http://schemas.microsoft.com/office/drawing/2014/main" id="{6E3E3D4F-7A7A-2D04-4A43-94A1ADA223E8}"/>
                  </a:ext>
                </a:extLst>
              </p:cNvPr>
              <p:cNvSpPr/>
              <p:nvPr/>
            </p:nvSpPr>
            <p:spPr>
              <a:xfrm rot="4912871">
                <a:off x="8143015" y="44389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1" name="Ellipse 390">
                <a:extLst>
                  <a:ext uri="{FF2B5EF4-FFF2-40B4-BE49-F238E27FC236}">
                    <a16:creationId xmlns:a16="http://schemas.microsoft.com/office/drawing/2014/main" id="{8D650725-6DC0-B83A-64DA-DAEB7620598E}"/>
                  </a:ext>
                </a:extLst>
              </p:cNvPr>
              <p:cNvSpPr/>
              <p:nvPr/>
            </p:nvSpPr>
            <p:spPr>
              <a:xfrm rot="4912871">
                <a:off x="8388052" y="409999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2" name="Ellipse 391">
                <a:extLst>
                  <a:ext uri="{FF2B5EF4-FFF2-40B4-BE49-F238E27FC236}">
                    <a16:creationId xmlns:a16="http://schemas.microsoft.com/office/drawing/2014/main" id="{1DD084FD-B8E7-892F-8B98-8F672F0CD7B6}"/>
                  </a:ext>
                </a:extLst>
              </p:cNvPr>
              <p:cNvSpPr/>
              <p:nvPr/>
            </p:nvSpPr>
            <p:spPr>
              <a:xfrm rot="4912871">
                <a:off x="8530111" y="449580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3" name="Ellipse 392">
                <a:extLst>
                  <a:ext uri="{FF2B5EF4-FFF2-40B4-BE49-F238E27FC236}">
                    <a16:creationId xmlns:a16="http://schemas.microsoft.com/office/drawing/2014/main" id="{34EA7519-5369-5289-50FA-20C21C5DA5E7}"/>
                  </a:ext>
                </a:extLst>
              </p:cNvPr>
              <p:cNvSpPr/>
              <p:nvPr/>
            </p:nvSpPr>
            <p:spPr>
              <a:xfrm rot="4912871">
                <a:off x="8658985" y="486745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4" name="Ellipse 393">
                <a:extLst>
                  <a:ext uri="{FF2B5EF4-FFF2-40B4-BE49-F238E27FC236}">
                    <a16:creationId xmlns:a16="http://schemas.microsoft.com/office/drawing/2014/main" id="{4BFD4D8C-65A9-0819-B102-A8226414924C}"/>
                  </a:ext>
                </a:extLst>
              </p:cNvPr>
              <p:cNvSpPr/>
              <p:nvPr/>
            </p:nvSpPr>
            <p:spPr>
              <a:xfrm rot="4912871">
                <a:off x="9159628" y="48407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5" name="Ellipse 394">
                <a:extLst>
                  <a:ext uri="{FF2B5EF4-FFF2-40B4-BE49-F238E27FC236}">
                    <a16:creationId xmlns:a16="http://schemas.microsoft.com/office/drawing/2014/main" id="{70E36FEE-37AE-458B-0EB3-3316B216C1B2}"/>
                  </a:ext>
                </a:extLst>
              </p:cNvPr>
              <p:cNvSpPr/>
              <p:nvPr/>
            </p:nvSpPr>
            <p:spPr>
              <a:xfrm rot="4912871">
                <a:off x="8987685" y="45648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6" name="Ellipse 395">
                <a:extLst>
                  <a:ext uri="{FF2B5EF4-FFF2-40B4-BE49-F238E27FC236}">
                    <a16:creationId xmlns:a16="http://schemas.microsoft.com/office/drawing/2014/main" id="{64832FFB-BF2E-7ED1-3176-D385D5236F97}"/>
                  </a:ext>
                </a:extLst>
              </p:cNvPr>
              <p:cNvSpPr/>
              <p:nvPr/>
            </p:nvSpPr>
            <p:spPr>
              <a:xfrm rot="4912871">
                <a:off x="8905269" y="43717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97" name="Ellipse 396">
                <a:extLst>
                  <a:ext uri="{FF2B5EF4-FFF2-40B4-BE49-F238E27FC236}">
                    <a16:creationId xmlns:a16="http://schemas.microsoft.com/office/drawing/2014/main" id="{C7ECE080-3CBB-D3B5-AAD8-C47D8151B07B}"/>
                  </a:ext>
                </a:extLst>
              </p:cNvPr>
              <p:cNvSpPr/>
              <p:nvPr/>
            </p:nvSpPr>
            <p:spPr>
              <a:xfrm rot="4912871">
                <a:off x="8857407" y="416398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grpSp>
            <p:nvGrpSpPr>
              <p:cNvPr id="398" name="Gruppieren 397">
                <a:extLst>
                  <a:ext uri="{FF2B5EF4-FFF2-40B4-BE49-F238E27FC236}">
                    <a16:creationId xmlns:a16="http://schemas.microsoft.com/office/drawing/2014/main" id="{A6F0D717-B644-2AF4-27BE-B2403A856FB5}"/>
                  </a:ext>
                </a:extLst>
              </p:cNvPr>
              <p:cNvGrpSpPr/>
              <p:nvPr/>
            </p:nvGrpSpPr>
            <p:grpSpPr>
              <a:xfrm rot="14691760" flipV="1">
                <a:off x="6358795" y="3254451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399" name="Ellipse 398">
                  <a:extLst>
                    <a:ext uri="{FF2B5EF4-FFF2-40B4-BE49-F238E27FC236}">
                      <a16:creationId xmlns:a16="http://schemas.microsoft.com/office/drawing/2014/main" id="{9DCEDA1A-E809-083E-61D0-691FA134A687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0" name="Ellipse 399">
                  <a:extLst>
                    <a:ext uri="{FF2B5EF4-FFF2-40B4-BE49-F238E27FC236}">
                      <a16:creationId xmlns:a16="http://schemas.microsoft.com/office/drawing/2014/main" id="{DE16B3E1-E570-93CF-4ECB-4B718DDDF0A2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1" name="Ellipse 400">
                  <a:extLst>
                    <a:ext uri="{FF2B5EF4-FFF2-40B4-BE49-F238E27FC236}">
                      <a16:creationId xmlns:a16="http://schemas.microsoft.com/office/drawing/2014/main" id="{1B3EB45C-5244-713E-99D8-497A5E8E4632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2" name="Ellipse 401">
                  <a:extLst>
                    <a:ext uri="{FF2B5EF4-FFF2-40B4-BE49-F238E27FC236}">
                      <a16:creationId xmlns:a16="http://schemas.microsoft.com/office/drawing/2014/main" id="{3D33BBCB-1299-DCFF-D95E-9457AD191315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3" name="Ellipse 402">
                  <a:extLst>
                    <a:ext uri="{FF2B5EF4-FFF2-40B4-BE49-F238E27FC236}">
                      <a16:creationId xmlns:a16="http://schemas.microsoft.com/office/drawing/2014/main" id="{76F466F1-1DA9-51D0-C8AA-DD98021F8F51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4" name="Ellipse 403">
                  <a:extLst>
                    <a:ext uri="{FF2B5EF4-FFF2-40B4-BE49-F238E27FC236}">
                      <a16:creationId xmlns:a16="http://schemas.microsoft.com/office/drawing/2014/main" id="{020DB2D8-9C95-A28A-CECE-DC8CBD496B1B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5" name="Ellipse 404">
                  <a:extLst>
                    <a:ext uri="{FF2B5EF4-FFF2-40B4-BE49-F238E27FC236}">
                      <a16:creationId xmlns:a16="http://schemas.microsoft.com/office/drawing/2014/main" id="{9B4A6640-FF84-7534-70BB-09667FBFE50F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6" name="Ellipse 405">
                  <a:extLst>
                    <a:ext uri="{FF2B5EF4-FFF2-40B4-BE49-F238E27FC236}">
                      <a16:creationId xmlns:a16="http://schemas.microsoft.com/office/drawing/2014/main" id="{940B6F33-CBAF-0B55-B24D-C2EA1C1B0031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7" name="Ellipse 406">
                  <a:extLst>
                    <a:ext uri="{FF2B5EF4-FFF2-40B4-BE49-F238E27FC236}">
                      <a16:creationId xmlns:a16="http://schemas.microsoft.com/office/drawing/2014/main" id="{B6272724-9A36-9B98-89A6-064AF0C94B58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8" name="Ellipse 407">
                  <a:extLst>
                    <a:ext uri="{FF2B5EF4-FFF2-40B4-BE49-F238E27FC236}">
                      <a16:creationId xmlns:a16="http://schemas.microsoft.com/office/drawing/2014/main" id="{29254601-1F87-44C3-44BD-BE6861E4824E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09" name="Ellipse 408">
                  <a:extLst>
                    <a:ext uri="{FF2B5EF4-FFF2-40B4-BE49-F238E27FC236}">
                      <a16:creationId xmlns:a16="http://schemas.microsoft.com/office/drawing/2014/main" id="{6010E8BF-E175-4CE1-0BD5-9989DF4D58A1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0" name="Ellipse 409">
                  <a:extLst>
                    <a:ext uri="{FF2B5EF4-FFF2-40B4-BE49-F238E27FC236}">
                      <a16:creationId xmlns:a16="http://schemas.microsoft.com/office/drawing/2014/main" id="{6CC28E16-8556-D147-716C-AEBD900B6ED0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1" name="Ellipse 410">
                  <a:extLst>
                    <a:ext uri="{FF2B5EF4-FFF2-40B4-BE49-F238E27FC236}">
                      <a16:creationId xmlns:a16="http://schemas.microsoft.com/office/drawing/2014/main" id="{2F099A61-4961-BD99-01DB-02E2CFC6AD46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2" name="Ellipse 411">
                  <a:extLst>
                    <a:ext uri="{FF2B5EF4-FFF2-40B4-BE49-F238E27FC236}">
                      <a16:creationId xmlns:a16="http://schemas.microsoft.com/office/drawing/2014/main" id="{7885C1FA-320E-5DEF-9334-690C6C8EB1BB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3" name="Ellipse 412">
                  <a:extLst>
                    <a:ext uri="{FF2B5EF4-FFF2-40B4-BE49-F238E27FC236}">
                      <a16:creationId xmlns:a16="http://schemas.microsoft.com/office/drawing/2014/main" id="{432B8866-F239-B155-8A9B-8E1EABE67456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4" name="Ellipse 413">
                  <a:extLst>
                    <a:ext uri="{FF2B5EF4-FFF2-40B4-BE49-F238E27FC236}">
                      <a16:creationId xmlns:a16="http://schemas.microsoft.com/office/drawing/2014/main" id="{155942D5-6B68-EC8D-C453-A4ABCBA06439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5" name="Ellipse 414">
                  <a:extLst>
                    <a:ext uri="{FF2B5EF4-FFF2-40B4-BE49-F238E27FC236}">
                      <a16:creationId xmlns:a16="http://schemas.microsoft.com/office/drawing/2014/main" id="{6228ABF8-1351-4675-B72D-35CB2F6AE96B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6" name="Ellipse 415">
                  <a:extLst>
                    <a:ext uri="{FF2B5EF4-FFF2-40B4-BE49-F238E27FC236}">
                      <a16:creationId xmlns:a16="http://schemas.microsoft.com/office/drawing/2014/main" id="{4165EA42-83A2-0A9B-2CD0-E929A180C792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7" name="Ellipse 416">
                  <a:extLst>
                    <a:ext uri="{FF2B5EF4-FFF2-40B4-BE49-F238E27FC236}">
                      <a16:creationId xmlns:a16="http://schemas.microsoft.com/office/drawing/2014/main" id="{407B5821-7F19-AEE7-F5E4-DE945060A3F4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8" name="Ellipse 417">
                  <a:extLst>
                    <a:ext uri="{FF2B5EF4-FFF2-40B4-BE49-F238E27FC236}">
                      <a16:creationId xmlns:a16="http://schemas.microsoft.com/office/drawing/2014/main" id="{ED819A66-B336-94D1-38E3-28F9ECAF75CB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19" name="Ellipse 418">
                  <a:extLst>
                    <a:ext uri="{FF2B5EF4-FFF2-40B4-BE49-F238E27FC236}">
                      <a16:creationId xmlns:a16="http://schemas.microsoft.com/office/drawing/2014/main" id="{DDE5E7F5-ABFB-5526-910E-6C1240A3422C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0" name="Ellipse 419">
                  <a:extLst>
                    <a:ext uri="{FF2B5EF4-FFF2-40B4-BE49-F238E27FC236}">
                      <a16:creationId xmlns:a16="http://schemas.microsoft.com/office/drawing/2014/main" id="{2C5F7B87-6C3A-0FF6-DAFC-E9E672751699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1" name="Ellipse 420">
                  <a:extLst>
                    <a:ext uri="{FF2B5EF4-FFF2-40B4-BE49-F238E27FC236}">
                      <a16:creationId xmlns:a16="http://schemas.microsoft.com/office/drawing/2014/main" id="{B192429C-B06B-EF19-9EFA-4236ECBDF663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2" name="Ellipse 421">
                  <a:extLst>
                    <a:ext uri="{FF2B5EF4-FFF2-40B4-BE49-F238E27FC236}">
                      <a16:creationId xmlns:a16="http://schemas.microsoft.com/office/drawing/2014/main" id="{844BDE2A-9779-5E73-1CDF-BB92D302B585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3" name="Ellipse 422">
                  <a:extLst>
                    <a:ext uri="{FF2B5EF4-FFF2-40B4-BE49-F238E27FC236}">
                      <a16:creationId xmlns:a16="http://schemas.microsoft.com/office/drawing/2014/main" id="{AC5E1E16-48E8-33C8-1D83-1F819983DE06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424" name="Gruppieren 423">
                <a:extLst>
                  <a:ext uri="{FF2B5EF4-FFF2-40B4-BE49-F238E27FC236}">
                    <a16:creationId xmlns:a16="http://schemas.microsoft.com/office/drawing/2014/main" id="{F1838AF4-15F2-DFEA-5F0C-FCCCF562A84B}"/>
                  </a:ext>
                </a:extLst>
              </p:cNvPr>
              <p:cNvGrpSpPr/>
              <p:nvPr/>
            </p:nvGrpSpPr>
            <p:grpSpPr>
              <a:xfrm rot="7687129" flipH="1">
                <a:off x="5085291" y="1562062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425" name="Ellipse 424">
                  <a:extLst>
                    <a:ext uri="{FF2B5EF4-FFF2-40B4-BE49-F238E27FC236}">
                      <a16:creationId xmlns:a16="http://schemas.microsoft.com/office/drawing/2014/main" id="{D8CFB67C-3131-7551-B49B-C409DC3D18B4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6" name="Ellipse 425">
                  <a:extLst>
                    <a:ext uri="{FF2B5EF4-FFF2-40B4-BE49-F238E27FC236}">
                      <a16:creationId xmlns:a16="http://schemas.microsoft.com/office/drawing/2014/main" id="{0FB5A9E8-4ADF-64EF-0E99-09417DC0B170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7" name="Ellipse 426">
                  <a:extLst>
                    <a:ext uri="{FF2B5EF4-FFF2-40B4-BE49-F238E27FC236}">
                      <a16:creationId xmlns:a16="http://schemas.microsoft.com/office/drawing/2014/main" id="{A7F3D205-04A5-0D5B-CCC6-4641BA0C460B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8" name="Ellipse 427">
                  <a:extLst>
                    <a:ext uri="{FF2B5EF4-FFF2-40B4-BE49-F238E27FC236}">
                      <a16:creationId xmlns:a16="http://schemas.microsoft.com/office/drawing/2014/main" id="{A22BFFEE-45AB-C83F-F3F0-ED8F31C398B5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29" name="Ellipse 428">
                  <a:extLst>
                    <a:ext uri="{FF2B5EF4-FFF2-40B4-BE49-F238E27FC236}">
                      <a16:creationId xmlns:a16="http://schemas.microsoft.com/office/drawing/2014/main" id="{A374F1D9-E193-46CB-FB5B-334964819B69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0" name="Ellipse 429">
                  <a:extLst>
                    <a:ext uri="{FF2B5EF4-FFF2-40B4-BE49-F238E27FC236}">
                      <a16:creationId xmlns:a16="http://schemas.microsoft.com/office/drawing/2014/main" id="{650D4273-96B9-5B0B-4953-B1EAA7DDBE7D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1" name="Ellipse 430">
                  <a:extLst>
                    <a:ext uri="{FF2B5EF4-FFF2-40B4-BE49-F238E27FC236}">
                      <a16:creationId xmlns:a16="http://schemas.microsoft.com/office/drawing/2014/main" id="{CAF6DF63-BA8D-A5C7-7E1C-B3DACA4BFECA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2" name="Ellipse 431">
                  <a:extLst>
                    <a:ext uri="{FF2B5EF4-FFF2-40B4-BE49-F238E27FC236}">
                      <a16:creationId xmlns:a16="http://schemas.microsoft.com/office/drawing/2014/main" id="{29DCCE8E-A8D0-37F8-6C93-D86BCF1AF758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3" name="Ellipse 432">
                  <a:extLst>
                    <a:ext uri="{FF2B5EF4-FFF2-40B4-BE49-F238E27FC236}">
                      <a16:creationId xmlns:a16="http://schemas.microsoft.com/office/drawing/2014/main" id="{D1371B2E-4092-B7A0-E039-318E37272A25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4" name="Ellipse 433">
                  <a:extLst>
                    <a:ext uri="{FF2B5EF4-FFF2-40B4-BE49-F238E27FC236}">
                      <a16:creationId xmlns:a16="http://schemas.microsoft.com/office/drawing/2014/main" id="{C8BFA5E0-C610-D5AE-66E8-545303BDB3B7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5" name="Ellipse 434">
                  <a:extLst>
                    <a:ext uri="{FF2B5EF4-FFF2-40B4-BE49-F238E27FC236}">
                      <a16:creationId xmlns:a16="http://schemas.microsoft.com/office/drawing/2014/main" id="{1A4FA3B4-F4A4-EB3E-893C-BD46055DBEAF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6" name="Ellipse 435">
                  <a:extLst>
                    <a:ext uri="{FF2B5EF4-FFF2-40B4-BE49-F238E27FC236}">
                      <a16:creationId xmlns:a16="http://schemas.microsoft.com/office/drawing/2014/main" id="{B56EFCBE-72E0-00BF-E953-113DC1F25E80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7" name="Ellipse 436">
                  <a:extLst>
                    <a:ext uri="{FF2B5EF4-FFF2-40B4-BE49-F238E27FC236}">
                      <a16:creationId xmlns:a16="http://schemas.microsoft.com/office/drawing/2014/main" id="{D6A577F8-FF31-3E5A-A401-0BCB4895B060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8" name="Ellipse 437">
                  <a:extLst>
                    <a:ext uri="{FF2B5EF4-FFF2-40B4-BE49-F238E27FC236}">
                      <a16:creationId xmlns:a16="http://schemas.microsoft.com/office/drawing/2014/main" id="{96B2FCF8-6705-41D0-E66C-134E60FFE2EE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39" name="Ellipse 438">
                  <a:extLst>
                    <a:ext uri="{FF2B5EF4-FFF2-40B4-BE49-F238E27FC236}">
                      <a16:creationId xmlns:a16="http://schemas.microsoft.com/office/drawing/2014/main" id="{78FA6F72-0086-2A98-151F-93523C087ABA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0" name="Ellipse 439">
                  <a:extLst>
                    <a:ext uri="{FF2B5EF4-FFF2-40B4-BE49-F238E27FC236}">
                      <a16:creationId xmlns:a16="http://schemas.microsoft.com/office/drawing/2014/main" id="{2D01724A-5B43-1FDF-DF2A-861841CE7F80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1" name="Ellipse 440">
                  <a:extLst>
                    <a:ext uri="{FF2B5EF4-FFF2-40B4-BE49-F238E27FC236}">
                      <a16:creationId xmlns:a16="http://schemas.microsoft.com/office/drawing/2014/main" id="{5614C15B-5B7E-CCDA-3C0A-5638F0D7B016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2" name="Ellipse 441">
                  <a:extLst>
                    <a:ext uri="{FF2B5EF4-FFF2-40B4-BE49-F238E27FC236}">
                      <a16:creationId xmlns:a16="http://schemas.microsoft.com/office/drawing/2014/main" id="{8FA2AD52-9FA4-E9E5-E4CC-562FD6A4C19B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3" name="Ellipse 442">
                  <a:extLst>
                    <a:ext uri="{FF2B5EF4-FFF2-40B4-BE49-F238E27FC236}">
                      <a16:creationId xmlns:a16="http://schemas.microsoft.com/office/drawing/2014/main" id="{EC3CBD62-EDA0-D4CD-B691-8FAF34EA8A37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4" name="Ellipse 443">
                  <a:extLst>
                    <a:ext uri="{FF2B5EF4-FFF2-40B4-BE49-F238E27FC236}">
                      <a16:creationId xmlns:a16="http://schemas.microsoft.com/office/drawing/2014/main" id="{C30AF48D-8D9A-D95B-5BD3-5F7D8AD5056D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5" name="Ellipse 444">
                  <a:extLst>
                    <a:ext uri="{FF2B5EF4-FFF2-40B4-BE49-F238E27FC236}">
                      <a16:creationId xmlns:a16="http://schemas.microsoft.com/office/drawing/2014/main" id="{447C6E48-9B74-5707-394D-ED17AF6A8DF4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6" name="Ellipse 445">
                  <a:extLst>
                    <a:ext uri="{FF2B5EF4-FFF2-40B4-BE49-F238E27FC236}">
                      <a16:creationId xmlns:a16="http://schemas.microsoft.com/office/drawing/2014/main" id="{67BC37C2-A8A1-1FAD-B0B1-022B642D2BF7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7" name="Ellipse 446">
                  <a:extLst>
                    <a:ext uri="{FF2B5EF4-FFF2-40B4-BE49-F238E27FC236}">
                      <a16:creationId xmlns:a16="http://schemas.microsoft.com/office/drawing/2014/main" id="{E2CAF9A2-CCF6-1B2F-C0EC-163E576750D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8" name="Ellipse 447">
                  <a:extLst>
                    <a:ext uri="{FF2B5EF4-FFF2-40B4-BE49-F238E27FC236}">
                      <a16:creationId xmlns:a16="http://schemas.microsoft.com/office/drawing/2014/main" id="{12140612-6321-0DA0-1CA9-5CF462240C02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49" name="Ellipse 448">
                  <a:extLst>
                    <a:ext uri="{FF2B5EF4-FFF2-40B4-BE49-F238E27FC236}">
                      <a16:creationId xmlns:a16="http://schemas.microsoft.com/office/drawing/2014/main" id="{1A07FC34-69AA-8382-0BA9-010A1F84B245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450" name="Gruppieren 449">
                <a:extLst>
                  <a:ext uri="{FF2B5EF4-FFF2-40B4-BE49-F238E27FC236}">
                    <a16:creationId xmlns:a16="http://schemas.microsoft.com/office/drawing/2014/main" id="{C7539EF5-29F4-1E07-69EA-D549D523CD07}"/>
                  </a:ext>
                </a:extLst>
              </p:cNvPr>
              <p:cNvGrpSpPr/>
              <p:nvPr/>
            </p:nvGrpSpPr>
            <p:grpSpPr>
              <a:xfrm rot="17100000">
                <a:off x="6192352" y="2805500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451" name="Ellipse 450">
                  <a:extLst>
                    <a:ext uri="{FF2B5EF4-FFF2-40B4-BE49-F238E27FC236}">
                      <a16:creationId xmlns:a16="http://schemas.microsoft.com/office/drawing/2014/main" id="{03F0D915-FE47-EC8C-071F-308F766EA988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2" name="Ellipse 451">
                  <a:extLst>
                    <a:ext uri="{FF2B5EF4-FFF2-40B4-BE49-F238E27FC236}">
                      <a16:creationId xmlns:a16="http://schemas.microsoft.com/office/drawing/2014/main" id="{86C863F5-F7DC-1660-34D6-7E907D0B12D8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3" name="Ellipse 452">
                  <a:extLst>
                    <a:ext uri="{FF2B5EF4-FFF2-40B4-BE49-F238E27FC236}">
                      <a16:creationId xmlns:a16="http://schemas.microsoft.com/office/drawing/2014/main" id="{A2997A8C-81F9-AD20-CACB-C8C054BEF8F9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4" name="Ellipse 453">
                  <a:extLst>
                    <a:ext uri="{FF2B5EF4-FFF2-40B4-BE49-F238E27FC236}">
                      <a16:creationId xmlns:a16="http://schemas.microsoft.com/office/drawing/2014/main" id="{EEF56719-AD0A-7BB2-F9D2-E6E3C067913F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5" name="Ellipse 454">
                  <a:extLst>
                    <a:ext uri="{FF2B5EF4-FFF2-40B4-BE49-F238E27FC236}">
                      <a16:creationId xmlns:a16="http://schemas.microsoft.com/office/drawing/2014/main" id="{C6879D34-B915-77DD-E47E-1A1967067AC6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6" name="Ellipse 455">
                  <a:extLst>
                    <a:ext uri="{FF2B5EF4-FFF2-40B4-BE49-F238E27FC236}">
                      <a16:creationId xmlns:a16="http://schemas.microsoft.com/office/drawing/2014/main" id="{BE3C8956-7102-14A3-BEB1-89AA47051220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7" name="Ellipse 456">
                  <a:extLst>
                    <a:ext uri="{FF2B5EF4-FFF2-40B4-BE49-F238E27FC236}">
                      <a16:creationId xmlns:a16="http://schemas.microsoft.com/office/drawing/2014/main" id="{D0389325-B1CD-C481-12A9-7325F25D11EA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8" name="Ellipse 457">
                  <a:extLst>
                    <a:ext uri="{FF2B5EF4-FFF2-40B4-BE49-F238E27FC236}">
                      <a16:creationId xmlns:a16="http://schemas.microsoft.com/office/drawing/2014/main" id="{29329576-F20A-B2BD-9810-9634CF369B31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59" name="Ellipse 458">
                  <a:extLst>
                    <a:ext uri="{FF2B5EF4-FFF2-40B4-BE49-F238E27FC236}">
                      <a16:creationId xmlns:a16="http://schemas.microsoft.com/office/drawing/2014/main" id="{30770DC7-DC18-A237-5BA2-7452F6623ABD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0" name="Ellipse 459">
                  <a:extLst>
                    <a:ext uri="{FF2B5EF4-FFF2-40B4-BE49-F238E27FC236}">
                      <a16:creationId xmlns:a16="http://schemas.microsoft.com/office/drawing/2014/main" id="{D447DA4F-6B39-A044-07D2-A6BF2249C7FD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1" name="Ellipse 460">
                  <a:extLst>
                    <a:ext uri="{FF2B5EF4-FFF2-40B4-BE49-F238E27FC236}">
                      <a16:creationId xmlns:a16="http://schemas.microsoft.com/office/drawing/2014/main" id="{84820CC0-EC20-4B1D-7374-039A94DBC81B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2" name="Ellipse 461">
                  <a:extLst>
                    <a:ext uri="{FF2B5EF4-FFF2-40B4-BE49-F238E27FC236}">
                      <a16:creationId xmlns:a16="http://schemas.microsoft.com/office/drawing/2014/main" id="{23EB36FE-97C7-F247-9723-72C41B4FA18A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3" name="Ellipse 462">
                  <a:extLst>
                    <a:ext uri="{FF2B5EF4-FFF2-40B4-BE49-F238E27FC236}">
                      <a16:creationId xmlns:a16="http://schemas.microsoft.com/office/drawing/2014/main" id="{568666CE-A834-F7C5-F63D-1E53BFB99373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4" name="Ellipse 463">
                  <a:extLst>
                    <a:ext uri="{FF2B5EF4-FFF2-40B4-BE49-F238E27FC236}">
                      <a16:creationId xmlns:a16="http://schemas.microsoft.com/office/drawing/2014/main" id="{BE1E5781-4802-4594-1013-849A224BE27F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5" name="Ellipse 464">
                  <a:extLst>
                    <a:ext uri="{FF2B5EF4-FFF2-40B4-BE49-F238E27FC236}">
                      <a16:creationId xmlns:a16="http://schemas.microsoft.com/office/drawing/2014/main" id="{509616C4-E4DA-F68E-9FA1-E11EFEE58C0E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6" name="Ellipse 465">
                  <a:extLst>
                    <a:ext uri="{FF2B5EF4-FFF2-40B4-BE49-F238E27FC236}">
                      <a16:creationId xmlns:a16="http://schemas.microsoft.com/office/drawing/2014/main" id="{C13C7F2E-029A-4A0C-1CE1-EADBBCB51C62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7" name="Ellipse 466">
                  <a:extLst>
                    <a:ext uri="{FF2B5EF4-FFF2-40B4-BE49-F238E27FC236}">
                      <a16:creationId xmlns:a16="http://schemas.microsoft.com/office/drawing/2014/main" id="{4EFB6897-4667-31D8-F07C-6A1B4556273E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8" name="Ellipse 467">
                  <a:extLst>
                    <a:ext uri="{FF2B5EF4-FFF2-40B4-BE49-F238E27FC236}">
                      <a16:creationId xmlns:a16="http://schemas.microsoft.com/office/drawing/2014/main" id="{9DF5C5BF-9E48-6FFB-7A17-D2BFA46470CD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69" name="Ellipse 468">
                  <a:extLst>
                    <a:ext uri="{FF2B5EF4-FFF2-40B4-BE49-F238E27FC236}">
                      <a16:creationId xmlns:a16="http://schemas.microsoft.com/office/drawing/2014/main" id="{24420A1A-2564-2518-B66D-38FD98C7E351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0" name="Ellipse 469">
                  <a:extLst>
                    <a:ext uri="{FF2B5EF4-FFF2-40B4-BE49-F238E27FC236}">
                      <a16:creationId xmlns:a16="http://schemas.microsoft.com/office/drawing/2014/main" id="{71417D12-99CF-CF89-70DE-DC690BCE6437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1" name="Ellipse 470">
                  <a:extLst>
                    <a:ext uri="{FF2B5EF4-FFF2-40B4-BE49-F238E27FC236}">
                      <a16:creationId xmlns:a16="http://schemas.microsoft.com/office/drawing/2014/main" id="{96E71D7F-EF2D-398C-1904-C45EE5BFE115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2" name="Ellipse 471">
                  <a:extLst>
                    <a:ext uri="{FF2B5EF4-FFF2-40B4-BE49-F238E27FC236}">
                      <a16:creationId xmlns:a16="http://schemas.microsoft.com/office/drawing/2014/main" id="{ABAF9736-9BB0-0664-8EA5-44B66E09B9B6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3" name="Ellipse 472">
                  <a:extLst>
                    <a:ext uri="{FF2B5EF4-FFF2-40B4-BE49-F238E27FC236}">
                      <a16:creationId xmlns:a16="http://schemas.microsoft.com/office/drawing/2014/main" id="{275299B3-7EDE-54F5-A7B3-BFE3D53DA60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4" name="Ellipse 473">
                  <a:extLst>
                    <a:ext uri="{FF2B5EF4-FFF2-40B4-BE49-F238E27FC236}">
                      <a16:creationId xmlns:a16="http://schemas.microsoft.com/office/drawing/2014/main" id="{FA22F1E4-6EF5-8E47-3216-A0F26F47148A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5" name="Ellipse 474">
                  <a:extLst>
                    <a:ext uri="{FF2B5EF4-FFF2-40B4-BE49-F238E27FC236}">
                      <a16:creationId xmlns:a16="http://schemas.microsoft.com/office/drawing/2014/main" id="{E2839E46-058A-481A-2FDB-7876B2D20FB4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476" name="Gruppieren 475">
                <a:extLst>
                  <a:ext uri="{FF2B5EF4-FFF2-40B4-BE49-F238E27FC236}">
                    <a16:creationId xmlns:a16="http://schemas.microsoft.com/office/drawing/2014/main" id="{45424187-0924-631A-3635-7EECBF4E60F8}"/>
                  </a:ext>
                </a:extLst>
              </p:cNvPr>
              <p:cNvGrpSpPr/>
              <p:nvPr/>
            </p:nvGrpSpPr>
            <p:grpSpPr>
              <a:xfrm rot="14691760" flipV="1">
                <a:off x="4019546" y="2824115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477" name="Ellipse 476">
                  <a:extLst>
                    <a:ext uri="{FF2B5EF4-FFF2-40B4-BE49-F238E27FC236}">
                      <a16:creationId xmlns:a16="http://schemas.microsoft.com/office/drawing/2014/main" id="{7D5EB0CE-0D43-5469-860F-9E7419A937E1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8" name="Ellipse 477">
                  <a:extLst>
                    <a:ext uri="{FF2B5EF4-FFF2-40B4-BE49-F238E27FC236}">
                      <a16:creationId xmlns:a16="http://schemas.microsoft.com/office/drawing/2014/main" id="{43123FFA-B7CD-D464-5AFB-427290DA0A4E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79" name="Ellipse 478">
                  <a:extLst>
                    <a:ext uri="{FF2B5EF4-FFF2-40B4-BE49-F238E27FC236}">
                      <a16:creationId xmlns:a16="http://schemas.microsoft.com/office/drawing/2014/main" id="{323ACAE8-B308-6B0E-EAA0-9B593C424278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0" name="Ellipse 479">
                  <a:extLst>
                    <a:ext uri="{FF2B5EF4-FFF2-40B4-BE49-F238E27FC236}">
                      <a16:creationId xmlns:a16="http://schemas.microsoft.com/office/drawing/2014/main" id="{B189ACC8-5796-71D7-B915-0088BA988A87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1" name="Ellipse 480">
                  <a:extLst>
                    <a:ext uri="{FF2B5EF4-FFF2-40B4-BE49-F238E27FC236}">
                      <a16:creationId xmlns:a16="http://schemas.microsoft.com/office/drawing/2014/main" id="{E1D0796B-06AD-24C6-38E1-557B68CBF412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2" name="Ellipse 481">
                  <a:extLst>
                    <a:ext uri="{FF2B5EF4-FFF2-40B4-BE49-F238E27FC236}">
                      <a16:creationId xmlns:a16="http://schemas.microsoft.com/office/drawing/2014/main" id="{F8AB787C-3E7C-37B9-0853-6348864F7B29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3" name="Ellipse 482">
                  <a:extLst>
                    <a:ext uri="{FF2B5EF4-FFF2-40B4-BE49-F238E27FC236}">
                      <a16:creationId xmlns:a16="http://schemas.microsoft.com/office/drawing/2014/main" id="{A8BB477D-B1E6-4586-69FC-C5883569A8EF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4" name="Ellipse 483">
                  <a:extLst>
                    <a:ext uri="{FF2B5EF4-FFF2-40B4-BE49-F238E27FC236}">
                      <a16:creationId xmlns:a16="http://schemas.microsoft.com/office/drawing/2014/main" id="{A1D032AB-2A8D-2364-B082-64AD8F90B4FA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5" name="Ellipse 484">
                  <a:extLst>
                    <a:ext uri="{FF2B5EF4-FFF2-40B4-BE49-F238E27FC236}">
                      <a16:creationId xmlns:a16="http://schemas.microsoft.com/office/drawing/2014/main" id="{F0FF055F-1E0C-0C2B-4D00-DE0A576DB927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6" name="Ellipse 485">
                  <a:extLst>
                    <a:ext uri="{FF2B5EF4-FFF2-40B4-BE49-F238E27FC236}">
                      <a16:creationId xmlns:a16="http://schemas.microsoft.com/office/drawing/2014/main" id="{FC3EB584-6FC1-29EC-C43D-EE6D2DC63019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7" name="Ellipse 486">
                  <a:extLst>
                    <a:ext uri="{FF2B5EF4-FFF2-40B4-BE49-F238E27FC236}">
                      <a16:creationId xmlns:a16="http://schemas.microsoft.com/office/drawing/2014/main" id="{704752E5-0A82-19EE-93FF-C266C90142EE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8" name="Ellipse 487">
                  <a:extLst>
                    <a:ext uri="{FF2B5EF4-FFF2-40B4-BE49-F238E27FC236}">
                      <a16:creationId xmlns:a16="http://schemas.microsoft.com/office/drawing/2014/main" id="{F5F4F243-1473-D6AF-51B6-49C6479C36B4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89" name="Ellipse 488">
                  <a:extLst>
                    <a:ext uri="{FF2B5EF4-FFF2-40B4-BE49-F238E27FC236}">
                      <a16:creationId xmlns:a16="http://schemas.microsoft.com/office/drawing/2014/main" id="{DB23C8F8-6332-7BE5-29D7-FF4C53962779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0" name="Ellipse 489">
                  <a:extLst>
                    <a:ext uri="{FF2B5EF4-FFF2-40B4-BE49-F238E27FC236}">
                      <a16:creationId xmlns:a16="http://schemas.microsoft.com/office/drawing/2014/main" id="{2DB7E7EB-E8E6-DCE0-5BBB-CD0B62783C89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1" name="Ellipse 490">
                  <a:extLst>
                    <a:ext uri="{FF2B5EF4-FFF2-40B4-BE49-F238E27FC236}">
                      <a16:creationId xmlns:a16="http://schemas.microsoft.com/office/drawing/2014/main" id="{D59909CF-D56C-8F2A-4993-6EBA5F5DD424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2" name="Ellipse 491">
                  <a:extLst>
                    <a:ext uri="{FF2B5EF4-FFF2-40B4-BE49-F238E27FC236}">
                      <a16:creationId xmlns:a16="http://schemas.microsoft.com/office/drawing/2014/main" id="{79B1DF08-68FD-4D80-F0A8-6FB5CC29A6B5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3" name="Ellipse 492">
                  <a:extLst>
                    <a:ext uri="{FF2B5EF4-FFF2-40B4-BE49-F238E27FC236}">
                      <a16:creationId xmlns:a16="http://schemas.microsoft.com/office/drawing/2014/main" id="{F8834DA8-74D2-655D-B5C2-0A948B6299DC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4" name="Ellipse 493">
                  <a:extLst>
                    <a:ext uri="{FF2B5EF4-FFF2-40B4-BE49-F238E27FC236}">
                      <a16:creationId xmlns:a16="http://schemas.microsoft.com/office/drawing/2014/main" id="{F493DFDB-0194-BEA5-A7A9-EBF8E189CB3D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5" name="Ellipse 494">
                  <a:extLst>
                    <a:ext uri="{FF2B5EF4-FFF2-40B4-BE49-F238E27FC236}">
                      <a16:creationId xmlns:a16="http://schemas.microsoft.com/office/drawing/2014/main" id="{319A77B9-BF3C-0F6E-67B0-2D4BD8F94856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6" name="Ellipse 495">
                  <a:extLst>
                    <a:ext uri="{FF2B5EF4-FFF2-40B4-BE49-F238E27FC236}">
                      <a16:creationId xmlns:a16="http://schemas.microsoft.com/office/drawing/2014/main" id="{C47FAB1F-A945-9FDE-82F5-D3B439805E7B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7" name="Ellipse 496">
                  <a:extLst>
                    <a:ext uri="{FF2B5EF4-FFF2-40B4-BE49-F238E27FC236}">
                      <a16:creationId xmlns:a16="http://schemas.microsoft.com/office/drawing/2014/main" id="{EC984131-C2A4-1654-929D-3AC93F699B2F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8" name="Ellipse 497">
                  <a:extLst>
                    <a:ext uri="{FF2B5EF4-FFF2-40B4-BE49-F238E27FC236}">
                      <a16:creationId xmlns:a16="http://schemas.microsoft.com/office/drawing/2014/main" id="{4056FFA1-58CC-E948-1560-619B68B5688A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499" name="Ellipse 498">
                  <a:extLst>
                    <a:ext uri="{FF2B5EF4-FFF2-40B4-BE49-F238E27FC236}">
                      <a16:creationId xmlns:a16="http://schemas.microsoft.com/office/drawing/2014/main" id="{055F5931-3FA0-476B-1A57-C6F2C51D5647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0" name="Ellipse 499">
                  <a:extLst>
                    <a:ext uri="{FF2B5EF4-FFF2-40B4-BE49-F238E27FC236}">
                      <a16:creationId xmlns:a16="http://schemas.microsoft.com/office/drawing/2014/main" id="{380EE655-50CD-188B-68F2-102BC609DBAB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1" name="Ellipse 500">
                  <a:extLst>
                    <a:ext uri="{FF2B5EF4-FFF2-40B4-BE49-F238E27FC236}">
                      <a16:creationId xmlns:a16="http://schemas.microsoft.com/office/drawing/2014/main" id="{D0DB6312-BCDF-31FC-7E7E-E8848CAA65B6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502" name="Gruppieren 501">
                <a:extLst>
                  <a:ext uri="{FF2B5EF4-FFF2-40B4-BE49-F238E27FC236}">
                    <a16:creationId xmlns:a16="http://schemas.microsoft.com/office/drawing/2014/main" id="{484AD92C-789F-1AC4-5162-3046966B56FD}"/>
                  </a:ext>
                </a:extLst>
              </p:cNvPr>
              <p:cNvGrpSpPr/>
              <p:nvPr/>
            </p:nvGrpSpPr>
            <p:grpSpPr>
              <a:xfrm rot="17100000">
                <a:off x="1691959" y="3094733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503" name="Ellipse 502">
                  <a:extLst>
                    <a:ext uri="{FF2B5EF4-FFF2-40B4-BE49-F238E27FC236}">
                      <a16:creationId xmlns:a16="http://schemas.microsoft.com/office/drawing/2014/main" id="{30948BBD-C33A-C708-464E-724271FC8588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4" name="Ellipse 503">
                  <a:extLst>
                    <a:ext uri="{FF2B5EF4-FFF2-40B4-BE49-F238E27FC236}">
                      <a16:creationId xmlns:a16="http://schemas.microsoft.com/office/drawing/2014/main" id="{26ACD503-573A-204E-868E-90AFBAA6C655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5" name="Ellipse 504">
                  <a:extLst>
                    <a:ext uri="{FF2B5EF4-FFF2-40B4-BE49-F238E27FC236}">
                      <a16:creationId xmlns:a16="http://schemas.microsoft.com/office/drawing/2014/main" id="{91F2DD2D-FCFF-BE00-C3B8-EB37FF64A33E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6" name="Ellipse 505">
                  <a:extLst>
                    <a:ext uri="{FF2B5EF4-FFF2-40B4-BE49-F238E27FC236}">
                      <a16:creationId xmlns:a16="http://schemas.microsoft.com/office/drawing/2014/main" id="{3BE1666E-8C23-A324-D82B-32DEFFB93B4F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7" name="Ellipse 506">
                  <a:extLst>
                    <a:ext uri="{FF2B5EF4-FFF2-40B4-BE49-F238E27FC236}">
                      <a16:creationId xmlns:a16="http://schemas.microsoft.com/office/drawing/2014/main" id="{9A7B1C66-BC16-70F0-CCAD-6A84E822BC9C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8" name="Ellipse 507">
                  <a:extLst>
                    <a:ext uri="{FF2B5EF4-FFF2-40B4-BE49-F238E27FC236}">
                      <a16:creationId xmlns:a16="http://schemas.microsoft.com/office/drawing/2014/main" id="{DB07F388-6B28-20F9-87B2-9CB9E6292AE5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09" name="Ellipse 508">
                  <a:extLst>
                    <a:ext uri="{FF2B5EF4-FFF2-40B4-BE49-F238E27FC236}">
                      <a16:creationId xmlns:a16="http://schemas.microsoft.com/office/drawing/2014/main" id="{80B4F7E1-B7E4-052A-8BE2-5BDFAB14EEBA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0" name="Ellipse 509">
                  <a:extLst>
                    <a:ext uri="{FF2B5EF4-FFF2-40B4-BE49-F238E27FC236}">
                      <a16:creationId xmlns:a16="http://schemas.microsoft.com/office/drawing/2014/main" id="{E0A8E1AE-018B-F22D-9A1F-605525B45253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1" name="Ellipse 510">
                  <a:extLst>
                    <a:ext uri="{FF2B5EF4-FFF2-40B4-BE49-F238E27FC236}">
                      <a16:creationId xmlns:a16="http://schemas.microsoft.com/office/drawing/2014/main" id="{FED720A9-BDF3-1FF9-6930-5ECB0712C94A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2" name="Ellipse 511">
                  <a:extLst>
                    <a:ext uri="{FF2B5EF4-FFF2-40B4-BE49-F238E27FC236}">
                      <a16:creationId xmlns:a16="http://schemas.microsoft.com/office/drawing/2014/main" id="{F0A9A804-E208-D64D-9837-D0A2204129D3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3" name="Ellipse 512">
                  <a:extLst>
                    <a:ext uri="{FF2B5EF4-FFF2-40B4-BE49-F238E27FC236}">
                      <a16:creationId xmlns:a16="http://schemas.microsoft.com/office/drawing/2014/main" id="{2252CC34-6D42-BCED-6ECA-F07A3F3A2C12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4" name="Ellipse 513">
                  <a:extLst>
                    <a:ext uri="{FF2B5EF4-FFF2-40B4-BE49-F238E27FC236}">
                      <a16:creationId xmlns:a16="http://schemas.microsoft.com/office/drawing/2014/main" id="{9CE27DA1-19E7-BD42-1BD3-C918E2AB6F99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5" name="Ellipse 514">
                  <a:extLst>
                    <a:ext uri="{FF2B5EF4-FFF2-40B4-BE49-F238E27FC236}">
                      <a16:creationId xmlns:a16="http://schemas.microsoft.com/office/drawing/2014/main" id="{1D817A3B-49FD-42AE-FA07-866774A4144E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6" name="Ellipse 515">
                  <a:extLst>
                    <a:ext uri="{FF2B5EF4-FFF2-40B4-BE49-F238E27FC236}">
                      <a16:creationId xmlns:a16="http://schemas.microsoft.com/office/drawing/2014/main" id="{05F3866D-DE29-29DA-8895-4364DD5926D7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7" name="Ellipse 516">
                  <a:extLst>
                    <a:ext uri="{FF2B5EF4-FFF2-40B4-BE49-F238E27FC236}">
                      <a16:creationId xmlns:a16="http://schemas.microsoft.com/office/drawing/2014/main" id="{62E70C53-86A5-C173-0E3D-F70DA6A19ACD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8" name="Ellipse 517">
                  <a:extLst>
                    <a:ext uri="{FF2B5EF4-FFF2-40B4-BE49-F238E27FC236}">
                      <a16:creationId xmlns:a16="http://schemas.microsoft.com/office/drawing/2014/main" id="{DD6AB09D-2639-800A-96E1-53489D3C9EB9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19" name="Ellipse 518">
                  <a:extLst>
                    <a:ext uri="{FF2B5EF4-FFF2-40B4-BE49-F238E27FC236}">
                      <a16:creationId xmlns:a16="http://schemas.microsoft.com/office/drawing/2014/main" id="{F3BE31AC-E09E-7A91-37AF-EDEB179EBCB8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0" name="Ellipse 519">
                  <a:extLst>
                    <a:ext uri="{FF2B5EF4-FFF2-40B4-BE49-F238E27FC236}">
                      <a16:creationId xmlns:a16="http://schemas.microsoft.com/office/drawing/2014/main" id="{F9B921FB-067D-EA44-6F71-4CAC3DF21036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1" name="Ellipse 520">
                  <a:extLst>
                    <a:ext uri="{FF2B5EF4-FFF2-40B4-BE49-F238E27FC236}">
                      <a16:creationId xmlns:a16="http://schemas.microsoft.com/office/drawing/2014/main" id="{9CC0F0E5-8075-3A05-7F60-BA588E668588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2" name="Ellipse 521">
                  <a:extLst>
                    <a:ext uri="{FF2B5EF4-FFF2-40B4-BE49-F238E27FC236}">
                      <a16:creationId xmlns:a16="http://schemas.microsoft.com/office/drawing/2014/main" id="{FFD213EE-EFD5-53B6-D858-26B8E75DADBC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3" name="Ellipse 522">
                  <a:extLst>
                    <a:ext uri="{FF2B5EF4-FFF2-40B4-BE49-F238E27FC236}">
                      <a16:creationId xmlns:a16="http://schemas.microsoft.com/office/drawing/2014/main" id="{768820DC-71B1-2DB0-E90C-EB8C1667E848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4" name="Ellipse 523">
                  <a:extLst>
                    <a:ext uri="{FF2B5EF4-FFF2-40B4-BE49-F238E27FC236}">
                      <a16:creationId xmlns:a16="http://schemas.microsoft.com/office/drawing/2014/main" id="{07207308-30DA-DB23-C3B6-D2BCCA4E427D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5" name="Ellipse 524">
                  <a:extLst>
                    <a:ext uri="{FF2B5EF4-FFF2-40B4-BE49-F238E27FC236}">
                      <a16:creationId xmlns:a16="http://schemas.microsoft.com/office/drawing/2014/main" id="{7C7D9BBA-5959-EBB0-6DFE-8D66946DF0A3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6" name="Ellipse 525">
                  <a:extLst>
                    <a:ext uri="{FF2B5EF4-FFF2-40B4-BE49-F238E27FC236}">
                      <a16:creationId xmlns:a16="http://schemas.microsoft.com/office/drawing/2014/main" id="{750BDAE9-99FA-C281-3DEB-A4FED9AC3E52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27" name="Ellipse 526">
                  <a:extLst>
                    <a:ext uri="{FF2B5EF4-FFF2-40B4-BE49-F238E27FC236}">
                      <a16:creationId xmlns:a16="http://schemas.microsoft.com/office/drawing/2014/main" id="{2408039F-F442-9E98-34DA-5722BE5330D6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528" name="Gruppieren 527">
                <a:extLst>
                  <a:ext uri="{FF2B5EF4-FFF2-40B4-BE49-F238E27FC236}">
                    <a16:creationId xmlns:a16="http://schemas.microsoft.com/office/drawing/2014/main" id="{C67097AA-0AC1-AAF1-DC67-3BCECB3A0D0C}"/>
                  </a:ext>
                </a:extLst>
              </p:cNvPr>
              <p:cNvGrpSpPr/>
              <p:nvPr/>
            </p:nvGrpSpPr>
            <p:grpSpPr>
              <a:xfrm rot="4912871">
                <a:off x="3270237" y="1783421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529" name="Ellipse 528">
                  <a:extLst>
                    <a:ext uri="{FF2B5EF4-FFF2-40B4-BE49-F238E27FC236}">
                      <a16:creationId xmlns:a16="http://schemas.microsoft.com/office/drawing/2014/main" id="{2E2A6B18-024C-4D82-C5AC-BACC37CCE1DA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0" name="Ellipse 529">
                  <a:extLst>
                    <a:ext uri="{FF2B5EF4-FFF2-40B4-BE49-F238E27FC236}">
                      <a16:creationId xmlns:a16="http://schemas.microsoft.com/office/drawing/2014/main" id="{74F723A3-9ADE-2DF7-32EB-F6EF247EE47F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1" name="Ellipse 530">
                  <a:extLst>
                    <a:ext uri="{FF2B5EF4-FFF2-40B4-BE49-F238E27FC236}">
                      <a16:creationId xmlns:a16="http://schemas.microsoft.com/office/drawing/2014/main" id="{0C11754A-7A29-19FB-84B1-5E72B4147695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2" name="Ellipse 531">
                  <a:extLst>
                    <a:ext uri="{FF2B5EF4-FFF2-40B4-BE49-F238E27FC236}">
                      <a16:creationId xmlns:a16="http://schemas.microsoft.com/office/drawing/2014/main" id="{CFEDBD90-A966-80DB-536F-F4448EB2B6EA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3" name="Ellipse 532">
                  <a:extLst>
                    <a:ext uri="{FF2B5EF4-FFF2-40B4-BE49-F238E27FC236}">
                      <a16:creationId xmlns:a16="http://schemas.microsoft.com/office/drawing/2014/main" id="{6BD0708E-9839-5225-F8B8-DC58EEA23E44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4" name="Ellipse 533">
                  <a:extLst>
                    <a:ext uri="{FF2B5EF4-FFF2-40B4-BE49-F238E27FC236}">
                      <a16:creationId xmlns:a16="http://schemas.microsoft.com/office/drawing/2014/main" id="{8B76242D-3C98-F810-FB4F-BEF678D80819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5" name="Ellipse 534">
                  <a:extLst>
                    <a:ext uri="{FF2B5EF4-FFF2-40B4-BE49-F238E27FC236}">
                      <a16:creationId xmlns:a16="http://schemas.microsoft.com/office/drawing/2014/main" id="{893F35BA-3743-AB32-1584-88A9DD9BA7EA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6" name="Ellipse 535">
                  <a:extLst>
                    <a:ext uri="{FF2B5EF4-FFF2-40B4-BE49-F238E27FC236}">
                      <a16:creationId xmlns:a16="http://schemas.microsoft.com/office/drawing/2014/main" id="{DD2F60B4-DCDA-05C7-A3A3-ECCE406AE451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7" name="Ellipse 536">
                  <a:extLst>
                    <a:ext uri="{FF2B5EF4-FFF2-40B4-BE49-F238E27FC236}">
                      <a16:creationId xmlns:a16="http://schemas.microsoft.com/office/drawing/2014/main" id="{E859EFEC-4D2D-82DF-303B-6AF4A6633335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8" name="Ellipse 537">
                  <a:extLst>
                    <a:ext uri="{FF2B5EF4-FFF2-40B4-BE49-F238E27FC236}">
                      <a16:creationId xmlns:a16="http://schemas.microsoft.com/office/drawing/2014/main" id="{50434FA3-A3E0-AD30-B67C-DF76B8BBCD54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39" name="Ellipse 538">
                  <a:extLst>
                    <a:ext uri="{FF2B5EF4-FFF2-40B4-BE49-F238E27FC236}">
                      <a16:creationId xmlns:a16="http://schemas.microsoft.com/office/drawing/2014/main" id="{561B479A-9C9C-DA25-949A-1696B6D8A250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0" name="Ellipse 539">
                  <a:extLst>
                    <a:ext uri="{FF2B5EF4-FFF2-40B4-BE49-F238E27FC236}">
                      <a16:creationId xmlns:a16="http://schemas.microsoft.com/office/drawing/2014/main" id="{6F034023-8BF9-3293-DF37-D5E37CD92F0E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1" name="Ellipse 540">
                  <a:extLst>
                    <a:ext uri="{FF2B5EF4-FFF2-40B4-BE49-F238E27FC236}">
                      <a16:creationId xmlns:a16="http://schemas.microsoft.com/office/drawing/2014/main" id="{4F77067E-6B11-503F-5BF0-E11C2B7B845A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2" name="Ellipse 541">
                  <a:extLst>
                    <a:ext uri="{FF2B5EF4-FFF2-40B4-BE49-F238E27FC236}">
                      <a16:creationId xmlns:a16="http://schemas.microsoft.com/office/drawing/2014/main" id="{F62C6713-651A-0DB7-3B25-4A94D4068E71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3" name="Ellipse 542">
                  <a:extLst>
                    <a:ext uri="{FF2B5EF4-FFF2-40B4-BE49-F238E27FC236}">
                      <a16:creationId xmlns:a16="http://schemas.microsoft.com/office/drawing/2014/main" id="{D6271D3B-C530-3409-4882-BF8B6AE45161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4" name="Ellipse 543">
                  <a:extLst>
                    <a:ext uri="{FF2B5EF4-FFF2-40B4-BE49-F238E27FC236}">
                      <a16:creationId xmlns:a16="http://schemas.microsoft.com/office/drawing/2014/main" id="{A1096107-7C43-F009-FA68-10B44B48ECBC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5" name="Ellipse 544">
                  <a:extLst>
                    <a:ext uri="{FF2B5EF4-FFF2-40B4-BE49-F238E27FC236}">
                      <a16:creationId xmlns:a16="http://schemas.microsoft.com/office/drawing/2014/main" id="{4B84EE46-C350-8F3D-E4AE-3D851E3B14D3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6" name="Ellipse 545">
                  <a:extLst>
                    <a:ext uri="{FF2B5EF4-FFF2-40B4-BE49-F238E27FC236}">
                      <a16:creationId xmlns:a16="http://schemas.microsoft.com/office/drawing/2014/main" id="{C8E752D1-F238-B4E7-8AF4-E15A1067D51C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7" name="Ellipse 546">
                  <a:extLst>
                    <a:ext uri="{FF2B5EF4-FFF2-40B4-BE49-F238E27FC236}">
                      <a16:creationId xmlns:a16="http://schemas.microsoft.com/office/drawing/2014/main" id="{86500A67-7123-62F3-2AF7-C81B7B1D384F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8" name="Ellipse 547">
                  <a:extLst>
                    <a:ext uri="{FF2B5EF4-FFF2-40B4-BE49-F238E27FC236}">
                      <a16:creationId xmlns:a16="http://schemas.microsoft.com/office/drawing/2014/main" id="{53B62513-38E7-2537-0FCB-0FB356AB2AE1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49" name="Ellipse 548">
                  <a:extLst>
                    <a:ext uri="{FF2B5EF4-FFF2-40B4-BE49-F238E27FC236}">
                      <a16:creationId xmlns:a16="http://schemas.microsoft.com/office/drawing/2014/main" id="{94C835AC-3FF8-82F1-163F-4D1918A7991A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0" name="Ellipse 549">
                  <a:extLst>
                    <a:ext uri="{FF2B5EF4-FFF2-40B4-BE49-F238E27FC236}">
                      <a16:creationId xmlns:a16="http://schemas.microsoft.com/office/drawing/2014/main" id="{2CCD811D-3073-DFFA-BE2E-ACA2E8A47C97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1" name="Ellipse 550">
                  <a:extLst>
                    <a:ext uri="{FF2B5EF4-FFF2-40B4-BE49-F238E27FC236}">
                      <a16:creationId xmlns:a16="http://schemas.microsoft.com/office/drawing/2014/main" id="{2FCD8766-D053-EB5C-9801-50C90F76807C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2" name="Ellipse 551">
                  <a:extLst>
                    <a:ext uri="{FF2B5EF4-FFF2-40B4-BE49-F238E27FC236}">
                      <a16:creationId xmlns:a16="http://schemas.microsoft.com/office/drawing/2014/main" id="{1DC1DCDC-5BC9-F49F-AC0F-B8F00AAAE760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3" name="Ellipse 552">
                  <a:extLst>
                    <a:ext uri="{FF2B5EF4-FFF2-40B4-BE49-F238E27FC236}">
                      <a16:creationId xmlns:a16="http://schemas.microsoft.com/office/drawing/2014/main" id="{15F396B6-6EE9-EC6D-FABC-83C744BFAA87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554" name="Gruppieren 553">
                <a:extLst>
                  <a:ext uri="{FF2B5EF4-FFF2-40B4-BE49-F238E27FC236}">
                    <a16:creationId xmlns:a16="http://schemas.microsoft.com/office/drawing/2014/main" id="{77776008-9DD7-69EF-A652-68246B8F9B70}"/>
                  </a:ext>
                </a:extLst>
              </p:cNvPr>
              <p:cNvGrpSpPr/>
              <p:nvPr/>
            </p:nvGrpSpPr>
            <p:grpSpPr>
              <a:xfrm rot="17100000">
                <a:off x="-826413" y="3180709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555" name="Ellipse 554">
                  <a:extLst>
                    <a:ext uri="{FF2B5EF4-FFF2-40B4-BE49-F238E27FC236}">
                      <a16:creationId xmlns:a16="http://schemas.microsoft.com/office/drawing/2014/main" id="{B36014FF-82AD-5C72-B6F1-71440CB72A3A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6" name="Ellipse 555">
                  <a:extLst>
                    <a:ext uri="{FF2B5EF4-FFF2-40B4-BE49-F238E27FC236}">
                      <a16:creationId xmlns:a16="http://schemas.microsoft.com/office/drawing/2014/main" id="{B5A15CDB-2A06-3601-C291-81680257D47F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7" name="Ellipse 556">
                  <a:extLst>
                    <a:ext uri="{FF2B5EF4-FFF2-40B4-BE49-F238E27FC236}">
                      <a16:creationId xmlns:a16="http://schemas.microsoft.com/office/drawing/2014/main" id="{704A6F9D-B3B3-5DA1-BEF0-E6F96E4418CA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8" name="Ellipse 557">
                  <a:extLst>
                    <a:ext uri="{FF2B5EF4-FFF2-40B4-BE49-F238E27FC236}">
                      <a16:creationId xmlns:a16="http://schemas.microsoft.com/office/drawing/2014/main" id="{0E6FDE0D-417C-BFE0-6EC2-8A6E8FCEE107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59" name="Ellipse 558">
                  <a:extLst>
                    <a:ext uri="{FF2B5EF4-FFF2-40B4-BE49-F238E27FC236}">
                      <a16:creationId xmlns:a16="http://schemas.microsoft.com/office/drawing/2014/main" id="{290EB1E1-6AB0-0B68-DF98-E59587865AEB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0" name="Ellipse 559">
                  <a:extLst>
                    <a:ext uri="{FF2B5EF4-FFF2-40B4-BE49-F238E27FC236}">
                      <a16:creationId xmlns:a16="http://schemas.microsoft.com/office/drawing/2014/main" id="{47B1D3F0-7F50-182C-7EC3-6412CB64DEDE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1" name="Ellipse 560">
                  <a:extLst>
                    <a:ext uri="{FF2B5EF4-FFF2-40B4-BE49-F238E27FC236}">
                      <a16:creationId xmlns:a16="http://schemas.microsoft.com/office/drawing/2014/main" id="{CC51720A-5814-0A9B-9028-DDB05A286A1F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2" name="Ellipse 561">
                  <a:extLst>
                    <a:ext uri="{FF2B5EF4-FFF2-40B4-BE49-F238E27FC236}">
                      <a16:creationId xmlns:a16="http://schemas.microsoft.com/office/drawing/2014/main" id="{40D8CFAD-9EA2-BC59-188D-7976DEE1799E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3" name="Ellipse 562">
                  <a:extLst>
                    <a:ext uri="{FF2B5EF4-FFF2-40B4-BE49-F238E27FC236}">
                      <a16:creationId xmlns:a16="http://schemas.microsoft.com/office/drawing/2014/main" id="{DFA76DF5-188C-673B-6425-C0A4052204C6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4" name="Ellipse 563">
                  <a:extLst>
                    <a:ext uri="{FF2B5EF4-FFF2-40B4-BE49-F238E27FC236}">
                      <a16:creationId xmlns:a16="http://schemas.microsoft.com/office/drawing/2014/main" id="{6E190211-03DE-018D-46E7-0BFB480D92BD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5" name="Ellipse 564">
                  <a:extLst>
                    <a:ext uri="{FF2B5EF4-FFF2-40B4-BE49-F238E27FC236}">
                      <a16:creationId xmlns:a16="http://schemas.microsoft.com/office/drawing/2014/main" id="{31FBB2F7-96F3-2D25-732C-31A60CE0F962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6" name="Ellipse 565">
                  <a:extLst>
                    <a:ext uri="{FF2B5EF4-FFF2-40B4-BE49-F238E27FC236}">
                      <a16:creationId xmlns:a16="http://schemas.microsoft.com/office/drawing/2014/main" id="{9C6EEDBE-A402-E1B8-EF8F-844A6E1ADE48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7" name="Ellipse 566">
                  <a:extLst>
                    <a:ext uri="{FF2B5EF4-FFF2-40B4-BE49-F238E27FC236}">
                      <a16:creationId xmlns:a16="http://schemas.microsoft.com/office/drawing/2014/main" id="{9BB5ACE4-1690-7CB1-D02D-33BEC15504D3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8" name="Ellipse 567">
                  <a:extLst>
                    <a:ext uri="{FF2B5EF4-FFF2-40B4-BE49-F238E27FC236}">
                      <a16:creationId xmlns:a16="http://schemas.microsoft.com/office/drawing/2014/main" id="{6A582F78-B7B5-AFD8-2832-59A4E97E7ECD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69" name="Ellipse 568">
                  <a:extLst>
                    <a:ext uri="{FF2B5EF4-FFF2-40B4-BE49-F238E27FC236}">
                      <a16:creationId xmlns:a16="http://schemas.microsoft.com/office/drawing/2014/main" id="{F9DEBCA5-E052-28CE-79CF-0DB2282D48A9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0" name="Ellipse 569">
                  <a:extLst>
                    <a:ext uri="{FF2B5EF4-FFF2-40B4-BE49-F238E27FC236}">
                      <a16:creationId xmlns:a16="http://schemas.microsoft.com/office/drawing/2014/main" id="{726462F3-2C85-3326-5B57-5F38CBC58E50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1" name="Ellipse 570">
                  <a:extLst>
                    <a:ext uri="{FF2B5EF4-FFF2-40B4-BE49-F238E27FC236}">
                      <a16:creationId xmlns:a16="http://schemas.microsoft.com/office/drawing/2014/main" id="{24BECA73-0677-3C12-7F52-3716F67BDCE6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2" name="Ellipse 571">
                  <a:extLst>
                    <a:ext uri="{FF2B5EF4-FFF2-40B4-BE49-F238E27FC236}">
                      <a16:creationId xmlns:a16="http://schemas.microsoft.com/office/drawing/2014/main" id="{0BB776BF-D597-A657-4CA6-432A651B34BC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3" name="Ellipse 572">
                  <a:extLst>
                    <a:ext uri="{FF2B5EF4-FFF2-40B4-BE49-F238E27FC236}">
                      <a16:creationId xmlns:a16="http://schemas.microsoft.com/office/drawing/2014/main" id="{8D62D57B-D61D-990E-C2E8-E0E9DC22B5DE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4" name="Ellipse 573">
                  <a:extLst>
                    <a:ext uri="{FF2B5EF4-FFF2-40B4-BE49-F238E27FC236}">
                      <a16:creationId xmlns:a16="http://schemas.microsoft.com/office/drawing/2014/main" id="{9DCFFD22-54EB-D087-AD4D-52CE8E996730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5" name="Ellipse 574">
                  <a:extLst>
                    <a:ext uri="{FF2B5EF4-FFF2-40B4-BE49-F238E27FC236}">
                      <a16:creationId xmlns:a16="http://schemas.microsoft.com/office/drawing/2014/main" id="{AF1E7B8E-59CA-AE8B-8410-12AFD31B6BE7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6" name="Ellipse 575">
                  <a:extLst>
                    <a:ext uri="{FF2B5EF4-FFF2-40B4-BE49-F238E27FC236}">
                      <a16:creationId xmlns:a16="http://schemas.microsoft.com/office/drawing/2014/main" id="{E38FC630-7428-9F5F-A220-9CF3CBD01B7D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7" name="Ellipse 576">
                  <a:extLst>
                    <a:ext uri="{FF2B5EF4-FFF2-40B4-BE49-F238E27FC236}">
                      <a16:creationId xmlns:a16="http://schemas.microsoft.com/office/drawing/2014/main" id="{D55E519A-9F5E-F23F-68D2-C60CABF7F7D6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8" name="Ellipse 577">
                  <a:extLst>
                    <a:ext uri="{FF2B5EF4-FFF2-40B4-BE49-F238E27FC236}">
                      <a16:creationId xmlns:a16="http://schemas.microsoft.com/office/drawing/2014/main" id="{2EBFA6B4-44BC-EA3E-DF34-912B7C80AF71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79" name="Ellipse 578">
                  <a:extLst>
                    <a:ext uri="{FF2B5EF4-FFF2-40B4-BE49-F238E27FC236}">
                      <a16:creationId xmlns:a16="http://schemas.microsoft.com/office/drawing/2014/main" id="{D0B7BDA8-03FC-FADD-3E53-507B948A88AD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0" name="Ellipse 579">
                  <a:extLst>
                    <a:ext uri="{FF2B5EF4-FFF2-40B4-BE49-F238E27FC236}">
                      <a16:creationId xmlns:a16="http://schemas.microsoft.com/office/drawing/2014/main" id="{4B526BA8-AC18-F740-19E0-AA10CB251F28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1" name="Ellipse 580">
                  <a:extLst>
                    <a:ext uri="{FF2B5EF4-FFF2-40B4-BE49-F238E27FC236}">
                      <a16:creationId xmlns:a16="http://schemas.microsoft.com/office/drawing/2014/main" id="{0D2CB272-4FFF-6910-CC0D-B4A60DBA2BDE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2" name="Ellipse 581">
                  <a:extLst>
                    <a:ext uri="{FF2B5EF4-FFF2-40B4-BE49-F238E27FC236}">
                      <a16:creationId xmlns:a16="http://schemas.microsoft.com/office/drawing/2014/main" id="{8A01F87A-E521-564C-55C0-F30DB25930D0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583" name="Gruppieren 582">
                <a:extLst>
                  <a:ext uri="{FF2B5EF4-FFF2-40B4-BE49-F238E27FC236}">
                    <a16:creationId xmlns:a16="http://schemas.microsoft.com/office/drawing/2014/main" id="{55D29C3C-4FBC-9FF2-FB91-E24AA4BE240F}"/>
                  </a:ext>
                </a:extLst>
              </p:cNvPr>
              <p:cNvGrpSpPr/>
              <p:nvPr/>
            </p:nvGrpSpPr>
            <p:grpSpPr>
              <a:xfrm rot="6300000">
                <a:off x="-37673" y="2640234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584" name="Ellipse 583">
                  <a:extLst>
                    <a:ext uri="{FF2B5EF4-FFF2-40B4-BE49-F238E27FC236}">
                      <a16:creationId xmlns:a16="http://schemas.microsoft.com/office/drawing/2014/main" id="{1E9DD232-A28E-0E47-B5F6-2C3F945DFC25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5" name="Ellipse 584">
                  <a:extLst>
                    <a:ext uri="{FF2B5EF4-FFF2-40B4-BE49-F238E27FC236}">
                      <a16:creationId xmlns:a16="http://schemas.microsoft.com/office/drawing/2014/main" id="{591C2066-5367-7E90-1BC8-DE442FC777EA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6" name="Ellipse 585">
                  <a:extLst>
                    <a:ext uri="{FF2B5EF4-FFF2-40B4-BE49-F238E27FC236}">
                      <a16:creationId xmlns:a16="http://schemas.microsoft.com/office/drawing/2014/main" id="{BBC5CD2D-DE18-58DC-94E9-E03E25892039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7" name="Ellipse 586">
                  <a:extLst>
                    <a:ext uri="{FF2B5EF4-FFF2-40B4-BE49-F238E27FC236}">
                      <a16:creationId xmlns:a16="http://schemas.microsoft.com/office/drawing/2014/main" id="{B17F4E60-84BF-3C26-BE75-0CD17AC0AC8B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8" name="Ellipse 587">
                  <a:extLst>
                    <a:ext uri="{FF2B5EF4-FFF2-40B4-BE49-F238E27FC236}">
                      <a16:creationId xmlns:a16="http://schemas.microsoft.com/office/drawing/2014/main" id="{4DBAC59C-8203-0D96-E3BE-36D0B29FDBD7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89" name="Ellipse 588">
                  <a:extLst>
                    <a:ext uri="{FF2B5EF4-FFF2-40B4-BE49-F238E27FC236}">
                      <a16:creationId xmlns:a16="http://schemas.microsoft.com/office/drawing/2014/main" id="{87A150B1-FBA6-14C9-2E8C-4078E811E83E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0" name="Ellipse 589">
                  <a:extLst>
                    <a:ext uri="{FF2B5EF4-FFF2-40B4-BE49-F238E27FC236}">
                      <a16:creationId xmlns:a16="http://schemas.microsoft.com/office/drawing/2014/main" id="{41D12A71-6C92-8629-3ECC-E298C81DE6D5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1" name="Ellipse 590">
                  <a:extLst>
                    <a:ext uri="{FF2B5EF4-FFF2-40B4-BE49-F238E27FC236}">
                      <a16:creationId xmlns:a16="http://schemas.microsoft.com/office/drawing/2014/main" id="{A50BDFF6-B076-58E9-C610-62C288CFAAA5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2" name="Ellipse 591">
                  <a:extLst>
                    <a:ext uri="{FF2B5EF4-FFF2-40B4-BE49-F238E27FC236}">
                      <a16:creationId xmlns:a16="http://schemas.microsoft.com/office/drawing/2014/main" id="{8193DB68-8950-EE5C-EB58-9092A36FE2DE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3" name="Ellipse 592">
                  <a:extLst>
                    <a:ext uri="{FF2B5EF4-FFF2-40B4-BE49-F238E27FC236}">
                      <a16:creationId xmlns:a16="http://schemas.microsoft.com/office/drawing/2014/main" id="{E030464A-4B35-D785-6C21-DB663A11AAB1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4" name="Ellipse 593">
                  <a:extLst>
                    <a:ext uri="{FF2B5EF4-FFF2-40B4-BE49-F238E27FC236}">
                      <a16:creationId xmlns:a16="http://schemas.microsoft.com/office/drawing/2014/main" id="{D19BA8F9-D738-8FDF-9EF3-1BD9CB4571BC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5" name="Ellipse 594">
                  <a:extLst>
                    <a:ext uri="{FF2B5EF4-FFF2-40B4-BE49-F238E27FC236}">
                      <a16:creationId xmlns:a16="http://schemas.microsoft.com/office/drawing/2014/main" id="{65F6B4C4-17E1-58EE-1594-7D64EB58AB20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6" name="Ellipse 595">
                  <a:extLst>
                    <a:ext uri="{FF2B5EF4-FFF2-40B4-BE49-F238E27FC236}">
                      <a16:creationId xmlns:a16="http://schemas.microsoft.com/office/drawing/2014/main" id="{273FF469-CE7D-D511-F084-7A503788A98E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7" name="Ellipse 596">
                  <a:extLst>
                    <a:ext uri="{FF2B5EF4-FFF2-40B4-BE49-F238E27FC236}">
                      <a16:creationId xmlns:a16="http://schemas.microsoft.com/office/drawing/2014/main" id="{C4AE0C17-1049-31C3-98FB-3BAF0E344922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8" name="Ellipse 597">
                  <a:extLst>
                    <a:ext uri="{FF2B5EF4-FFF2-40B4-BE49-F238E27FC236}">
                      <a16:creationId xmlns:a16="http://schemas.microsoft.com/office/drawing/2014/main" id="{FEDF0BB6-C953-7F2C-D831-3BD8551E71AC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599" name="Ellipse 598">
                  <a:extLst>
                    <a:ext uri="{FF2B5EF4-FFF2-40B4-BE49-F238E27FC236}">
                      <a16:creationId xmlns:a16="http://schemas.microsoft.com/office/drawing/2014/main" id="{925DE1C7-65FE-93E7-E596-66938B2A573C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0" name="Ellipse 599">
                  <a:extLst>
                    <a:ext uri="{FF2B5EF4-FFF2-40B4-BE49-F238E27FC236}">
                      <a16:creationId xmlns:a16="http://schemas.microsoft.com/office/drawing/2014/main" id="{98EB63B2-20BC-4CA3-C4D7-281DC0A46C3A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1" name="Ellipse 600">
                  <a:extLst>
                    <a:ext uri="{FF2B5EF4-FFF2-40B4-BE49-F238E27FC236}">
                      <a16:creationId xmlns:a16="http://schemas.microsoft.com/office/drawing/2014/main" id="{746D28AA-039C-CA52-F82A-2285E7C552C8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2" name="Ellipse 601">
                  <a:extLst>
                    <a:ext uri="{FF2B5EF4-FFF2-40B4-BE49-F238E27FC236}">
                      <a16:creationId xmlns:a16="http://schemas.microsoft.com/office/drawing/2014/main" id="{E3A08D91-141E-CC34-FEF0-A05E3450D7D2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3" name="Ellipse 602">
                  <a:extLst>
                    <a:ext uri="{FF2B5EF4-FFF2-40B4-BE49-F238E27FC236}">
                      <a16:creationId xmlns:a16="http://schemas.microsoft.com/office/drawing/2014/main" id="{1ED5C6BE-5A80-DC55-40EC-76AD1577D960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4" name="Ellipse 603">
                  <a:extLst>
                    <a:ext uri="{FF2B5EF4-FFF2-40B4-BE49-F238E27FC236}">
                      <a16:creationId xmlns:a16="http://schemas.microsoft.com/office/drawing/2014/main" id="{F0F49CB6-84C8-1E1C-CFBA-C239046AAD7E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5" name="Ellipse 604">
                  <a:extLst>
                    <a:ext uri="{FF2B5EF4-FFF2-40B4-BE49-F238E27FC236}">
                      <a16:creationId xmlns:a16="http://schemas.microsoft.com/office/drawing/2014/main" id="{644B8D60-BFB5-2C87-A47E-41853B110116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6" name="Ellipse 605">
                  <a:extLst>
                    <a:ext uri="{FF2B5EF4-FFF2-40B4-BE49-F238E27FC236}">
                      <a16:creationId xmlns:a16="http://schemas.microsoft.com/office/drawing/2014/main" id="{38170608-E1D6-E65F-6FD4-BF55425CC22E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7" name="Ellipse 606">
                  <a:extLst>
                    <a:ext uri="{FF2B5EF4-FFF2-40B4-BE49-F238E27FC236}">
                      <a16:creationId xmlns:a16="http://schemas.microsoft.com/office/drawing/2014/main" id="{D4C087A1-E131-99F6-CA02-285E1B8AAEF9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8" name="Ellipse 607">
                  <a:extLst>
                    <a:ext uri="{FF2B5EF4-FFF2-40B4-BE49-F238E27FC236}">
                      <a16:creationId xmlns:a16="http://schemas.microsoft.com/office/drawing/2014/main" id="{F793DFC1-F5F1-3140-9481-678458D8AFE8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09" name="Ellipse 608">
                  <a:extLst>
                    <a:ext uri="{FF2B5EF4-FFF2-40B4-BE49-F238E27FC236}">
                      <a16:creationId xmlns:a16="http://schemas.microsoft.com/office/drawing/2014/main" id="{3908D7C1-1EDC-41E6-44A6-251872786789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0" name="Ellipse 609">
                  <a:extLst>
                    <a:ext uri="{FF2B5EF4-FFF2-40B4-BE49-F238E27FC236}">
                      <a16:creationId xmlns:a16="http://schemas.microsoft.com/office/drawing/2014/main" id="{4D6D7C0F-CF39-1A05-51B7-EAC595E952C4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1" name="Ellipse 610">
                  <a:extLst>
                    <a:ext uri="{FF2B5EF4-FFF2-40B4-BE49-F238E27FC236}">
                      <a16:creationId xmlns:a16="http://schemas.microsoft.com/office/drawing/2014/main" id="{F1BA40AF-A138-4F9D-E53F-491319ED1F4C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612" name="Gruppieren 611">
                <a:extLst>
                  <a:ext uri="{FF2B5EF4-FFF2-40B4-BE49-F238E27FC236}">
                    <a16:creationId xmlns:a16="http://schemas.microsoft.com/office/drawing/2014/main" id="{44A0EDA2-E844-E9DE-6A5F-B8D89CD13026}"/>
                  </a:ext>
                </a:extLst>
              </p:cNvPr>
              <p:cNvGrpSpPr/>
              <p:nvPr/>
            </p:nvGrpSpPr>
            <p:grpSpPr>
              <a:xfrm rot="6300000">
                <a:off x="-2289554" y="3513691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613" name="Ellipse 612">
                  <a:extLst>
                    <a:ext uri="{FF2B5EF4-FFF2-40B4-BE49-F238E27FC236}">
                      <a16:creationId xmlns:a16="http://schemas.microsoft.com/office/drawing/2014/main" id="{EBA46A78-6EAC-341E-11E7-4FEAD4E1293D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4" name="Ellipse 613">
                  <a:extLst>
                    <a:ext uri="{FF2B5EF4-FFF2-40B4-BE49-F238E27FC236}">
                      <a16:creationId xmlns:a16="http://schemas.microsoft.com/office/drawing/2014/main" id="{C91418B1-6261-14DB-E992-1FE42CA9312B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5" name="Ellipse 614">
                  <a:extLst>
                    <a:ext uri="{FF2B5EF4-FFF2-40B4-BE49-F238E27FC236}">
                      <a16:creationId xmlns:a16="http://schemas.microsoft.com/office/drawing/2014/main" id="{9984F8DE-03A3-FDCC-F7FF-8D85E24E3E9D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6" name="Ellipse 615">
                  <a:extLst>
                    <a:ext uri="{FF2B5EF4-FFF2-40B4-BE49-F238E27FC236}">
                      <a16:creationId xmlns:a16="http://schemas.microsoft.com/office/drawing/2014/main" id="{940B0451-1DB5-15A6-91AB-54219F7A3B8B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7" name="Ellipse 616">
                  <a:extLst>
                    <a:ext uri="{FF2B5EF4-FFF2-40B4-BE49-F238E27FC236}">
                      <a16:creationId xmlns:a16="http://schemas.microsoft.com/office/drawing/2014/main" id="{5DCA6BB9-5627-867B-F5C9-E841CB15C689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8" name="Ellipse 617">
                  <a:extLst>
                    <a:ext uri="{FF2B5EF4-FFF2-40B4-BE49-F238E27FC236}">
                      <a16:creationId xmlns:a16="http://schemas.microsoft.com/office/drawing/2014/main" id="{6C3AB0A7-9812-2119-F2C1-6EC6A9CEF915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19" name="Ellipse 618">
                  <a:extLst>
                    <a:ext uri="{FF2B5EF4-FFF2-40B4-BE49-F238E27FC236}">
                      <a16:creationId xmlns:a16="http://schemas.microsoft.com/office/drawing/2014/main" id="{3F5931A7-BB32-1881-6C87-60CDCC4AC6E9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0" name="Ellipse 619">
                  <a:extLst>
                    <a:ext uri="{FF2B5EF4-FFF2-40B4-BE49-F238E27FC236}">
                      <a16:creationId xmlns:a16="http://schemas.microsoft.com/office/drawing/2014/main" id="{2FB1E607-914D-A4D7-6C7C-01E5141A9B7E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1" name="Ellipse 620">
                  <a:extLst>
                    <a:ext uri="{FF2B5EF4-FFF2-40B4-BE49-F238E27FC236}">
                      <a16:creationId xmlns:a16="http://schemas.microsoft.com/office/drawing/2014/main" id="{CEE025CB-FA2C-A67E-55F6-57B3DF4D4F66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2" name="Ellipse 621">
                  <a:extLst>
                    <a:ext uri="{FF2B5EF4-FFF2-40B4-BE49-F238E27FC236}">
                      <a16:creationId xmlns:a16="http://schemas.microsoft.com/office/drawing/2014/main" id="{830EF937-E704-92BB-E338-E0808AD40173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3" name="Ellipse 622">
                  <a:extLst>
                    <a:ext uri="{FF2B5EF4-FFF2-40B4-BE49-F238E27FC236}">
                      <a16:creationId xmlns:a16="http://schemas.microsoft.com/office/drawing/2014/main" id="{D4EEEAFC-1592-ECCA-6EBE-CAEAD1350E50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4" name="Ellipse 623">
                  <a:extLst>
                    <a:ext uri="{FF2B5EF4-FFF2-40B4-BE49-F238E27FC236}">
                      <a16:creationId xmlns:a16="http://schemas.microsoft.com/office/drawing/2014/main" id="{83682A89-D78E-9879-343A-AC7541F8A1CB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5" name="Ellipse 624">
                  <a:extLst>
                    <a:ext uri="{FF2B5EF4-FFF2-40B4-BE49-F238E27FC236}">
                      <a16:creationId xmlns:a16="http://schemas.microsoft.com/office/drawing/2014/main" id="{48C2513F-A923-D6D1-DDB0-2F7DFFECD6C3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6" name="Ellipse 625">
                  <a:extLst>
                    <a:ext uri="{FF2B5EF4-FFF2-40B4-BE49-F238E27FC236}">
                      <a16:creationId xmlns:a16="http://schemas.microsoft.com/office/drawing/2014/main" id="{C430EAB8-62F2-61FC-10AB-4F76789FD0EA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7" name="Ellipse 626">
                  <a:extLst>
                    <a:ext uri="{FF2B5EF4-FFF2-40B4-BE49-F238E27FC236}">
                      <a16:creationId xmlns:a16="http://schemas.microsoft.com/office/drawing/2014/main" id="{CF3C157D-1FC4-8FB4-9297-3E48D470AAD3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8" name="Ellipse 627">
                  <a:extLst>
                    <a:ext uri="{FF2B5EF4-FFF2-40B4-BE49-F238E27FC236}">
                      <a16:creationId xmlns:a16="http://schemas.microsoft.com/office/drawing/2014/main" id="{43EE6DDF-ADD4-7703-C56E-5DDFF0A1E99E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29" name="Ellipse 628">
                  <a:extLst>
                    <a:ext uri="{FF2B5EF4-FFF2-40B4-BE49-F238E27FC236}">
                      <a16:creationId xmlns:a16="http://schemas.microsoft.com/office/drawing/2014/main" id="{9FE0331E-8F1B-CD4D-966B-0B9DFD6720A5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0" name="Ellipse 629">
                  <a:extLst>
                    <a:ext uri="{FF2B5EF4-FFF2-40B4-BE49-F238E27FC236}">
                      <a16:creationId xmlns:a16="http://schemas.microsoft.com/office/drawing/2014/main" id="{043718DC-A809-69C8-3FEF-5E022BA21C84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1" name="Ellipse 630">
                  <a:extLst>
                    <a:ext uri="{FF2B5EF4-FFF2-40B4-BE49-F238E27FC236}">
                      <a16:creationId xmlns:a16="http://schemas.microsoft.com/office/drawing/2014/main" id="{46A363BC-A5F3-6ECA-3DB8-B4D15DBD4CA3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2" name="Ellipse 631">
                  <a:extLst>
                    <a:ext uri="{FF2B5EF4-FFF2-40B4-BE49-F238E27FC236}">
                      <a16:creationId xmlns:a16="http://schemas.microsoft.com/office/drawing/2014/main" id="{A4B73271-DC52-C9C0-4096-0ED964412D58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3" name="Ellipse 632">
                  <a:extLst>
                    <a:ext uri="{FF2B5EF4-FFF2-40B4-BE49-F238E27FC236}">
                      <a16:creationId xmlns:a16="http://schemas.microsoft.com/office/drawing/2014/main" id="{31DB207B-0E53-D972-D3F3-A77B6622EF5F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4" name="Ellipse 633">
                  <a:extLst>
                    <a:ext uri="{FF2B5EF4-FFF2-40B4-BE49-F238E27FC236}">
                      <a16:creationId xmlns:a16="http://schemas.microsoft.com/office/drawing/2014/main" id="{9091911D-F654-8572-5DAC-03805489000D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5" name="Ellipse 634">
                  <a:extLst>
                    <a:ext uri="{FF2B5EF4-FFF2-40B4-BE49-F238E27FC236}">
                      <a16:creationId xmlns:a16="http://schemas.microsoft.com/office/drawing/2014/main" id="{A40D78EC-81A0-98F3-3D88-B347ECC4F232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6" name="Ellipse 635">
                  <a:extLst>
                    <a:ext uri="{FF2B5EF4-FFF2-40B4-BE49-F238E27FC236}">
                      <a16:creationId xmlns:a16="http://schemas.microsoft.com/office/drawing/2014/main" id="{3AA3A42B-2863-389F-ADE1-2BD67E6F531E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7" name="Ellipse 636">
                  <a:extLst>
                    <a:ext uri="{FF2B5EF4-FFF2-40B4-BE49-F238E27FC236}">
                      <a16:creationId xmlns:a16="http://schemas.microsoft.com/office/drawing/2014/main" id="{99911666-F072-7693-7AA8-92EB6123183F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8" name="Ellipse 637">
                  <a:extLst>
                    <a:ext uri="{FF2B5EF4-FFF2-40B4-BE49-F238E27FC236}">
                      <a16:creationId xmlns:a16="http://schemas.microsoft.com/office/drawing/2014/main" id="{1A6FBC93-FCEC-745C-D8C6-5B6163B8508B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39" name="Ellipse 638">
                  <a:extLst>
                    <a:ext uri="{FF2B5EF4-FFF2-40B4-BE49-F238E27FC236}">
                      <a16:creationId xmlns:a16="http://schemas.microsoft.com/office/drawing/2014/main" id="{7D3286B0-1C57-256B-A84A-8ACCFA0B2CD9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0" name="Ellipse 639">
                  <a:extLst>
                    <a:ext uri="{FF2B5EF4-FFF2-40B4-BE49-F238E27FC236}">
                      <a16:creationId xmlns:a16="http://schemas.microsoft.com/office/drawing/2014/main" id="{E9BAF000-1640-4E0A-1A5E-93207B4EDB18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641" name="Gruppieren 640">
                <a:extLst>
                  <a:ext uri="{FF2B5EF4-FFF2-40B4-BE49-F238E27FC236}">
                    <a16:creationId xmlns:a16="http://schemas.microsoft.com/office/drawing/2014/main" id="{CA820277-861A-F623-8156-9EB653142298}"/>
                  </a:ext>
                </a:extLst>
              </p:cNvPr>
              <p:cNvGrpSpPr/>
              <p:nvPr/>
            </p:nvGrpSpPr>
            <p:grpSpPr>
              <a:xfrm rot="6300000">
                <a:off x="-1115392" y="2120931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642" name="Ellipse 641">
                  <a:extLst>
                    <a:ext uri="{FF2B5EF4-FFF2-40B4-BE49-F238E27FC236}">
                      <a16:creationId xmlns:a16="http://schemas.microsoft.com/office/drawing/2014/main" id="{E9BD5173-DADF-7570-11FF-C4D115E77E10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3" name="Ellipse 642">
                  <a:extLst>
                    <a:ext uri="{FF2B5EF4-FFF2-40B4-BE49-F238E27FC236}">
                      <a16:creationId xmlns:a16="http://schemas.microsoft.com/office/drawing/2014/main" id="{9EA5B761-7D72-F6D9-9748-F9042060B36A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4" name="Ellipse 643">
                  <a:extLst>
                    <a:ext uri="{FF2B5EF4-FFF2-40B4-BE49-F238E27FC236}">
                      <a16:creationId xmlns:a16="http://schemas.microsoft.com/office/drawing/2014/main" id="{AF96FC1F-819F-F05C-12BD-FB7374E4BB19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5" name="Ellipse 644">
                  <a:extLst>
                    <a:ext uri="{FF2B5EF4-FFF2-40B4-BE49-F238E27FC236}">
                      <a16:creationId xmlns:a16="http://schemas.microsoft.com/office/drawing/2014/main" id="{65B57894-DE00-6A30-22DF-846E05C749F0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6" name="Ellipse 645">
                  <a:extLst>
                    <a:ext uri="{FF2B5EF4-FFF2-40B4-BE49-F238E27FC236}">
                      <a16:creationId xmlns:a16="http://schemas.microsoft.com/office/drawing/2014/main" id="{7D315D9D-232C-F758-6CD4-4B22A60A6F89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7" name="Ellipse 646">
                  <a:extLst>
                    <a:ext uri="{FF2B5EF4-FFF2-40B4-BE49-F238E27FC236}">
                      <a16:creationId xmlns:a16="http://schemas.microsoft.com/office/drawing/2014/main" id="{D1A4625B-BEF5-D4A9-15EC-50EF223767BD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8" name="Ellipse 647">
                  <a:extLst>
                    <a:ext uri="{FF2B5EF4-FFF2-40B4-BE49-F238E27FC236}">
                      <a16:creationId xmlns:a16="http://schemas.microsoft.com/office/drawing/2014/main" id="{4D7308C0-47C0-41C3-09F2-D4A9A8BBEDB9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49" name="Ellipse 648">
                  <a:extLst>
                    <a:ext uri="{FF2B5EF4-FFF2-40B4-BE49-F238E27FC236}">
                      <a16:creationId xmlns:a16="http://schemas.microsoft.com/office/drawing/2014/main" id="{8FD20DA0-0533-3F5B-0213-C4434B6F6BBC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0" name="Ellipse 649">
                  <a:extLst>
                    <a:ext uri="{FF2B5EF4-FFF2-40B4-BE49-F238E27FC236}">
                      <a16:creationId xmlns:a16="http://schemas.microsoft.com/office/drawing/2014/main" id="{992155C5-78A4-A794-2E2E-CD2478A73545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1" name="Ellipse 650">
                  <a:extLst>
                    <a:ext uri="{FF2B5EF4-FFF2-40B4-BE49-F238E27FC236}">
                      <a16:creationId xmlns:a16="http://schemas.microsoft.com/office/drawing/2014/main" id="{C6713F4E-F80C-1EB6-6FE9-DC17033F024E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2" name="Ellipse 651">
                  <a:extLst>
                    <a:ext uri="{FF2B5EF4-FFF2-40B4-BE49-F238E27FC236}">
                      <a16:creationId xmlns:a16="http://schemas.microsoft.com/office/drawing/2014/main" id="{35BFACBA-9084-CBF0-CF4C-57B34FE1829C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3" name="Ellipse 652">
                  <a:extLst>
                    <a:ext uri="{FF2B5EF4-FFF2-40B4-BE49-F238E27FC236}">
                      <a16:creationId xmlns:a16="http://schemas.microsoft.com/office/drawing/2014/main" id="{A420AC58-4192-7909-31C0-F498EE0531FF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4" name="Ellipse 653">
                  <a:extLst>
                    <a:ext uri="{FF2B5EF4-FFF2-40B4-BE49-F238E27FC236}">
                      <a16:creationId xmlns:a16="http://schemas.microsoft.com/office/drawing/2014/main" id="{DDBBE996-2698-EC6A-31B8-FADA77BEA81A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5" name="Ellipse 654">
                  <a:extLst>
                    <a:ext uri="{FF2B5EF4-FFF2-40B4-BE49-F238E27FC236}">
                      <a16:creationId xmlns:a16="http://schemas.microsoft.com/office/drawing/2014/main" id="{C7E92EC3-EF93-08C3-B573-3B1CCF24DB69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6" name="Ellipse 655">
                  <a:extLst>
                    <a:ext uri="{FF2B5EF4-FFF2-40B4-BE49-F238E27FC236}">
                      <a16:creationId xmlns:a16="http://schemas.microsoft.com/office/drawing/2014/main" id="{C27C2F17-CDA6-7A71-08C1-A65B1830A499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7" name="Ellipse 656">
                  <a:extLst>
                    <a:ext uri="{FF2B5EF4-FFF2-40B4-BE49-F238E27FC236}">
                      <a16:creationId xmlns:a16="http://schemas.microsoft.com/office/drawing/2014/main" id="{6C821832-373B-B8CF-C54E-D42774774528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8" name="Ellipse 657">
                  <a:extLst>
                    <a:ext uri="{FF2B5EF4-FFF2-40B4-BE49-F238E27FC236}">
                      <a16:creationId xmlns:a16="http://schemas.microsoft.com/office/drawing/2014/main" id="{6889CF29-C471-E8DE-9A04-FDF94F51CB27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59" name="Ellipse 658">
                  <a:extLst>
                    <a:ext uri="{FF2B5EF4-FFF2-40B4-BE49-F238E27FC236}">
                      <a16:creationId xmlns:a16="http://schemas.microsoft.com/office/drawing/2014/main" id="{CDC36809-21C0-AAB5-3CE0-A309B5B736C1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0" name="Ellipse 659">
                  <a:extLst>
                    <a:ext uri="{FF2B5EF4-FFF2-40B4-BE49-F238E27FC236}">
                      <a16:creationId xmlns:a16="http://schemas.microsoft.com/office/drawing/2014/main" id="{0D197FEE-9927-2003-C13C-1447758DBFFD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1" name="Ellipse 660">
                  <a:extLst>
                    <a:ext uri="{FF2B5EF4-FFF2-40B4-BE49-F238E27FC236}">
                      <a16:creationId xmlns:a16="http://schemas.microsoft.com/office/drawing/2014/main" id="{FA47251B-0C08-C49C-2394-C1D0DDC91F15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2" name="Ellipse 661">
                  <a:extLst>
                    <a:ext uri="{FF2B5EF4-FFF2-40B4-BE49-F238E27FC236}">
                      <a16:creationId xmlns:a16="http://schemas.microsoft.com/office/drawing/2014/main" id="{9F9B3458-7A51-3209-2403-81771BF253B0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3" name="Ellipse 662">
                  <a:extLst>
                    <a:ext uri="{FF2B5EF4-FFF2-40B4-BE49-F238E27FC236}">
                      <a16:creationId xmlns:a16="http://schemas.microsoft.com/office/drawing/2014/main" id="{8752D307-0E39-E545-93DC-A51F99EBFE64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4" name="Ellipse 663">
                  <a:extLst>
                    <a:ext uri="{FF2B5EF4-FFF2-40B4-BE49-F238E27FC236}">
                      <a16:creationId xmlns:a16="http://schemas.microsoft.com/office/drawing/2014/main" id="{7F9C9246-5103-1B4A-DB66-0AA10E185E8A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5" name="Ellipse 664">
                  <a:extLst>
                    <a:ext uri="{FF2B5EF4-FFF2-40B4-BE49-F238E27FC236}">
                      <a16:creationId xmlns:a16="http://schemas.microsoft.com/office/drawing/2014/main" id="{0206C155-8E25-1B2B-B55E-19ABBA36EC94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6" name="Ellipse 665">
                  <a:extLst>
                    <a:ext uri="{FF2B5EF4-FFF2-40B4-BE49-F238E27FC236}">
                      <a16:creationId xmlns:a16="http://schemas.microsoft.com/office/drawing/2014/main" id="{098981C0-BC7A-1792-A70B-FAC31A506841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7" name="Ellipse 666">
                  <a:extLst>
                    <a:ext uri="{FF2B5EF4-FFF2-40B4-BE49-F238E27FC236}">
                      <a16:creationId xmlns:a16="http://schemas.microsoft.com/office/drawing/2014/main" id="{E7D58981-CF44-311E-9F06-0DB13FBDF6C5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8" name="Ellipse 667">
                  <a:extLst>
                    <a:ext uri="{FF2B5EF4-FFF2-40B4-BE49-F238E27FC236}">
                      <a16:creationId xmlns:a16="http://schemas.microsoft.com/office/drawing/2014/main" id="{ACB0F4FD-E7CC-DCE0-9178-BDE0869BEFFC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69" name="Ellipse 668">
                  <a:extLst>
                    <a:ext uri="{FF2B5EF4-FFF2-40B4-BE49-F238E27FC236}">
                      <a16:creationId xmlns:a16="http://schemas.microsoft.com/office/drawing/2014/main" id="{82D3CE84-FED1-8E90-E6EF-04A3804E1107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sp>
            <p:nvSpPr>
              <p:cNvPr id="671" name="Ellipse 670">
                <a:extLst>
                  <a:ext uri="{FF2B5EF4-FFF2-40B4-BE49-F238E27FC236}">
                    <a16:creationId xmlns:a16="http://schemas.microsoft.com/office/drawing/2014/main" id="{1CD855A0-BF94-A147-F080-27EDB0F07094}"/>
                  </a:ext>
                </a:extLst>
              </p:cNvPr>
              <p:cNvSpPr/>
              <p:nvPr/>
            </p:nvSpPr>
            <p:spPr>
              <a:xfrm rot="9412871">
                <a:off x="5940011" y="28648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2" name="Ellipse 671">
                <a:extLst>
                  <a:ext uri="{FF2B5EF4-FFF2-40B4-BE49-F238E27FC236}">
                    <a16:creationId xmlns:a16="http://schemas.microsoft.com/office/drawing/2014/main" id="{DA6A95A8-F9AC-FC98-9594-E09D9A5AEE66}"/>
                  </a:ext>
                </a:extLst>
              </p:cNvPr>
              <p:cNvSpPr/>
              <p:nvPr/>
            </p:nvSpPr>
            <p:spPr>
              <a:xfrm rot="9412871">
                <a:off x="5922649" y="322834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3" name="Ellipse 672">
                <a:extLst>
                  <a:ext uri="{FF2B5EF4-FFF2-40B4-BE49-F238E27FC236}">
                    <a16:creationId xmlns:a16="http://schemas.microsoft.com/office/drawing/2014/main" id="{DE86D89C-E5A5-516E-D2C8-4DF6E577A195}"/>
                  </a:ext>
                </a:extLst>
              </p:cNvPr>
              <p:cNvSpPr/>
              <p:nvPr/>
            </p:nvSpPr>
            <p:spPr>
              <a:xfrm rot="9412871">
                <a:off x="6113978" y="354711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4" name="Ellipse 673">
                <a:extLst>
                  <a:ext uri="{FF2B5EF4-FFF2-40B4-BE49-F238E27FC236}">
                    <a16:creationId xmlns:a16="http://schemas.microsoft.com/office/drawing/2014/main" id="{DE7AD42C-B2E5-7CE7-5C43-A17556648B9D}"/>
                  </a:ext>
                </a:extLst>
              </p:cNvPr>
              <p:cNvSpPr/>
              <p:nvPr/>
            </p:nvSpPr>
            <p:spPr>
              <a:xfrm rot="9412871">
                <a:off x="6050561" y="25575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5" name="Ellipse 674">
                <a:extLst>
                  <a:ext uri="{FF2B5EF4-FFF2-40B4-BE49-F238E27FC236}">
                    <a16:creationId xmlns:a16="http://schemas.microsoft.com/office/drawing/2014/main" id="{3AB87FA6-797A-FADD-A11A-94B0F0EBDF93}"/>
                  </a:ext>
                </a:extLst>
              </p:cNvPr>
              <p:cNvSpPr/>
              <p:nvPr/>
            </p:nvSpPr>
            <p:spPr>
              <a:xfrm rot="9412871">
                <a:off x="6222079" y="273293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6" name="Ellipse 675">
                <a:extLst>
                  <a:ext uri="{FF2B5EF4-FFF2-40B4-BE49-F238E27FC236}">
                    <a16:creationId xmlns:a16="http://schemas.microsoft.com/office/drawing/2014/main" id="{77131594-6135-ED57-877C-D8FA81B239D6}"/>
                  </a:ext>
                </a:extLst>
              </p:cNvPr>
              <p:cNvSpPr/>
              <p:nvPr/>
            </p:nvSpPr>
            <p:spPr>
              <a:xfrm rot="9412871">
                <a:off x="6184402" y="2990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7" name="Ellipse 676">
                <a:extLst>
                  <a:ext uri="{FF2B5EF4-FFF2-40B4-BE49-F238E27FC236}">
                    <a16:creationId xmlns:a16="http://schemas.microsoft.com/office/drawing/2014/main" id="{8995CFCD-60D5-E258-7D2C-6321709D28B0}"/>
                  </a:ext>
                </a:extLst>
              </p:cNvPr>
              <p:cNvSpPr/>
              <p:nvPr/>
            </p:nvSpPr>
            <p:spPr>
              <a:xfrm rot="9412871">
                <a:off x="6545617" y="3648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8" name="Ellipse 677">
                <a:extLst>
                  <a:ext uri="{FF2B5EF4-FFF2-40B4-BE49-F238E27FC236}">
                    <a16:creationId xmlns:a16="http://schemas.microsoft.com/office/drawing/2014/main" id="{6803EA72-6076-F013-747C-7894D412530A}"/>
                  </a:ext>
                </a:extLst>
              </p:cNvPr>
              <p:cNvSpPr/>
              <p:nvPr/>
            </p:nvSpPr>
            <p:spPr>
              <a:xfrm rot="9412871">
                <a:off x="6610130" y="25403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9" name="Ellipse 678">
                <a:extLst>
                  <a:ext uri="{FF2B5EF4-FFF2-40B4-BE49-F238E27FC236}">
                    <a16:creationId xmlns:a16="http://schemas.microsoft.com/office/drawing/2014/main" id="{3965B94D-95E7-0BB7-E6F5-CC14CE46E910}"/>
                  </a:ext>
                </a:extLst>
              </p:cNvPr>
              <p:cNvSpPr/>
              <p:nvPr/>
            </p:nvSpPr>
            <p:spPr>
              <a:xfrm rot="9412871">
                <a:off x="6510517" y="32199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0" name="Ellipse 679">
                <a:extLst>
                  <a:ext uri="{FF2B5EF4-FFF2-40B4-BE49-F238E27FC236}">
                    <a16:creationId xmlns:a16="http://schemas.microsoft.com/office/drawing/2014/main" id="{6684E0B2-753E-198D-989E-2F026657CA27}"/>
                  </a:ext>
                </a:extLst>
              </p:cNvPr>
              <p:cNvSpPr/>
              <p:nvPr/>
            </p:nvSpPr>
            <p:spPr>
              <a:xfrm rot="9412871">
                <a:off x="6754284" y="294124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1" name="Ellipse 680">
                <a:extLst>
                  <a:ext uri="{FF2B5EF4-FFF2-40B4-BE49-F238E27FC236}">
                    <a16:creationId xmlns:a16="http://schemas.microsoft.com/office/drawing/2014/main" id="{1F43D5D7-CEA2-B6B6-7FC5-2976E27586B9}"/>
                  </a:ext>
                </a:extLst>
              </p:cNvPr>
              <p:cNvSpPr/>
              <p:nvPr/>
            </p:nvSpPr>
            <p:spPr>
              <a:xfrm rot="9412871">
                <a:off x="4053526" y="222834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2" name="Ellipse 681">
                <a:extLst>
                  <a:ext uri="{FF2B5EF4-FFF2-40B4-BE49-F238E27FC236}">
                    <a16:creationId xmlns:a16="http://schemas.microsoft.com/office/drawing/2014/main" id="{4D2CD212-6596-517E-9235-7540D0D00253}"/>
                  </a:ext>
                </a:extLst>
              </p:cNvPr>
              <p:cNvSpPr/>
              <p:nvPr/>
            </p:nvSpPr>
            <p:spPr>
              <a:xfrm rot="9412871">
                <a:off x="6941865" y="367287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3" name="Ellipse 682">
                <a:extLst>
                  <a:ext uri="{FF2B5EF4-FFF2-40B4-BE49-F238E27FC236}">
                    <a16:creationId xmlns:a16="http://schemas.microsoft.com/office/drawing/2014/main" id="{D0B8DFA9-E77C-E1A2-99B3-98C6A9353F5A}"/>
                  </a:ext>
                </a:extLst>
              </p:cNvPr>
              <p:cNvSpPr/>
              <p:nvPr/>
            </p:nvSpPr>
            <p:spPr>
              <a:xfrm rot="9412871">
                <a:off x="6993901" y="33823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4" name="Ellipse 683">
                <a:extLst>
                  <a:ext uri="{FF2B5EF4-FFF2-40B4-BE49-F238E27FC236}">
                    <a16:creationId xmlns:a16="http://schemas.microsoft.com/office/drawing/2014/main" id="{7AFFD9A7-B16F-A271-F73B-B85914C21A28}"/>
                  </a:ext>
                </a:extLst>
              </p:cNvPr>
              <p:cNvSpPr/>
              <p:nvPr/>
            </p:nvSpPr>
            <p:spPr>
              <a:xfrm rot="9412871">
                <a:off x="7190664" y="302931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5" name="Ellipse 684">
                <a:extLst>
                  <a:ext uri="{FF2B5EF4-FFF2-40B4-BE49-F238E27FC236}">
                    <a16:creationId xmlns:a16="http://schemas.microsoft.com/office/drawing/2014/main" id="{41D40E40-8C7F-B52D-0979-1B84EFD1601F}"/>
                  </a:ext>
                </a:extLst>
              </p:cNvPr>
              <p:cNvSpPr/>
              <p:nvPr/>
            </p:nvSpPr>
            <p:spPr>
              <a:xfrm rot="9412871">
                <a:off x="7184908" y="253963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6" name="Ellipse 685">
                <a:extLst>
                  <a:ext uri="{FF2B5EF4-FFF2-40B4-BE49-F238E27FC236}">
                    <a16:creationId xmlns:a16="http://schemas.microsoft.com/office/drawing/2014/main" id="{39E009D8-79ED-2029-6E25-33D727F0FDA2}"/>
                  </a:ext>
                </a:extLst>
              </p:cNvPr>
              <p:cNvSpPr/>
              <p:nvPr/>
            </p:nvSpPr>
            <p:spPr>
              <a:xfrm rot="9412871">
                <a:off x="7429945" y="220068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7" name="Ellipse 686">
                <a:extLst>
                  <a:ext uri="{FF2B5EF4-FFF2-40B4-BE49-F238E27FC236}">
                    <a16:creationId xmlns:a16="http://schemas.microsoft.com/office/drawing/2014/main" id="{C2C8453D-D628-08AD-31A1-169A4B9D189C}"/>
                  </a:ext>
                </a:extLst>
              </p:cNvPr>
              <p:cNvSpPr/>
              <p:nvPr/>
            </p:nvSpPr>
            <p:spPr>
              <a:xfrm rot="9412871">
                <a:off x="7572004" y="259650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8" name="Ellipse 687">
                <a:extLst>
                  <a:ext uri="{FF2B5EF4-FFF2-40B4-BE49-F238E27FC236}">
                    <a16:creationId xmlns:a16="http://schemas.microsoft.com/office/drawing/2014/main" id="{C15139DE-8A79-96E8-F420-4B89E47654D3}"/>
                  </a:ext>
                </a:extLst>
              </p:cNvPr>
              <p:cNvSpPr/>
              <p:nvPr/>
            </p:nvSpPr>
            <p:spPr>
              <a:xfrm rot="9412871">
                <a:off x="7700878" y="296814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grpSp>
            <p:nvGrpSpPr>
              <p:cNvPr id="689" name="Gruppieren 688">
                <a:extLst>
                  <a:ext uri="{FF2B5EF4-FFF2-40B4-BE49-F238E27FC236}">
                    <a16:creationId xmlns:a16="http://schemas.microsoft.com/office/drawing/2014/main" id="{B4CFC05E-EF92-972B-99D1-687EA998B1D3}"/>
                  </a:ext>
                </a:extLst>
              </p:cNvPr>
              <p:cNvGrpSpPr/>
              <p:nvPr/>
            </p:nvGrpSpPr>
            <p:grpSpPr>
              <a:xfrm rot="12187129" flipH="1">
                <a:off x="4127184" y="-337243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690" name="Ellipse 689">
                  <a:extLst>
                    <a:ext uri="{FF2B5EF4-FFF2-40B4-BE49-F238E27FC236}">
                      <a16:creationId xmlns:a16="http://schemas.microsoft.com/office/drawing/2014/main" id="{D7BAC9ED-2882-3BFE-03C5-4968AA7B4FFF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1" name="Ellipse 690">
                  <a:extLst>
                    <a:ext uri="{FF2B5EF4-FFF2-40B4-BE49-F238E27FC236}">
                      <a16:creationId xmlns:a16="http://schemas.microsoft.com/office/drawing/2014/main" id="{527A70D1-1AF4-4784-C3CE-A1B02A177616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2" name="Ellipse 691">
                  <a:extLst>
                    <a:ext uri="{FF2B5EF4-FFF2-40B4-BE49-F238E27FC236}">
                      <a16:creationId xmlns:a16="http://schemas.microsoft.com/office/drawing/2014/main" id="{0A624B39-8A2E-4EA6-A57C-895FFF45467D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3" name="Ellipse 692">
                  <a:extLst>
                    <a:ext uri="{FF2B5EF4-FFF2-40B4-BE49-F238E27FC236}">
                      <a16:creationId xmlns:a16="http://schemas.microsoft.com/office/drawing/2014/main" id="{455C35BD-4EE2-A9A1-FE3F-9480413D675C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4" name="Ellipse 693">
                  <a:extLst>
                    <a:ext uri="{FF2B5EF4-FFF2-40B4-BE49-F238E27FC236}">
                      <a16:creationId xmlns:a16="http://schemas.microsoft.com/office/drawing/2014/main" id="{5295ABE2-A763-4032-5CE7-BD06E86893B0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5" name="Ellipse 694">
                  <a:extLst>
                    <a:ext uri="{FF2B5EF4-FFF2-40B4-BE49-F238E27FC236}">
                      <a16:creationId xmlns:a16="http://schemas.microsoft.com/office/drawing/2014/main" id="{017C2BF4-D17A-6BD8-9FAF-4C63D26E2F0A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6" name="Ellipse 695">
                  <a:extLst>
                    <a:ext uri="{FF2B5EF4-FFF2-40B4-BE49-F238E27FC236}">
                      <a16:creationId xmlns:a16="http://schemas.microsoft.com/office/drawing/2014/main" id="{4E2374BC-1D50-1017-2295-AB920F5BB773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7" name="Ellipse 696">
                  <a:extLst>
                    <a:ext uri="{FF2B5EF4-FFF2-40B4-BE49-F238E27FC236}">
                      <a16:creationId xmlns:a16="http://schemas.microsoft.com/office/drawing/2014/main" id="{1D0EB115-F55A-D0E7-177C-FEB77A48555F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8" name="Ellipse 697">
                  <a:extLst>
                    <a:ext uri="{FF2B5EF4-FFF2-40B4-BE49-F238E27FC236}">
                      <a16:creationId xmlns:a16="http://schemas.microsoft.com/office/drawing/2014/main" id="{F89D5FF8-F92A-5103-95F9-4F05067DA9D1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699" name="Ellipse 698">
                  <a:extLst>
                    <a:ext uri="{FF2B5EF4-FFF2-40B4-BE49-F238E27FC236}">
                      <a16:creationId xmlns:a16="http://schemas.microsoft.com/office/drawing/2014/main" id="{92D48881-19C2-408A-BCB9-53FEEB403B88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0" name="Ellipse 699">
                  <a:extLst>
                    <a:ext uri="{FF2B5EF4-FFF2-40B4-BE49-F238E27FC236}">
                      <a16:creationId xmlns:a16="http://schemas.microsoft.com/office/drawing/2014/main" id="{3BC79299-BD33-9CD8-8B42-4AED146BFB78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1" name="Ellipse 700">
                  <a:extLst>
                    <a:ext uri="{FF2B5EF4-FFF2-40B4-BE49-F238E27FC236}">
                      <a16:creationId xmlns:a16="http://schemas.microsoft.com/office/drawing/2014/main" id="{96D0F6CF-1000-F7AE-972E-13B046121D09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2" name="Ellipse 701">
                  <a:extLst>
                    <a:ext uri="{FF2B5EF4-FFF2-40B4-BE49-F238E27FC236}">
                      <a16:creationId xmlns:a16="http://schemas.microsoft.com/office/drawing/2014/main" id="{B62C4C08-5E13-DED8-D0E5-26D60AC7F9F3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3" name="Ellipse 702">
                  <a:extLst>
                    <a:ext uri="{FF2B5EF4-FFF2-40B4-BE49-F238E27FC236}">
                      <a16:creationId xmlns:a16="http://schemas.microsoft.com/office/drawing/2014/main" id="{10CA1FDA-9035-7EA8-FFBA-592771CE417F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4" name="Ellipse 703">
                  <a:extLst>
                    <a:ext uri="{FF2B5EF4-FFF2-40B4-BE49-F238E27FC236}">
                      <a16:creationId xmlns:a16="http://schemas.microsoft.com/office/drawing/2014/main" id="{84B3F2C1-0321-315E-32BA-7E64FE36474A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5" name="Ellipse 704">
                  <a:extLst>
                    <a:ext uri="{FF2B5EF4-FFF2-40B4-BE49-F238E27FC236}">
                      <a16:creationId xmlns:a16="http://schemas.microsoft.com/office/drawing/2014/main" id="{DBF8A2B2-DE76-E95E-056F-519426DD0999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6" name="Ellipse 705">
                  <a:extLst>
                    <a:ext uri="{FF2B5EF4-FFF2-40B4-BE49-F238E27FC236}">
                      <a16:creationId xmlns:a16="http://schemas.microsoft.com/office/drawing/2014/main" id="{35960CD3-315D-2479-7874-28B22A369ECB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7" name="Ellipse 706">
                  <a:extLst>
                    <a:ext uri="{FF2B5EF4-FFF2-40B4-BE49-F238E27FC236}">
                      <a16:creationId xmlns:a16="http://schemas.microsoft.com/office/drawing/2014/main" id="{55DAEFF3-A152-DC37-8884-45BA1F7B890B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8" name="Ellipse 707">
                  <a:extLst>
                    <a:ext uri="{FF2B5EF4-FFF2-40B4-BE49-F238E27FC236}">
                      <a16:creationId xmlns:a16="http://schemas.microsoft.com/office/drawing/2014/main" id="{0AB279B2-3AB3-2852-6A28-14CD9D30E2EA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09" name="Ellipse 708">
                  <a:extLst>
                    <a:ext uri="{FF2B5EF4-FFF2-40B4-BE49-F238E27FC236}">
                      <a16:creationId xmlns:a16="http://schemas.microsoft.com/office/drawing/2014/main" id="{828C1ABB-EB29-2461-509A-A8B2DBA17D29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0" name="Ellipse 709">
                  <a:extLst>
                    <a:ext uri="{FF2B5EF4-FFF2-40B4-BE49-F238E27FC236}">
                      <a16:creationId xmlns:a16="http://schemas.microsoft.com/office/drawing/2014/main" id="{550DDEDA-A7CE-50B5-7116-40E8A4174C69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1" name="Ellipse 710">
                  <a:extLst>
                    <a:ext uri="{FF2B5EF4-FFF2-40B4-BE49-F238E27FC236}">
                      <a16:creationId xmlns:a16="http://schemas.microsoft.com/office/drawing/2014/main" id="{A0E04836-CE80-CAF4-82DB-A3114E735EE1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2" name="Ellipse 711">
                  <a:extLst>
                    <a:ext uri="{FF2B5EF4-FFF2-40B4-BE49-F238E27FC236}">
                      <a16:creationId xmlns:a16="http://schemas.microsoft.com/office/drawing/2014/main" id="{8C65E23D-6449-C6C8-2236-1BD6CCB7FFE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3" name="Ellipse 712">
                  <a:extLst>
                    <a:ext uri="{FF2B5EF4-FFF2-40B4-BE49-F238E27FC236}">
                      <a16:creationId xmlns:a16="http://schemas.microsoft.com/office/drawing/2014/main" id="{90E6EEA1-6209-2069-D5A8-0BA0A7E91180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4" name="Ellipse 713">
                  <a:extLst>
                    <a:ext uri="{FF2B5EF4-FFF2-40B4-BE49-F238E27FC236}">
                      <a16:creationId xmlns:a16="http://schemas.microsoft.com/office/drawing/2014/main" id="{785D074D-388A-F000-ECFA-4A4C505CEAA6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715" name="Gruppieren 714">
                <a:extLst>
                  <a:ext uri="{FF2B5EF4-FFF2-40B4-BE49-F238E27FC236}">
                    <a16:creationId xmlns:a16="http://schemas.microsoft.com/office/drawing/2014/main" id="{BFA6C23A-6D57-E128-E5D7-765641398E0D}"/>
                  </a:ext>
                </a:extLst>
              </p:cNvPr>
              <p:cNvGrpSpPr/>
              <p:nvPr/>
            </p:nvGrpSpPr>
            <p:grpSpPr>
              <a:xfrm>
                <a:off x="5234245" y="906195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716" name="Ellipse 715">
                  <a:extLst>
                    <a:ext uri="{FF2B5EF4-FFF2-40B4-BE49-F238E27FC236}">
                      <a16:creationId xmlns:a16="http://schemas.microsoft.com/office/drawing/2014/main" id="{FBF323BC-8039-3965-A42A-FABA2026585B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7" name="Ellipse 716">
                  <a:extLst>
                    <a:ext uri="{FF2B5EF4-FFF2-40B4-BE49-F238E27FC236}">
                      <a16:creationId xmlns:a16="http://schemas.microsoft.com/office/drawing/2014/main" id="{9288EE1C-80D5-2DC1-977F-6B77FC6A9DBA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8" name="Ellipse 717">
                  <a:extLst>
                    <a:ext uri="{FF2B5EF4-FFF2-40B4-BE49-F238E27FC236}">
                      <a16:creationId xmlns:a16="http://schemas.microsoft.com/office/drawing/2014/main" id="{483B032D-B4E5-4935-4FB4-CD138C593A3A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19" name="Ellipse 718">
                  <a:extLst>
                    <a:ext uri="{FF2B5EF4-FFF2-40B4-BE49-F238E27FC236}">
                      <a16:creationId xmlns:a16="http://schemas.microsoft.com/office/drawing/2014/main" id="{ACDE96FC-8776-0D52-6F13-6FDF395907B7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0" name="Ellipse 719">
                  <a:extLst>
                    <a:ext uri="{FF2B5EF4-FFF2-40B4-BE49-F238E27FC236}">
                      <a16:creationId xmlns:a16="http://schemas.microsoft.com/office/drawing/2014/main" id="{104F4A4E-EF0C-F7DD-D152-EC9EB66BD679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1" name="Ellipse 720">
                  <a:extLst>
                    <a:ext uri="{FF2B5EF4-FFF2-40B4-BE49-F238E27FC236}">
                      <a16:creationId xmlns:a16="http://schemas.microsoft.com/office/drawing/2014/main" id="{95A4B6FC-0A30-1AF0-41B8-01A864F0B8C6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2" name="Ellipse 721">
                  <a:extLst>
                    <a:ext uri="{FF2B5EF4-FFF2-40B4-BE49-F238E27FC236}">
                      <a16:creationId xmlns:a16="http://schemas.microsoft.com/office/drawing/2014/main" id="{8AC841EC-4595-E972-BBA9-FF2BCFE4A497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3" name="Ellipse 722">
                  <a:extLst>
                    <a:ext uri="{FF2B5EF4-FFF2-40B4-BE49-F238E27FC236}">
                      <a16:creationId xmlns:a16="http://schemas.microsoft.com/office/drawing/2014/main" id="{3EF300FA-559E-5C06-E1C3-F2E11F4DDFA5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4" name="Ellipse 723">
                  <a:extLst>
                    <a:ext uri="{FF2B5EF4-FFF2-40B4-BE49-F238E27FC236}">
                      <a16:creationId xmlns:a16="http://schemas.microsoft.com/office/drawing/2014/main" id="{C50D7C4B-8D7B-8C77-F327-AB8579808689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5" name="Ellipse 724">
                  <a:extLst>
                    <a:ext uri="{FF2B5EF4-FFF2-40B4-BE49-F238E27FC236}">
                      <a16:creationId xmlns:a16="http://schemas.microsoft.com/office/drawing/2014/main" id="{4E9073E5-BAC4-AE67-B720-3CD8E39EC293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6" name="Ellipse 725">
                  <a:extLst>
                    <a:ext uri="{FF2B5EF4-FFF2-40B4-BE49-F238E27FC236}">
                      <a16:creationId xmlns:a16="http://schemas.microsoft.com/office/drawing/2014/main" id="{7CFC02FD-051E-2EA4-F1F2-40937DD8F7EF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7" name="Ellipse 726">
                  <a:extLst>
                    <a:ext uri="{FF2B5EF4-FFF2-40B4-BE49-F238E27FC236}">
                      <a16:creationId xmlns:a16="http://schemas.microsoft.com/office/drawing/2014/main" id="{E467BEAB-2818-C2C9-B3DF-CE11217A2916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8" name="Ellipse 727">
                  <a:extLst>
                    <a:ext uri="{FF2B5EF4-FFF2-40B4-BE49-F238E27FC236}">
                      <a16:creationId xmlns:a16="http://schemas.microsoft.com/office/drawing/2014/main" id="{21EBB056-9D87-53D5-6DE0-CD453188FA3C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29" name="Ellipse 728">
                  <a:extLst>
                    <a:ext uri="{FF2B5EF4-FFF2-40B4-BE49-F238E27FC236}">
                      <a16:creationId xmlns:a16="http://schemas.microsoft.com/office/drawing/2014/main" id="{3C024B2F-E602-29DA-7E5C-6AF0E583FA2F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0" name="Ellipse 729">
                  <a:extLst>
                    <a:ext uri="{FF2B5EF4-FFF2-40B4-BE49-F238E27FC236}">
                      <a16:creationId xmlns:a16="http://schemas.microsoft.com/office/drawing/2014/main" id="{6A13DE43-876A-305A-B4F9-530ED67040C2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1" name="Ellipse 730">
                  <a:extLst>
                    <a:ext uri="{FF2B5EF4-FFF2-40B4-BE49-F238E27FC236}">
                      <a16:creationId xmlns:a16="http://schemas.microsoft.com/office/drawing/2014/main" id="{222D05E0-AF43-0CD0-23A6-E8DD968700A2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2" name="Ellipse 731">
                  <a:extLst>
                    <a:ext uri="{FF2B5EF4-FFF2-40B4-BE49-F238E27FC236}">
                      <a16:creationId xmlns:a16="http://schemas.microsoft.com/office/drawing/2014/main" id="{6A0F756C-A55F-D639-5D6A-6ACD354EB659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3" name="Ellipse 732">
                  <a:extLst>
                    <a:ext uri="{FF2B5EF4-FFF2-40B4-BE49-F238E27FC236}">
                      <a16:creationId xmlns:a16="http://schemas.microsoft.com/office/drawing/2014/main" id="{15CD7154-F6E0-A199-6AAA-C049BC62758F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4" name="Ellipse 733">
                  <a:extLst>
                    <a:ext uri="{FF2B5EF4-FFF2-40B4-BE49-F238E27FC236}">
                      <a16:creationId xmlns:a16="http://schemas.microsoft.com/office/drawing/2014/main" id="{260C5BF8-3CC6-5358-B531-CEC8940E66B1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5" name="Ellipse 734">
                  <a:extLst>
                    <a:ext uri="{FF2B5EF4-FFF2-40B4-BE49-F238E27FC236}">
                      <a16:creationId xmlns:a16="http://schemas.microsoft.com/office/drawing/2014/main" id="{3D1309DE-C9E5-0E2E-B22D-4AA439AF0BCE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6" name="Ellipse 735">
                  <a:extLst>
                    <a:ext uri="{FF2B5EF4-FFF2-40B4-BE49-F238E27FC236}">
                      <a16:creationId xmlns:a16="http://schemas.microsoft.com/office/drawing/2014/main" id="{8D9FCEE5-80B7-0C15-51D9-C3B23CFC7AC0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7" name="Ellipse 736">
                  <a:extLst>
                    <a:ext uri="{FF2B5EF4-FFF2-40B4-BE49-F238E27FC236}">
                      <a16:creationId xmlns:a16="http://schemas.microsoft.com/office/drawing/2014/main" id="{B4F8F03D-664E-EBB4-7A76-97D3CF390980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8" name="Ellipse 737">
                  <a:extLst>
                    <a:ext uri="{FF2B5EF4-FFF2-40B4-BE49-F238E27FC236}">
                      <a16:creationId xmlns:a16="http://schemas.microsoft.com/office/drawing/2014/main" id="{3599EEC9-4FA1-909A-75C1-46903925034E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39" name="Ellipse 738">
                  <a:extLst>
                    <a:ext uri="{FF2B5EF4-FFF2-40B4-BE49-F238E27FC236}">
                      <a16:creationId xmlns:a16="http://schemas.microsoft.com/office/drawing/2014/main" id="{7BBEA405-A231-AB32-B15D-DF4DEBA894A8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0" name="Ellipse 739">
                  <a:extLst>
                    <a:ext uri="{FF2B5EF4-FFF2-40B4-BE49-F238E27FC236}">
                      <a16:creationId xmlns:a16="http://schemas.microsoft.com/office/drawing/2014/main" id="{990A6324-0C37-1C00-6CF8-20A2D6A8F1CF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742" name="Gruppieren 741">
                <a:extLst>
                  <a:ext uri="{FF2B5EF4-FFF2-40B4-BE49-F238E27FC236}">
                    <a16:creationId xmlns:a16="http://schemas.microsoft.com/office/drawing/2014/main" id="{33B73786-1EC5-9CD1-2076-DB593BB7E2D5}"/>
                  </a:ext>
                </a:extLst>
              </p:cNvPr>
              <p:cNvGrpSpPr/>
              <p:nvPr/>
            </p:nvGrpSpPr>
            <p:grpSpPr>
              <a:xfrm rot="9412871">
                <a:off x="3211870" y="2154077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743" name="Ellipse 742">
                  <a:extLst>
                    <a:ext uri="{FF2B5EF4-FFF2-40B4-BE49-F238E27FC236}">
                      <a16:creationId xmlns:a16="http://schemas.microsoft.com/office/drawing/2014/main" id="{696B0147-CCA7-24B8-3085-F55E6DD89E48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4" name="Ellipse 743">
                  <a:extLst>
                    <a:ext uri="{FF2B5EF4-FFF2-40B4-BE49-F238E27FC236}">
                      <a16:creationId xmlns:a16="http://schemas.microsoft.com/office/drawing/2014/main" id="{096810C7-B2B2-CFD4-E724-D614CE949999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5" name="Ellipse 744">
                  <a:extLst>
                    <a:ext uri="{FF2B5EF4-FFF2-40B4-BE49-F238E27FC236}">
                      <a16:creationId xmlns:a16="http://schemas.microsoft.com/office/drawing/2014/main" id="{6D027732-CDAB-A171-9DAD-BDBADD4353E7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6" name="Ellipse 745">
                  <a:extLst>
                    <a:ext uri="{FF2B5EF4-FFF2-40B4-BE49-F238E27FC236}">
                      <a16:creationId xmlns:a16="http://schemas.microsoft.com/office/drawing/2014/main" id="{BF6419C0-D277-7AE0-0C0E-E5952F40B231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7" name="Ellipse 746">
                  <a:extLst>
                    <a:ext uri="{FF2B5EF4-FFF2-40B4-BE49-F238E27FC236}">
                      <a16:creationId xmlns:a16="http://schemas.microsoft.com/office/drawing/2014/main" id="{D0FC9570-59A8-6FCA-C11F-0A08AE968B4A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8" name="Ellipse 747">
                  <a:extLst>
                    <a:ext uri="{FF2B5EF4-FFF2-40B4-BE49-F238E27FC236}">
                      <a16:creationId xmlns:a16="http://schemas.microsoft.com/office/drawing/2014/main" id="{E98D23C4-0365-EC72-6075-7CD528C1008E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49" name="Ellipse 748">
                  <a:extLst>
                    <a:ext uri="{FF2B5EF4-FFF2-40B4-BE49-F238E27FC236}">
                      <a16:creationId xmlns:a16="http://schemas.microsoft.com/office/drawing/2014/main" id="{6F17DBB4-7701-FC48-8E2E-6D6DDCC1443B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0" name="Ellipse 749">
                  <a:extLst>
                    <a:ext uri="{FF2B5EF4-FFF2-40B4-BE49-F238E27FC236}">
                      <a16:creationId xmlns:a16="http://schemas.microsoft.com/office/drawing/2014/main" id="{5211784C-4A29-9233-AB46-EE94A490F407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1" name="Ellipse 750">
                  <a:extLst>
                    <a:ext uri="{FF2B5EF4-FFF2-40B4-BE49-F238E27FC236}">
                      <a16:creationId xmlns:a16="http://schemas.microsoft.com/office/drawing/2014/main" id="{FD90A691-0650-4E56-832F-7703F90EE9E4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2" name="Ellipse 751">
                  <a:extLst>
                    <a:ext uri="{FF2B5EF4-FFF2-40B4-BE49-F238E27FC236}">
                      <a16:creationId xmlns:a16="http://schemas.microsoft.com/office/drawing/2014/main" id="{C1322239-25A9-96E5-177B-8E071E4F2BD9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3" name="Ellipse 752">
                  <a:extLst>
                    <a:ext uri="{FF2B5EF4-FFF2-40B4-BE49-F238E27FC236}">
                      <a16:creationId xmlns:a16="http://schemas.microsoft.com/office/drawing/2014/main" id="{1C743455-6FEB-0EA0-6C06-ADE84883EDC1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4" name="Ellipse 753">
                  <a:extLst>
                    <a:ext uri="{FF2B5EF4-FFF2-40B4-BE49-F238E27FC236}">
                      <a16:creationId xmlns:a16="http://schemas.microsoft.com/office/drawing/2014/main" id="{5C114939-994C-767E-D8F2-65F2A366B5C1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5" name="Ellipse 754">
                  <a:extLst>
                    <a:ext uri="{FF2B5EF4-FFF2-40B4-BE49-F238E27FC236}">
                      <a16:creationId xmlns:a16="http://schemas.microsoft.com/office/drawing/2014/main" id="{27B51FA1-A878-8370-E21E-558876E66474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6" name="Ellipse 755">
                  <a:extLst>
                    <a:ext uri="{FF2B5EF4-FFF2-40B4-BE49-F238E27FC236}">
                      <a16:creationId xmlns:a16="http://schemas.microsoft.com/office/drawing/2014/main" id="{840231AB-C68D-487F-DDE2-AF05476CCD3E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7" name="Ellipse 756">
                  <a:extLst>
                    <a:ext uri="{FF2B5EF4-FFF2-40B4-BE49-F238E27FC236}">
                      <a16:creationId xmlns:a16="http://schemas.microsoft.com/office/drawing/2014/main" id="{6C6BFC86-610C-B36F-C371-9DFEC02AD2CD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8" name="Ellipse 757">
                  <a:extLst>
                    <a:ext uri="{FF2B5EF4-FFF2-40B4-BE49-F238E27FC236}">
                      <a16:creationId xmlns:a16="http://schemas.microsoft.com/office/drawing/2014/main" id="{7232E454-7776-6748-CBC4-049316924E18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59" name="Ellipse 758">
                  <a:extLst>
                    <a:ext uri="{FF2B5EF4-FFF2-40B4-BE49-F238E27FC236}">
                      <a16:creationId xmlns:a16="http://schemas.microsoft.com/office/drawing/2014/main" id="{49708ED6-380C-AB76-CC11-1F8B2BFECA83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0" name="Ellipse 759">
                  <a:extLst>
                    <a:ext uri="{FF2B5EF4-FFF2-40B4-BE49-F238E27FC236}">
                      <a16:creationId xmlns:a16="http://schemas.microsoft.com/office/drawing/2014/main" id="{334449A0-21C3-FF87-D9D3-3D45C0D3DE65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1" name="Ellipse 760">
                  <a:extLst>
                    <a:ext uri="{FF2B5EF4-FFF2-40B4-BE49-F238E27FC236}">
                      <a16:creationId xmlns:a16="http://schemas.microsoft.com/office/drawing/2014/main" id="{E9376849-1F7A-FC00-0A1B-C83C7D6B79A5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2" name="Ellipse 761">
                  <a:extLst>
                    <a:ext uri="{FF2B5EF4-FFF2-40B4-BE49-F238E27FC236}">
                      <a16:creationId xmlns:a16="http://schemas.microsoft.com/office/drawing/2014/main" id="{7B9D7144-A9AF-6E9C-2C0C-EB5E0B645653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3" name="Ellipse 762">
                  <a:extLst>
                    <a:ext uri="{FF2B5EF4-FFF2-40B4-BE49-F238E27FC236}">
                      <a16:creationId xmlns:a16="http://schemas.microsoft.com/office/drawing/2014/main" id="{1902CDD1-6CC0-31C1-4BB7-9DDE7A7F5F88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4" name="Ellipse 763">
                  <a:extLst>
                    <a:ext uri="{FF2B5EF4-FFF2-40B4-BE49-F238E27FC236}">
                      <a16:creationId xmlns:a16="http://schemas.microsoft.com/office/drawing/2014/main" id="{7081A70B-938A-A5DD-2E83-E8BE9D746FEF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5" name="Ellipse 764">
                  <a:extLst>
                    <a:ext uri="{FF2B5EF4-FFF2-40B4-BE49-F238E27FC236}">
                      <a16:creationId xmlns:a16="http://schemas.microsoft.com/office/drawing/2014/main" id="{41ECBBAC-8286-AC6D-1EC4-C9EE0F46AB2E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6" name="Ellipse 765">
                  <a:extLst>
                    <a:ext uri="{FF2B5EF4-FFF2-40B4-BE49-F238E27FC236}">
                      <a16:creationId xmlns:a16="http://schemas.microsoft.com/office/drawing/2014/main" id="{14739953-2209-5E62-07CD-67B52B07375E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67" name="Ellipse 766">
                  <a:extLst>
                    <a:ext uri="{FF2B5EF4-FFF2-40B4-BE49-F238E27FC236}">
                      <a16:creationId xmlns:a16="http://schemas.microsoft.com/office/drawing/2014/main" id="{03843FAD-49BF-40B2-C38A-C8B49AD4CBF5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768" name="Gruppieren 767">
                <a:extLst>
                  <a:ext uri="{FF2B5EF4-FFF2-40B4-BE49-F238E27FC236}">
                    <a16:creationId xmlns:a16="http://schemas.microsoft.com/office/drawing/2014/main" id="{BE96F526-A2AC-F457-1D4F-225FE0FF37F9}"/>
                  </a:ext>
                </a:extLst>
              </p:cNvPr>
              <p:cNvGrpSpPr/>
              <p:nvPr/>
            </p:nvGrpSpPr>
            <p:grpSpPr>
              <a:xfrm rot="19191760" flipV="1">
                <a:off x="3061439" y="924810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769" name="Ellipse 768">
                  <a:extLst>
                    <a:ext uri="{FF2B5EF4-FFF2-40B4-BE49-F238E27FC236}">
                      <a16:creationId xmlns:a16="http://schemas.microsoft.com/office/drawing/2014/main" id="{B407C50D-2D36-15C4-3627-518CAE1CFC12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0" name="Ellipse 769">
                  <a:extLst>
                    <a:ext uri="{FF2B5EF4-FFF2-40B4-BE49-F238E27FC236}">
                      <a16:creationId xmlns:a16="http://schemas.microsoft.com/office/drawing/2014/main" id="{D7F30B32-3234-7915-B369-194AD0505603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1" name="Ellipse 770">
                  <a:extLst>
                    <a:ext uri="{FF2B5EF4-FFF2-40B4-BE49-F238E27FC236}">
                      <a16:creationId xmlns:a16="http://schemas.microsoft.com/office/drawing/2014/main" id="{99889EC3-6B0E-D7DA-C89B-C39BA78692CA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2" name="Ellipse 771">
                  <a:extLst>
                    <a:ext uri="{FF2B5EF4-FFF2-40B4-BE49-F238E27FC236}">
                      <a16:creationId xmlns:a16="http://schemas.microsoft.com/office/drawing/2014/main" id="{2B15387D-C381-3643-BD6A-3BA24FD8F1EB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3" name="Ellipse 772">
                  <a:extLst>
                    <a:ext uri="{FF2B5EF4-FFF2-40B4-BE49-F238E27FC236}">
                      <a16:creationId xmlns:a16="http://schemas.microsoft.com/office/drawing/2014/main" id="{25DD6797-3A8E-FA36-9186-3547242F668A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4" name="Ellipse 773">
                  <a:extLst>
                    <a:ext uri="{FF2B5EF4-FFF2-40B4-BE49-F238E27FC236}">
                      <a16:creationId xmlns:a16="http://schemas.microsoft.com/office/drawing/2014/main" id="{7388D173-2828-D015-EB4B-7BBF9CC9F5D9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5" name="Ellipse 774">
                  <a:extLst>
                    <a:ext uri="{FF2B5EF4-FFF2-40B4-BE49-F238E27FC236}">
                      <a16:creationId xmlns:a16="http://schemas.microsoft.com/office/drawing/2014/main" id="{8857FEA0-C681-8A4B-7BC9-E8D22959C574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6" name="Ellipse 775">
                  <a:extLst>
                    <a:ext uri="{FF2B5EF4-FFF2-40B4-BE49-F238E27FC236}">
                      <a16:creationId xmlns:a16="http://schemas.microsoft.com/office/drawing/2014/main" id="{055151D6-1A55-E61D-F902-685548CEE6A9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7" name="Ellipse 776">
                  <a:extLst>
                    <a:ext uri="{FF2B5EF4-FFF2-40B4-BE49-F238E27FC236}">
                      <a16:creationId xmlns:a16="http://schemas.microsoft.com/office/drawing/2014/main" id="{1CB70283-7F28-0F4A-4851-BD022FCA22A7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8" name="Ellipse 777">
                  <a:extLst>
                    <a:ext uri="{FF2B5EF4-FFF2-40B4-BE49-F238E27FC236}">
                      <a16:creationId xmlns:a16="http://schemas.microsoft.com/office/drawing/2014/main" id="{34CEE437-2086-1560-4157-F89B492FC8D6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79" name="Ellipse 778">
                  <a:extLst>
                    <a:ext uri="{FF2B5EF4-FFF2-40B4-BE49-F238E27FC236}">
                      <a16:creationId xmlns:a16="http://schemas.microsoft.com/office/drawing/2014/main" id="{AAD45D68-58C4-A5B3-0FAC-4D945170A329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0" name="Ellipse 779">
                  <a:extLst>
                    <a:ext uri="{FF2B5EF4-FFF2-40B4-BE49-F238E27FC236}">
                      <a16:creationId xmlns:a16="http://schemas.microsoft.com/office/drawing/2014/main" id="{E8ACCD3B-21A4-D5A6-9C91-170168031CA0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1" name="Ellipse 780">
                  <a:extLst>
                    <a:ext uri="{FF2B5EF4-FFF2-40B4-BE49-F238E27FC236}">
                      <a16:creationId xmlns:a16="http://schemas.microsoft.com/office/drawing/2014/main" id="{3532BC99-3196-0DFE-5E34-DA7330D416D7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2" name="Ellipse 781">
                  <a:extLst>
                    <a:ext uri="{FF2B5EF4-FFF2-40B4-BE49-F238E27FC236}">
                      <a16:creationId xmlns:a16="http://schemas.microsoft.com/office/drawing/2014/main" id="{B40A880E-2879-439E-BF87-659553F4D6CD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3" name="Ellipse 782">
                  <a:extLst>
                    <a:ext uri="{FF2B5EF4-FFF2-40B4-BE49-F238E27FC236}">
                      <a16:creationId xmlns:a16="http://schemas.microsoft.com/office/drawing/2014/main" id="{501ACA68-1B6B-D935-C842-F1EC630ABD03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4" name="Ellipse 783">
                  <a:extLst>
                    <a:ext uri="{FF2B5EF4-FFF2-40B4-BE49-F238E27FC236}">
                      <a16:creationId xmlns:a16="http://schemas.microsoft.com/office/drawing/2014/main" id="{EB3801AE-A4B8-9276-D15D-E5C0F9036066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5" name="Ellipse 784">
                  <a:extLst>
                    <a:ext uri="{FF2B5EF4-FFF2-40B4-BE49-F238E27FC236}">
                      <a16:creationId xmlns:a16="http://schemas.microsoft.com/office/drawing/2014/main" id="{0689CFB5-DAE2-F7DC-C7EF-E30D098A6EF4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6" name="Ellipse 785">
                  <a:extLst>
                    <a:ext uri="{FF2B5EF4-FFF2-40B4-BE49-F238E27FC236}">
                      <a16:creationId xmlns:a16="http://schemas.microsoft.com/office/drawing/2014/main" id="{CC24F246-352B-2026-5FD6-F03F44F55C7D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7" name="Ellipse 786">
                  <a:extLst>
                    <a:ext uri="{FF2B5EF4-FFF2-40B4-BE49-F238E27FC236}">
                      <a16:creationId xmlns:a16="http://schemas.microsoft.com/office/drawing/2014/main" id="{AB00A5E7-4B6F-E819-5829-3C378CC9CB85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8" name="Ellipse 787">
                  <a:extLst>
                    <a:ext uri="{FF2B5EF4-FFF2-40B4-BE49-F238E27FC236}">
                      <a16:creationId xmlns:a16="http://schemas.microsoft.com/office/drawing/2014/main" id="{92FE329D-D213-7D92-C4C3-90A7FCAD8D6A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89" name="Ellipse 788">
                  <a:extLst>
                    <a:ext uri="{FF2B5EF4-FFF2-40B4-BE49-F238E27FC236}">
                      <a16:creationId xmlns:a16="http://schemas.microsoft.com/office/drawing/2014/main" id="{60D31495-18DA-7237-8935-EB1D36A322B2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0" name="Ellipse 789">
                  <a:extLst>
                    <a:ext uri="{FF2B5EF4-FFF2-40B4-BE49-F238E27FC236}">
                      <a16:creationId xmlns:a16="http://schemas.microsoft.com/office/drawing/2014/main" id="{E2D97524-67A8-EDC3-01AC-1A7F722C46BD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1" name="Ellipse 790">
                  <a:extLst>
                    <a:ext uri="{FF2B5EF4-FFF2-40B4-BE49-F238E27FC236}">
                      <a16:creationId xmlns:a16="http://schemas.microsoft.com/office/drawing/2014/main" id="{CF19548C-20E2-069D-B191-128E5D80D615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2" name="Ellipse 791">
                  <a:extLst>
                    <a:ext uri="{FF2B5EF4-FFF2-40B4-BE49-F238E27FC236}">
                      <a16:creationId xmlns:a16="http://schemas.microsoft.com/office/drawing/2014/main" id="{C115145E-CBA9-68CD-20D2-B39B0760FF5A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3" name="Ellipse 792">
                  <a:extLst>
                    <a:ext uri="{FF2B5EF4-FFF2-40B4-BE49-F238E27FC236}">
                      <a16:creationId xmlns:a16="http://schemas.microsoft.com/office/drawing/2014/main" id="{85AEE3E8-E93E-0F68-0163-4242B2B0385A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794" name="Gruppieren 793">
                <a:extLst>
                  <a:ext uri="{FF2B5EF4-FFF2-40B4-BE49-F238E27FC236}">
                    <a16:creationId xmlns:a16="http://schemas.microsoft.com/office/drawing/2014/main" id="{55EB68EF-5A2E-5B19-041D-E073C53A330B}"/>
                  </a:ext>
                </a:extLst>
              </p:cNvPr>
              <p:cNvGrpSpPr/>
              <p:nvPr/>
            </p:nvGrpSpPr>
            <p:grpSpPr>
              <a:xfrm>
                <a:off x="733852" y="1195428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795" name="Ellipse 794">
                  <a:extLst>
                    <a:ext uri="{FF2B5EF4-FFF2-40B4-BE49-F238E27FC236}">
                      <a16:creationId xmlns:a16="http://schemas.microsoft.com/office/drawing/2014/main" id="{F2DB6D54-621E-0BD0-D153-55AE5A1A7F41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6" name="Ellipse 795">
                  <a:extLst>
                    <a:ext uri="{FF2B5EF4-FFF2-40B4-BE49-F238E27FC236}">
                      <a16:creationId xmlns:a16="http://schemas.microsoft.com/office/drawing/2014/main" id="{4E332267-3ADF-64A0-1359-FCC2100C8837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7" name="Ellipse 796">
                  <a:extLst>
                    <a:ext uri="{FF2B5EF4-FFF2-40B4-BE49-F238E27FC236}">
                      <a16:creationId xmlns:a16="http://schemas.microsoft.com/office/drawing/2014/main" id="{AC7D09DB-E2D3-BCCE-71ED-46A30C6F4C47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8" name="Ellipse 797">
                  <a:extLst>
                    <a:ext uri="{FF2B5EF4-FFF2-40B4-BE49-F238E27FC236}">
                      <a16:creationId xmlns:a16="http://schemas.microsoft.com/office/drawing/2014/main" id="{01D6EDC0-32FF-1579-AD67-6A3089B7E6C7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799" name="Ellipse 798">
                  <a:extLst>
                    <a:ext uri="{FF2B5EF4-FFF2-40B4-BE49-F238E27FC236}">
                      <a16:creationId xmlns:a16="http://schemas.microsoft.com/office/drawing/2014/main" id="{08481030-BAA9-FB1B-3D54-C43F733B5286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0" name="Ellipse 799">
                  <a:extLst>
                    <a:ext uri="{FF2B5EF4-FFF2-40B4-BE49-F238E27FC236}">
                      <a16:creationId xmlns:a16="http://schemas.microsoft.com/office/drawing/2014/main" id="{33E6CAFA-F940-3981-717A-62CCC43F6CFE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1" name="Ellipse 800">
                  <a:extLst>
                    <a:ext uri="{FF2B5EF4-FFF2-40B4-BE49-F238E27FC236}">
                      <a16:creationId xmlns:a16="http://schemas.microsoft.com/office/drawing/2014/main" id="{E6A56982-A2F9-4561-D526-3D875B407616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2" name="Ellipse 801">
                  <a:extLst>
                    <a:ext uri="{FF2B5EF4-FFF2-40B4-BE49-F238E27FC236}">
                      <a16:creationId xmlns:a16="http://schemas.microsoft.com/office/drawing/2014/main" id="{232909C3-F32A-DBA4-7A5B-B8ECD40F7300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3" name="Ellipse 802">
                  <a:extLst>
                    <a:ext uri="{FF2B5EF4-FFF2-40B4-BE49-F238E27FC236}">
                      <a16:creationId xmlns:a16="http://schemas.microsoft.com/office/drawing/2014/main" id="{7DA198BA-0FBE-2B42-AB1D-430C5A465829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4" name="Ellipse 803">
                  <a:extLst>
                    <a:ext uri="{FF2B5EF4-FFF2-40B4-BE49-F238E27FC236}">
                      <a16:creationId xmlns:a16="http://schemas.microsoft.com/office/drawing/2014/main" id="{36677495-8371-44D0-FFB4-7704D2BB64E3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5" name="Ellipse 804">
                  <a:extLst>
                    <a:ext uri="{FF2B5EF4-FFF2-40B4-BE49-F238E27FC236}">
                      <a16:creationId xmlns:a16="http://schemas.microsoft.com/office/drawing/2014/main" id="{10EA43DB-C395-C5CD-88EB-4679698B6D3B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6" name="Ellipse 805">
                  <a:extLst>
                    <a:ext uri="{FF2B5EF4-FFF2-40B4-BE49-F238E27FC236}">
                      <a16:creationId xmlns:a16="http://schemas.microsoft.com/office/drawing/2014/main" id="{C7D64178-ED11-0262-BB72-EEAD5BB6A6E4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7" name="Ellipse 806">
                  <a:extLst>
                    <a:ext uri="{FF2B5EF4-FFF2-40B4-BE49-F238E27FC236}">
                      <a16:creationId xmlns:a16="http://schemas.microsoft.com/office/drawing/2014/main" id="{CE4D643F-FCC1-5F2E-2B02-6BB506E59AE1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8" name="Ellipse 807">
                  <a:extLst>
                    <a:ext uri="{FF2B5EF4-FFF2-40B4-BE49-F238E27FC236}">
                      <a16:creationId xmlns:a16="http://schemas.microsoft.com/office/drawing/2014/main" id="{29E0DA3E-154E-A0EE-4CBC-097D35FBD0FD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09" name="Ellipse 808">
                  <a:extLst>
                    <a:ext uri="{FF2B5EF4-FFF2-40B4-BE49-F238E27FC236}">
                      <a16:creationId xmlns:a16="http://schemas.microsoft.com/office/drawing/2014/main" id="{47D22C74-EECF-9B00-BB29-D2A663219B2C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0" name="Ellipse 809">
                  <a:extLst>
                    <a:ext uri="{FF2B5EF4-FFF2-40B4-BE49-F238E27FC236}">
                      <a16:creationId xmlns:a16="http://schemas.microsoft.com/office/drawing/2014/main" id="{874A6833-C9CE-42A9-D3AC-13DE6C98D1EB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1" name="Ellipse 810">
                  <a:extLst>
                    <a:ext uri="{FF2B5EF4-FFF2-40B4-BE49-F238E27FC236}">
                      <a16:creationId xmlns:a16="http://schemas.microsoft.com/office/drawing/2014/main" id="{30DDC87E-2EEF-C314-8F43-D55DDB0AA780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2" name="Ellipse 811">
                  <a:extLst>
                    <a:ext uri="{FF2B5EF4-FFF2-40B4-BE49-F238E27FC236}">
                      <a16:creationId xmlns:a16="http://schemas.microsoft.com/office/drawing/2014/main" id="{B414AD04-3872-0A00-DAC2-47FD2B474D87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3" name="Ellipse 812">
                  <a:extLst>
                    <a:ext uri="{FF2B5EF4-FFF2-40B4-BE49-F238E27FC236}">
                      <a16:creationId xmlns:a16="http://schemas.microsoft.com/office/drawing/2014/main" id="{9E6EE50C-936D-0566-6BB8-02702C07309D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4" name="Ellipse 813">
                  <a:extLst>
                    <a:ext uri="{FF2B5EF4-FFF2-40B4-BE49-F238E27FC236}">
                      <a16:creationId xmlns:a16="http://schemas.microsoft.com/office/drawing/2014/main" id="{1718254E-8711-8E75-B784-EF351AB0FDAD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5" name="Ellipse 814">
                  <a:extLst>
                    <a:ext uri="{FF2B5EF4-FFF2-40B4-BE49-F238E27FC236}">
                      <a16:creationId xmlns:a16="http://schemas.microsoft.com/office/drawing/2014/main" id="{A26EDE08-E58E-5AA5-6029-FFF39EEEA042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6" name="Ellipse 815">
                  <a:extLst>
                    <a:ext uri="{FF2B5EF4-FFF2-40B4-BE49-F238E27FC236}">
                      <a16:creationId xmlns:a16="http://schemas.microsoft.com/office/drawing/2014/main" id="{130EC907-E3A4-7108-CFF3-344189A965EA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7" name="Ellipse 816">
                  <a:extLst>
                    <a:ext uri="{FF2B5EF4-FFF2-40B4-BE49-F238E27FC236}">
                      <a16:creationId xmlns:a16="http://schemas.microsoft.com/office/drawing/2014/main" id="{D2C4C2D9-31C6-9F3A-F87A-BCC3DE7C8109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8" name="Ellipse 817">
                  <a:extLst>
                    <a:ext uri="{FF2B5EF4-FFF2-40B4-BE49-F238E27FC236}">
                      <a16:creationId xmlns:a16="http://schemas.microsoft.com/office/drawing/2014/main" id="{7D38A466-C709-029C-A04B-D858EA2F0A45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19" name="Ellipse 818">
                  <a:extLst>
                    <a:ext uri="{FF2B5EF4-FFF2-40B4-BE49-F238E27FC236}">
                      <a16:creationId xmlns:a16="http://schemas.microsoft.com/office/drawing/2014/main" id="{759EF5E4-2707-01A5-F5F1-5F81A9E1CB4A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820" name="Gruppieren 819">
                <a:extLst>
                  <a:ext uri="{FF2B5EF4-FFF2-40B4-BE49-F238E27FC236}">
                    <a16:creationId xmlns:a16="http://schemas.microsoft.com/office/drawing/2014/main" id="{51025A02-4B59-2252-9C5D-BB6B6E4EAE29}"/>
                  </a:ext>
                </a:extLst>
              </p:cNvPr>
              <p:cNvGrpSpPr/>
              <p:nvPr/>
            </p:nvGrpSpPr>
            <p:grpSpPr>
              <a:xfrm rot="9412871">
                <a:off x="2312130" y="-115884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821" name="Ellipse 820">
                  <a:extLst>
                    <a:ext uri="{FF2B5EF4-FFF2-40B4-BE49-F238E27FC236}">
                      <a16:creationId xmlns:a16="http://schemas.microsoft.com/office/drawing/2014/main" id="{E35B4037-7FF2-936A-C321-F0F1BB6607DB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2" name="Ellipse 821">
                  <a:extLst>
                    <a:ext uri="{FF2B5EF4-FFF2-40B4-BE49-F238E27FC236}">
                      <a16:creationId xmlns:a16="http://schemas.microsoft.com/office/drawing/2014/main" id="{EC37BA52-748E-4291-ECC9-3CB89D059C0E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3" name="Ellipse 822">
                  <a:extLst>
                    <a:ext uri="{FF2B5EF4-FFF2-40B4-BE49-F238E27FC236}">
                      <a16:creationId xmlns:a16="http://schemas.microsoft.com/office/drawing/2014/main" id="{248A844D-0E8D-EA7C-D3E5-7EC8691A253E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4" name="Ellipse 823">
                  <a:extLst>
                    <a:ext uri="{FF2B5EF4-FFF2-40B4-BE49-F238E27FC236}">
                      <a16:creationId xmlns:a16="http://schemas.microsoft.com/office/drawing/2014/main" id="{84145AD6-2C53-93BF-192C-57FFACA26534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5" name="Ellipse 824">
                  <a:extLst>
                    <a:ext uri="{FF2B5EF4-FFF2-40B4-BE49-F238E27FC236}">
                      <a16:creationId xmlns:a16="http://schemas.microsoft.com/office/drawing/2014/main" id="{E9FD3DF1-C2FB-9A39-0497-D5281862948B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6" name="Ellipse 825">
                  <a:extLst>
                    <a:ext uri="{FF2B5EF4-FFF2-40B4-BE49-F238E27FC236}">
                      <a16:creationId xmlns:a16="http://schemas.microsoft.com/office/drawing/2014/main" id="{526C996E-5881-0704-91DD-9239CEC9C34F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7" name="Ellipse 826">
                  <a:extLst>
                    <a:ext uri="{FF2B5EF4-FFF2-40B4-BE49-F238E27FC236}">
                      <a16:creationId xmlns:a16="http://schemas.microsoft.com/office/drawing/2014/main" id="{34622F6B-0887-DA15-5F9C-E57D00B7FC98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8" name="Ellipse 827">
                  <a:extLst>
                    <a:ext uri="{FF2B5EF4-FFF2-40B4-BE49-F238E27FC236}">
                      <a16:creationId xmlns:a16="http://schemas.microsoft.com/office/drawing/2014/main" id="{F2720691-FC4E-1A81-A47E-13FCBE7B0397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29" name="Ellipse 828">
                  <a:extLst>
                    <a:ext uri="{FF2B5EF4-FFF2-40B4-BE49-F238E27FC236}">
                      <a16:creationId xmlns:a16="http://schemas.microsoft.com/office/drawing/2014/main" id="{4DBEF7F3-C968-FADC-C26E-DC5045EF565C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0" name="Ellipse 829">
                  <a:extLst>
                    <a:ext uri="{FF2B5EF4-FFF2-40B4-BE49-F238E27FC236}">
                      <a16:creationId xmlns:a16="http://schemas.microsoft.com/office/drawing/2014/main" id="{90CCBD41-0641-3DA6-2248-E901A00067E0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1" name="Ellipse 830">
                  <a:extLst>
                    <a:ext uri="{FF2B5EF4-FFF2-40B4-BE49-F238E27FC236}">
                      <a16:creationId xmlns:a16="http://schemas.microsoft.com/office/drawing/2014/main" id="{A44865A3-FAF5-9FC4-8CDD-DDA322D548F8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2" name="Ellipse 831">
                  <a:extLst>
                    <a:ext uri="{FF2B5EF4-FFF2-40B4-BE49-F238E27FC236}">
                      <a16:creationId xmlns:a16="http://schemas.microsoft.com/office/drawing/2014/main" id="{6BA5D2A2-1C5A-0E58-FEF9-D5234A421FFC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3" name="Ellipse 832">
                  <a:extLst>
                    <a:ext uri="{FF2B5EF4-FFF2-40B4-BE49-F238E27FC236}">
                      <a16:creationId xmlns:a16="http://schemas.microsoft.com/office/drawing/2014/main" id="{0E4AE23C-9B07-6EE1-BB0C-1106026C73D2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4" name="Ellipse 833">
                  <a:extLst>
                    <a:ext uri="{FF2B5EF4-FFF2-40B4-BE49-F238E27FC236}">
                      <a16:creationId xmlns:a16="http://schemas.microsoft.com/office/drawing/2014/main" id="{ADB92317-F6B5-2894-63B6-7F192B3D237F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5" name="Ellipse 834">
                  <a:extLst>
                    <a:ext uri="{FF2B5EF4-FFF2-40B4-BE49-F238E27FC236}">
                      <a16:creationId xmlns:a16="http://schemas.microsoft.com/office/drawing/2014/main" id="{FEE13090-4650-BBE8-FB04-15D48332E3FD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6" name="Ellipse 835">
                  <a:extLst>
                    <a:ext uri="{FF2B5EF4-FFF2-40B4-BE49-F238E27FC236}">
                      <a16:creationId xmlns:a16="http://schemas.microsoft.com/office/drawing/2014/main" id="{2D491E3F-ADE2-9C4E-EE43-F6906362B640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7" name="Ellipse 836">
                  <a:extLst>
                    <a:ext uri="{FF2B5EF4-FFF2-40B4-BE49-F238E27FC236}">
                      <a16:creationId xmlns:a16="http://schemas.microsoft.com/office/drawing/2014/main" id="{EE7C8F36-9AE9-2DD4-601F-5B97D53B7E92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8" name="Ellipse 837">
                  <a:extLst>
                    <a:ext uri="{FF2B5EF4-FFF2-40B4-BE49-F238E27FC236}">
                      <a16:creationId xmlns:a16="http://schemas.microsoft.com/office/drawing/2014/main" id="{D85CCEB4-FC98-B752-ACC5-4FB54010A21B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39" name="Ellipse 838">
                  <a:extLst>
                    <a:ext uri="{FF2B5EF4-FFF2-40B4-BE49-F238E27FC236}">
                      <a16:creationId xmlns:a16="http://schemas.microsoft.com/office/drawing/2014/main" id="{2FB6B759-9CCA-1E2D-242D-786B1590BDE4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0" name="Ellipse 839">
                  <a:extLst>
                    <a:ext uri="{FF2B5EF4-FFF2-40B4-BE49-F238E27FC236}">
                      <a16:creationId xmlns:a16="http://schemas.microsoft.com/office/drawing/2014/main" id="{746067C2-5DA1-2EA9-15CD-88EF6B9D426D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1" name="Ellipse 840">
                  <a:extLst>
                    <a:ext uri="{FF2B5EF4-FFF2-40B4-BE49-F238E27FC236}">
                      <a16:creationId xmlns:a16="http://schemas.microsoft.com/office/drawing/2014/main" id="{16FEB315-CED4-13A2-1414-D47E197088DA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2" name="Ellipse 841">
                  <a:extLst>
                    <a:ext uri="{FF2B5EF4-FFF2-40B4-BE49-F238E27FC236}">
                      <a16:creationId xmlns:a16="http://schemas.microsoft.com/office/drawing/2014/main" id="{7127D811-D7D8-CBDE-19F8-C619D19442FF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3" name="Ellipse 842">
                  <a:extLst>
                    <a:ext uri="{FF2B5EF4-FFF2-40B4-BE49-F238E27FC236}">
                      <a16:creationId xmlns:a16="http://schemas.microsoft.com/office/drawing/2014/main" id="{E8A2AC32-B6B3-3E96-5E27-A085E2CD500F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4" name="Ellipse 843">
                  <a:extLst>
                    <a:ext uri="{FF2B5EF4-FFF2-40B4-BE49-F238E27FC236}">
                      <a16:creationId xmlns:a16="http://schemas.microsoft.com/office/drawing/2014/main" id="{F7FD4153-EC9F-8D1D-7046-59BF1449D123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5" name="Ellipse 844">
                  <a:extLst>
                    <a:ext uri="{FF2B5EF4-FFF2-40B4-BE49-F238E27FC236}">
                      <a16:creationId xmlns:a16="http://schemas.microsoft.com/office/drawing/2014/main" id="{DBF3B863-5C4C-ED42-AA51-978378CB0654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846" name="Gruppieren 845">
                <a:extLst>
                  <a:ext uri="{FF2B5EF4-FFF2-40B4-BE49-F238E27FC236}">
                    <a16:creationId xmlns:a16="http://schemas.microsoft.com/office/drawing/2014/main" id="{839E12DE-0BE3-68CF-F932-AF2BE1AF8BAA}"/>
                  </a:ext>
                </a:extLst>
              </p:cNvPr>
              <p:cNvGrpSpPr/>
              <p:nvPr/>
            </p:nvGrpSpPr>
            <p:grpSpPr>
              <a:xfrm>
                <a:off x="-1784520" y="1281404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847" name="Ellipse 846">
                  <a:extLst>
                    <a:ext uri="{FF2B5EF4-FFF2-40B4-BE49-F238E27FC236}">
                      <a16:creationId xmlns:a16="http://schemas.microsoft.com/office/drawing/2014/main" id="{9D340D61-570A-F89D-40BB-6B56757960CD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8" name="Ellipse 847">
                  <a:extLst>
                    <a:ext uri="{FF2B5EF4-FFF2-40B4-BE49-F238E27FC236}">
                      <a16:creationId xmlns:a16="http://schemas.microsoft.com/office/drawing/2014/main" id="{F2D388D2-8DCA-AFE2-331A-827826A74241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49" name="Ellipse 848">
                  <a:extLst>
                    <a:ext uri="{FF2B5EF4-FFF2-40B4-BE49-F238E27FC236}">
                      <a16:creationId xmlns:a16="http://schemas.microsoft.com/office/drawing/2014/main" id="{98AC29A7-AFAA-4A45-EBA2-F90559C834A1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0" name="Ellipse 849">
                  <a:extLst>
                    <a:ext uri="{FF2B5EF4-FFF2-40B4-BE49-F238E27FC236}">
                      <a16:creationId xmlns:a16="http://schemas.microsoft.com/office/drawing/2014/main" id="{324E9C72-6C7E-C658-F5BA-989AA74D6879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1" name="Ellipse 850">
                  <a:extLst>
                    <a:ext uri="{FF2B5EF4-FFF2-40B4-BE49-F238E27FC236}">
                      <a16:creationId xmlns:a16="http://schemas.microsoft.com/office/drawing/2014/main" id="{2905C172-61E0-16A6-F134-A4C26D93F231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2" name="Ellipse 851">
                  <a:extLst>
                    <a:ext uri="{FF2B5EF4-FFF2-40B4-BE49-F238E27FC236}">
                      <a16:creationId xmlns:a16="http://schemas.microsoft.com/office/drawing/2014/main" id="{9FA2E3AA-E921-3A65-6E6D-6C7932129393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3" name="Ellipse 852">
                  <a:extLst>
                    <a:ext uri="{FF2B5EF4-FFF2-40B4-BE49-F238E27FC236}">
                      <a16:creationId xmlns:a16="http://schemas.microsoft.com/office/drawing/2014/main" id="{35678F7D-46C7-B0C8-7473-6152DE2BDAB4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4" name="Ellipse 853">
                  <a:extLst>
                    <a:ext uri="{FF2B5EF4-FFF2-40B4-BE49-F238E27FC236}">
                      <a16:creationId xmlns:a16="http://schemas.microsoft.com/office/drawing/2014/main" id="{26DC227A-4524-6CB0-1F5B-38CCC2488AA7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5" name="Ellipse 854">
                  <a:extLst>
                    <a:ext uri="{FF2B5EF4-FFF2-40B4-BE49-F238E27FC236}">
                      <a16:creationId xmlns:a16="http://schemas.microsoft.com/office/drawing/2014/main" id="{A420F3E0-6E94-BEFD-1064-42EB28DC6C2F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6" name="Ellipse 855">
                  <a:extLst>
                    <a:ext uri="{FF2B5EF4-FFF2-40B4-BE49-F238E27FC236}">
                      <a16:creationId xmlns:a16="http://schemas.microsoft.com/office/drawing/2014/main" id="{B05B7436-B2E2-3CBB-1828-B2AE9532E6DE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7" name="Ellipse 856">
                  <a:extLst>
                    <a:ext uri="{FF2B5EF4-FFF2-40B4-BE49-F238E27FC236}">
                      <a16:creationId xmlns:a16="http://schemas.microsoft.com/office/drawing/2014/main" id="{4ACA017B-9C25-4F11-1B81-E609BA07FBB1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8" name="Ellipse 857">
                  <a:extLst>
                    <a:ext uri="{FF2B5EF4-FFF2-40B4-BE49-F238E27FC236}">
                      <a16:creationId xmlns:a16="http://schemas.microsoft.com/office/drawing/2014/main" id="{948FE561-B1F5-2137-36DB-7D8EF91ADEEB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59" name="Ellipse 858">
                  <a:extLst>
                    <a:ext uri="{FF2B5EF4-FFF2-40B4-BE49-F238E27FC236}">
                      <a16:creationId xmlns:a16="http://schemas.microsoft.com/office/drawing/2014/main" id="{72995D97-7729-C534-42C2-7E3EC395DE9D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0" name="Ellipse 859">
                  <a:extLst>
                    <a:ext uri="{FF2B5EF4-FFF2-40B4-BE49-F238E27FC236}">
                      <a16:creationId xmlns:a16="http://schemas.microsoft.com/office/drawing/2014/main" id="{4B5DA2DB-A45B-30DE-FD04-500C54185A5E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1" name="Ellipse 860">
                  <a:extLst>
                    <a:ext uri="{FF2B5EF4-FFF2-40B4-BE49-F238E27FC236}">
                      <a16:creationId xmlns:a16="http://schemas.microsoft.com/office/drawing/2014/main" id="{325C9CBA-5941-710A-E1B4-0708214C57EB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2" name="Ellipse 861">
                  <a:extLst>
                    <a:ext uri="{FF2B5EF4-FFF2-40B4-BE49-F238E27FC236}">
                      <a16:creationId xmlns:a16="http://schemas.microsoft.com/office/drawing/2014/main" id="{7038FB2C-07B0-3247-D031-CB05D81127F8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3" name="Ellipse 862">
                  <a:extLst>
                    <a:ext uri="{FF2B5EF4-FFF2-40B4-BE49-F238E27FC236}">
                      <a16:creationId xmlns:a16="http://schemas.microsoft.com/office/drawing/2014/main" id="{97365BFF-8F60-E2F6-B567-63D5A51C07F8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4" name="Ellipse 863">
                  <a:extLst>
                    <a:ext uri="{FF2B5EF4-FFF2-40B4-BE49-F238E27FC236}">
                      <a16:creationId xmlns:a16="http://schemas.microsoft.com/office/drawing/2014/main" id="{25525D9C-8DD2-FB17-512F-D48E8610FD0C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5" name="Ellipse 864">
                  <a:extLst>
                    <a:ext uri="{FF2B5EF4-FFF2-40B4-BE49-F238E27FC236}">
                      <a16:creationId xmlns:a16="http://schemas.microsoft.com/office/drawing/2014/main" id="{CE921A10-1EF0-1365-A5C9-68E71FFD63D6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6" name="Ellipse 865">
                  <a:extLst>
                    <a:ext uri="{FF2B5EF4-FFF2-40B4-BE49-F238E27FC236}">
                      <a16:creationId xmlns:a16="http://schemas.microsoft.com/office/drawing/2014/main" id="{BEBC9033-6C09-5033-77E6-5B06E7D5E734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7" name="Ellipse 866">
                  <a:extLst>
                    <a:ext uri="{FF2B5EF4-FFF2-40B4-BE49-F238E27FC236}">
                      <a16:creationId xmlns:a16="http://schemas.microsoft.com/office/drawing/2014/main" id="{CF1FD342-42AF-5DF6-026D-B26B4944DAEC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8" name="Ellipse 867">
                  <a:extLst>
                    <a:ext uri="{FF2B5EF4-FFF2-40B4-BE49-F238E27FC236}">
                      <a16:creationId xmlns:a16="http://schemas.microsoft.com/office/drawing/2014/main" id="{CFD5E8D5-8F0B-C974-B5D6-75CC3F7B5D74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69" name="Ellipse 868">
                  <a:extLst>
                    <a:ext uri="{FF2B5EF4-FFF2-40B4-BE49-F238E27FC236}">
                      <a16:creationId xmlns:a16="http://schemas.microsoft.com/office/drawing/2014/main" id="{E3F3B2FA-2738-8CE8-6478-B29744324A06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0" name="Ellipse 869">
                  <a:extLst>
                    <a:ext uri="{FF2B5EF4-FFF2-40B4-BE49-F238E27FC236}">
                      <a16:creationId xmlns:a16="http://schemas.microsoft.com/office/drawing/2014/main" id="{5254EA34-CF7F-1A92-5F03-A3D64D211074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1" name="Ellipse 870">
                  <a:extLst>
                    <a:ext uri="{FF2B5EF4-FFF2-40B4-BE49-F238E27FC236}">
                      <a16:creationId xmlns:a16="http://schemas.microsoft.com/office/drawing/2014/main" id="{4FEFB5E8-ADDD-1249-36A3-057A7F2A1503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2" name="Ellipse 871">
                  <a:extLst>
                    <a:ext uri="{FF2B5EF4-FFF2-40B4-BE49-F238E27FC236}">
                      <a16:creationId xmlns:a16="http://schemas.microsoft.com/office/drawing/2014/main" id="{037CB7C0-8B35-D70F-8B1F-B21B3F0A9251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3" name="Ellipse 872">
                  <a:extLst>
                    <a:ext uri="{FF2B5EF4-FFF2-40B4-BE49-F238E27FC236}">
                      <a16:creationId xmlns:a16="http://schemas.microsoft.com/office/drawing/2014/main" id="{94E4B4F8-C9DE-0598-8C22-4F5290C042DE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4" name="Ellipse 873">
                  <a:extLst>
                    <a:ext uri="{FF2B5EF4-FFF2-40B4-BE49-F238E27FC236}">
                      <a16:creationId xmlns:a16="http://schemas.microsoft.com/office/drawing/2014/main" id="{2D68880E-50F7-756E-875F-41A18F93576C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875" name="Gruppieren 874">
                <a:extLst>
                  <a:ext uri="{FF2B5EF4-FFF2-40B4-BE49-F238E27FC236}">
                    <a16:creationId xmlns:a16="http://schemas.microsoft.com/office/drawing/2014/main" id="{57355FDB-8E13-44F2-06FD-E39203D30D6B}"/>
                  </a:ext>
                </a:extLst>
              </p:cNvPr>
              <p:cNvGrpSpPr/>
              <p:nvPr/>
            </p:nvGrpSpPr>
            <p:grpSpPr>
              <a:xfrm rot="10800000">
                <a:off x="-995780" y="740929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876" name="Ellipse 875">
                  <a:extLst>
                    <a:ext uri="{FF2B5EF4-FFF2-40B4-BE49-F238E27FC236}">
                      <a16:creationId xmlns:a16="http://schemas.microsoft.com/office/drawing/2014/main" id="{F9D14449-6E22-FA61-4749-E1481619300E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7" name="Ellipse 876">
                  <a:extLst>
                    <a:ext uri="{FF2B5EF4-FFF2-40B4-BE49-F238E27FC236}">
                      <a16:creationId xmlns:a16="http://schemas.microsoft.com/office/drawing/2014/main" id="{4378BB1F-BC7B-40F9-929B-75E4C5E44A59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8" name="Ellipse 877">
                  <a:extLst>
                    <a:ext uri="{FF2B5EF4-FFF2-40B4-BE49-F238E27FC236}">
                      <a16:creationId xmlns:a16="http://schemas.microsoft.com/office/drawing/2014/main" id="{6B6DAFDA-1867-E156-B401-EF869838D88C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79" name="Ellipse 878">
                  <a:extLst>
                    <a:ext uri="{FF2B5EF4-FFF2-40B4-BE49-F238E27FC236}">
                      <a16:creationId xmlns:a16="http://schemas.microsoft.com/office/drawing/2014/main" id="{903036C0-DA3B-43F1-AD00-00D2EAC8E543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0" name="Ellipse 879">
                  <a:extLst>
                    <a:ext uri="{FF2B5EF4-FFF2-40B4-BE49-F238E27FC236}">
                      <a16:creationId xmlns:a16="http://schemas.microsoft.com/office/drawing/2014/main" id="{444DC465-A9C5-18C4-CB3E-652B5BF805A2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1" name="Ellipse 880">
                  <a:extLst>
                    <a:ext uri="{FF2B5EF4-FFF2-40B4-BE49-F238E27FC236}">
                      <a16:creationId xmlns:a16="http://schemas.microsoft.com/office/drawing/2014/main" id="{2B0E7B80-CD17-9481-0ADA-A7AD59B3B6B5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2" name="Ellipse 881">
                  <a:extLst>
                    <a:ext uri="{FF2B5EF4-FFF2-40B4-BE49-F238E27FC236}">
                      <a16:creationId xmlns:a16="http://schemas.microsoft.com/office/drawing/2014/main" id="{4BBB51A1-43DB-BACA-3897-CE8F49088FEB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3" name="Ellipse 882">
                  <a:extLst>
                    <a:ext uri="{FF2B5EF4-FFF2-40B4-BE49-F238E27FC236}">
                      <a16:creationId xmlns:a16="http://schemas.microsoft.com/office/drawing/2014/main" id="{277EB81F-65D2-4810-6408-BEDDA68303C6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4" name="Ellipse 883">
                  <a:extLst>
                    <a:ext uri="{FF2B5EF4-FFF2-40B4-BE49-F238E27FC236}">
                      <a16:creationId xmlns:a16="http://schemas.microsoft.com/office/drawing/2014/main" id="{D9EC3644-9F0E-D407-CEDF-A906510D6A1F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5" name="Ellipse 884">
                  <a:extLst>
                    <a:ext uri="{FF2B5EF4-FFF2-40B4-BE49-F238E27FC236}">
                      <a16:creationId xmlns:a16="http://schemas.microsoft.com/office/drawing/2014/main" id="{95496877-9358-921C-E80C-A138C01FBCEE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6" name="Ellipse 885">
                  <a:extLst>
                    <a:ext uri="{FF2B5EF4-FFF2-40B4-BE49-F238E27FC236}">
                      <a16:creationId xmlns:a16="http://schemas.microsoft.com/office/drawing/2014/main" id="{7D69511C-FC4C-CE93-429A-1F1FAF2EA0BD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7" name="Ellipse 886">
                  <a:extLst>
                    <a:ext uri="{FF2B5EF4-FFF2-40B4-BE49-F238E27FC236}">
                      <a16:creationId xmlns:a16="http://schemas.microsoft.com/office/drawing/2014/main" id="{2885CBDC-8074-B332-FAB8-9DABB7C9E2AE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8" name="Ellipse 887">
                  <a:extLst>
                    <a:ext uri="{FF2B5EF4-FFF2-40B4-BE49-F238E27FC236}">
                      <a16:creationId xmlns:a16="http://schemas.microsoft.com/office/drawing/2014/main" id="{B521932A-A28B-34D1-E4CA-DDD399682158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89" name="Ellipse 888">
                  <a:extLst>
                    <a:ext uri="{FF2B5EF4-FFF2-40B4-BE49-F238E27FC236}">
                      <a16:creationId xmlns:a16="http://schemas.microsoft.com/office/drawing/2014/main" id="{17D2B9DB-15CB-1899-4A15-C6980476CF5C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0" name="Ellipse 889">
                  <a:extLst>
                    <a:ext uri="{FF2B5EF4-FFF2-40B4-BE49-F238E27FC236}">
                      <a16:creationId xmlns:a16="http://schemas.microsoft.com/office/drawing/2014/main" id="{599CE117-3622-502D-CA2E-B7921D3CA4C5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1" name="Ellipse 890">
                  <a:extLst>
                    <a:ext uri="{FF2B5EF4-FFF2-40B4-BE49-F238E27FC236}">
                      <a16:creationId xmlns:a16="http://schemas.microsoft.com/office/drawing/2014/main" id="{83C13274-11CE-FAAA-8CFA-FBB00BF38A84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2" name="Ellipse 891">
                  <a:extLst>
                    <a:ext uri="{FF2B5EF4-FFF2-40B4-BE49-F238E27FC236}">
                      <a16:creationId xmlns:a16="http://schemas.microsoft.com/office/drawing/2014/main" id="{41FA6F95-B9D6-4357-1298-EB7189068EDF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3" name="Ellipse 892">
                  <a:extLst>
                    <a:ext uri="{FF2B5EF4-FFF2-40B4-BE49-F238E27FC236}">
                      <a16:creationId xmlns:a16="http://schemas.microsoft.com/office/drawing/2014/main" id="{6D45CD0D-3F8F-B1F5-88C0-C7283A1AC89D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4" name="Ellipse 893">
                  <a:extLst>
                    <a:ext uri="{FF2B5EF4-FFF2-40B4-BE49-F238E27FC236}">
                      <a16:creationId xmlns:a16="http://schemas.microsoft.com/office/drawing/2014/main" id="{16969FD8-920C-F21B-F9B6-530E265559DF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5" name="Ellipse 894">
                  <a:extLst>
                    <a:ext uri="{FF2B5EF4-FFF2-40B4-BE49-F238E27FC236}">
                      <a16:creationId xmlns:a16="http://schemas.microsoft.com/office/drawing/2014/main" id="{F192155A-69FB-2A79-9B9A-0ECC0C6BC593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6" name="Ellipse 895">
                  <a:extLst>
                    <a:ext uri="{FF2B5EF4-FFF2-40B4-BE49-F238E27FC236}">
                      <a16:creationId xmlns:a16="http://schemas.microsoft.com/office/drawing/2014/main" id="{6D383467-6666-BAB5-839A-F9273E2C2802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7" name="Ellipse 896">
                  <a:extLst>
                    <a:ext uri="{FF2B5EF4-FFF2-40B4-BE49-F238E27FC236}">
                      <a16:creationId xmlns:a16="http://schemas.microsoft.com/office/drawing/2014/main" id="{664B3052-6EFA-F48B-E0F0-B4791F13497B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8" name="Ellipse 897">
                  <a:extLst>
                    <a:ext uri="{FF2B5EF4-FFF2-40B4-BE49-F238E27FC236}">
                      <a16:creationId xmlns:a16="http://schemas.microsoft.com/office/drawing/2014/main" id="{A2CAAE5C-439D-15CB-33A8-850265C1C323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899" name="Ellipse 898">
                  <a:extLst>
                    <a:ext uri="{FF2B5EF4-FFF2-40B4-BE49-F238E27FC236}">
                      <a16:creationId xmlns:a16="http://schemas.microsoft.com/office/drawing/2014/main" id="{9712C2D3-0C95-483A-470F-79B323914D5A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0" name="Ellipse 899">
                  <a:extLst>
                    <a:ext uri="{FF2B5EF4-FFF2-40B4-BE49-F238E27FC236}">
                      <a16:creationId xmlns:a16="http://schemas.microsoft.com/office/drawing/2014/main" id="{925B1145-16DD-9614-840D-1A3EC93608C1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1" name="Ellipse 900">
                  <a:extLst>
                    <a:ext uri="{FF2B5EF4-FFF2-40B4-BE49-F238E27FC236}">
                      <a16:creationId xmlns:a16="http://schemas.microsoft.com/office/drawing/2014/main" id="{CC701382-AE2A-590F-DF86-32E6C1EAC63D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2" name="Ellipse 901">
                  <a:extLst>
                    <a:ext uri="{FF2B5EF4-FFF2-40B4-BE49-F238E27FC236}">
                      <a16:creationId xmlns:a16="http://schemas.microsoft.com/office/drawing/2014/main" id="{2018DE15-625B-239E-03C8-85E44924DB38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3" name="Ellipse 902">
                  <a:extLst>
                    <a:ext uri="{FF2B5EF4-FFF2-40B4-BE49-F238E27FC236}">
                      <a16:creationId xmlns:a16="http://schemas.microsoft.com/office/drawing/2014/main" id="{1B1296FC-9688-3A7C-A84C-EB3043A80412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904" name="Gruppieren 903">
                <a:extLst>
                  <a:ext uri="{FF2B5EF4-FFF2-40B4-BE49-F238E27FC236}">
                    <a16:creationId xmlns:a16="http://schemas.microsoft.com/office/drawing/2014/main" id="{02806E54-8B97-928F-5A67-AEBC8EA13BA9}"/>
                  </a:ext>
                </a:extLst>
              </p:cNvPr>
              <p:cNvGrpSpPr/>
              <p:nvPr/>
            </p:nvGrpSpPr>
            <p:grpSpPr>
              <a:xfrm rot="10800000">
                <a:off x="-2073499" y="221626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905" name="Ellipse 904">
                  <a:extLst>
                    <a:ext uri="{FF2B5EF4-FFF2-40B4-BE49-F238E27FC236}">
                      <a16:creationId xmlns:a16="http://schemas.microsoft.com/office/drawing/2014/main" id="{8C1BC8C6-0AC3-CC3D-55F5-83E3481110CC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6" name="Ellipse 905">
                  <a:extLst>
                    <a:ext uri="{FF2B5EF4-FFF2-40B4-BE49-F238E27FC236}">
                      <a16:creationId xmlns:a16="http://schemas.microsoft.com/office/drawing/2014/main" id="{2A716665-75A1-F964-BB6F-20C39A1BFEBA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7" name="Ellipse 906">
                  <a:extLst>
                    <a:ext uri="{FF2B5EF4-FFF2-40B4-BE49-F238E27FC236}">
                      <a16:creationId xmlns:a16="http://schemas.microsoft.com/office/drawing/2014/main" id="{013EEFCD-0C0F-A088-69E1-D7D689EBABCD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8" name="Ellipse 907">
                  <a:extLst>
                    <a:ext uri="{FF2B5EF4-FFF2-40B4-BE49-F238E27FC236}">
                      <a16:creationId xmlns:a16="http://schemas.microsoft.com/office/drawing/2014/main" id="{77EABB25-C51B-F4EC-B582-5D4B43758762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09" name="Ellipse 908">
                  <a:extLst>
                    <a:ext uri="{FF2B5EF4-FFF2-40B4-BE49-F238E27FC236}">
                      <a16:creationId xmlns:a16="http://schemas.microsoft.com/office/drawing/2014/main" id="{0289408E-CFE1-6FBC-3570-243EC75918D0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0" name="Ellipse 909">
                  <a:extLst>
                    <a:ext uri="{FF2B5EF4-FFF2-40B4-BE49-F238E27FC236}">
                      <a16:creationId xmlns:a16="http://schemas.microsoft.com/office/drawing/2014/main" id="{E884C1EC-CD45-3307-5480-3D73D886BB7F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1" name="Ellipse 910">
                  <a:extLst>
                    <a:ext uri="{FF2B5EF4-FFF2-40B4-BE49-F238E27FC236}">
                      <a16:creationId xmlns:a16="http://schemas.microsoft.com/office/drawing/2014/main" id="{2C9D24A8-0621-D3C3-1F33-1C29360FD880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2" name="Ellipse 911">
                  <a:extLst>
                    <a:ext uri="{FF2B5EF4-FFF2-40B4-BE49-F238E27FC236}">
                      <a16:creationId xmlns:a16="http://schemas.microsoft.com/office/drawing/2014/main" id="{DA1B623C-34C5-6057-8160-707F522982C5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3" name="Ellipse 912">
                  <a:extLst>
                    <a:ext uri="{FF2B5EF4-FFF2-40B4-BE49-F238E27FC236}">
                      <a16:creationId xmlns:a16="http://schemas.microsoft.com/office/drawing/2014/main" id="{96EA95EF-9084-16D9-EDE0-3C0A45AFF60B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4" name="Ellipse 913">
                  <a:extLst>
                    <a:ext uri="{FF2B5EF4-FFF2-40B4-BE49-F238E27FC236}">
                      <a16:creationId xmlns:a16="http://schemas.microsoft.com/office/drawing/2014/main" id="{1623EB9F-7345-8F10-9845-04F9476B2D7C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5" name="Ellipse 914">
                  <a:extLst>
                    <a:ext uri="{FF2B5EF4-FFF2-40B4-BE49-F238E27FC236}">
                      <a16:creationId xmlns:a16="http://schemas.microsoft.com/office/drawing/2014/main" id="{1EC4CE2C-689B-B5D6-27EB-2B717C045DE9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6" name="Ellipse 915">
                  <a:extLst>
                    <a:ext uri="{FF2B5EF4-FFF2-40B4-BE49-F238E27FC236}">
                      <a16:creationId xmlns:a16="http://schemas.microsoft.com/office/drawing/2014/main" id="{2DB4B2FA-68E8-7D6C-6C5A-4D482650744F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7" name="Ellipse 916">
                  <a:extLst>
                    <a:ext uri="{FF2B5EF4-FFF2-40B4-BE49-F238E27FC236}">
                      <a16:creationId xmlns:a16="http://schemas.microsoft.com/office/drawing/2014/main" id="{5638A5AD-99FE-1C88-56AF-CA2A8F968529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8" name="Ellipse 917">
                  <a:extLst>
                    <a:ext uri="{FF2B5EF4-FFF2-40B4-BE49-F238E27FC236}">
                      <a16:creationId xmlns:a16="http://schemas.microsoft.com/office/drawing/2014/main" id="{A6CE0656-5865-F6BE-3EFE-4D784CE890A3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19" name="Ellipse 918">
                  <a:extLst>
                    <a:ext uri="{FF2B5EF4-FFF2-40B4-BE49-F238E27FC236}">
                      <a16:creationId xmlns:a16="http://schemas.microsoft.com/office/drawing/2014/main" id="{7A762C69-009C-089B-5537-F08448263B3E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0" name="Ellipse 919">
                  <a:extLst>
                    <a:ext uri="{FF2B5EF4-FFF2-40B4-BE49-F238E27FC236}">
                      <a16:creationId xmlns:a16="http://schemas.microsoft.com/office/drawing/2014/main" id="{2390F55B-3A1A-3E44-7E04-A9BFB326DFB7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1" name="Ellipse 920">
                  <a:extLst>
                    <a:ext uri="{FF2B5EF4-FFF2-40B4-BE49-F238E27FC236}">
                      <a16:creationId xmlns:a16="http://schemas.microsoft.com/office/drawing/2014/main" id="{029EA4B4-C5E9-1806-FBE3-1C45D2B2E3F1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2" name="Ellipse 921">
                  <a:extLst>
                    <a:ext uri="{FF2B5EF4-FFF2-40B4-BE49-F238E27FC236}">
                      <a16:creationId xmlns:a16="http://schemas.microsoft.com/office/drawing/2014/main" id="{1AA45BAF-1F49-DAD2-89BE-C6C137340AD8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3" name="Ellipse 922">
                  <a:extLst>
                    <a:ext uri="{FF2B5EF4-FFF2-40B4-BE49-F238E27FC236}">
                      <a16:creationId xmlns:a16="http://schemas.microsoft.com/office/drawing/2014/main" id="{00504AB9-45CC-0920-663D-2B536B936BA1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4" name="Ellipse 923">
                  <a:extLst>
                    <a:ext uri="{FF2B5EF4-FFF2-40B4-BE49-F238E27FC236}">
                      <a16:creationId xmlns:a16="http://schemas.microsoft.com/office/drawing/2014/main" id="{30ECCE07-640F-CB73-746A-03F78B1E5131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5" name="Ellipse 924">
                  <a:extLst>
                    <a:ext uri="{FF2B5EF4-FFF2-40B4-BE49-F238E27FC236}">
                      <a16:creationId xmlns:a16="http://schemas.microsoft.com/office/drawing/2014/main" id="{9B6DE457-DB1B-F02F-1F54-809FE18E206C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6" name="Ellipse 925">
                  <a:extLst>
                    <a:ext uri="{FF2B5EF4-FFF2-40B4-BE49-F238E27FC236}">
                      <a16:creationId xmlns:a16="http://schemas.microsoft.com/office/drawing/2014/main" id="{7E2DDD2D-1580-2479-0508-18901FD97665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7" name="Ellipse 926">
                  <a:extLst>
                    <a:ext uri="{FF2B5EF4-FFF2-40B4-BE49-F238E27FC236}">
                      <a16:creationId xmlns:a16="http://schemas.microsoft.com/office/drawing/2014/main" id="{260916CC-98BC-01A0-6EC6-4312E5B13BE5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8" name="Ellipse 927">
                  <a:extLst>
                    <a:ext uri="{FF2B5EF4-FFF2-40B4-BE49-F238E27FC236}">
                      <a16:creationId xmlns:a16="http://schemas.microsoft.com/office/drawing/2014/main" id="{0FD9E9C6-E6CF-3505-3F5F-FC744E40BE86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29" name="Ellipse 928">
                  <a:extLst>
                    <a:ext uri="{FF2B5EF4-FFF2-40B4-BE49-F238E27FC236}">
                      <a16:creationId xmlns:a16="http://schemas.microsoft.com/office/drawing/2014/main" id="{C8383C4D-3494-DF7F-22AD-0F04F4CF73DB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30" name="Ellipse 929">
                  <a:extLst>
                    <a:ext uri="{FF2B5EF4-FFF2-40B4-BE49-F238E27FC236}">
                      <a16:creationId xmlns:a16="http://schemas.microsoft.com/office/drawing/2014/main" id="{F2A21F9F-8A64-A169-3C60-245A5BFB5AC5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31" name="Ellipse 930">
                  <a:extLst>
                    <a:ext uri="{FF2B5EF4-FFF2-40B4-BE49-F238E27FC236}">
                      <a16:creationId xmlns:a16="http://schemas.microsoft.com/office/drawing/2014/main" id="{F2064224-C7A1-D1C4-86FB-CA650E947955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32" name="Ellipse 931">
                  <a:extLst>
                    <a:ext uri="{FF2B5EF4-FFF2-40B4-BE49-F238E27FC236}">
                      <a16:creationId xmlns:a16="http://schemas.microsoft.com/office/drawing/2014/main" id="{484E7E7C-C3E5-EE77-39ED-D6CE6F7327CD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sp>
            <p:nvSpPr>
              <p:cNvPr id="933" name="Ellipse 932">
                <a:extLst>
                  <a:ext uri="{FF2B5EF4-FFF2-40B4-BE49-F238E27FC236}">
                    <a16:creationId xmlns:a16="http://schemas.microsoft.com/office/drawing/2014/main" id="{A8E229D9-C524-DEF1-943A-4ED94C18DB53}"/>
                  </a:ext>
                </a:extLst>
              </p:cNvPr>
              <p:cNvSpPr/>
              <p:nvPr/>
            </p:nvSpPr>
            <p:spPr>
              <a:xfrm rot="4912871">
                <a:off x="5437808" y="13385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4" name="Ellipse 933">
                <a:extLst>
                  <a:ext uri="{FF2B5EF4-FFF2-40B4-BE49-F238E27FC236}">
                    <a16:creationId xmlns:a16="http://schemas.microsoft.com/office/drawing/2014/main" id="{0223B461-FD80-1639-3640-658A34C43F02}"/>
                  </a:ext>
                </a:extLst>
              </p:cNvPr>
              <p:cNvSpPr/>
              <p:nvPr/>
            </p:nvSpPr>
            <p:spPr>
              <a:xfrm rot="4912871">
                <a:off x="5420446" y="170205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5" name="Ellipse 934">
                <a:extLst>
                  <a:ext uri="{FF2B5EF4-FFF2-40B4-BE49-F238E27FC236}">
                    <a16:creationId xmlns:a16="http://schemas.microsoft.com/office/drawing/2014/main" id="{9F14C46C-D274-D122-801C-4B7A828B08CE}"/>
                  </a:ext>
                </a:extLst>
              </p:cNvPr>
              <p:cNvSpPr/>
              <p:nvPr/>
            </p:nvSpPr>
            <p:spPr>
              <a:xfrm rot="4912871">
                <a:off x="5611775" y="202083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6" name="Ellipse 935">
                <a:extLst>
                  <a:ext uri="{FF2B5EF4-FFF2-40B4-BE49-F238E27FC236}">
                    <a16:creationId xmlns:a16="http://schemas.microsoft.com/office/drawing/2014/main" id="{823034A8-7466-C7EF-490F-D243600F7423}"/>
                  </a:ext>
                </a:extLst>
              </p:cNvPr>
              <p:cNvSpPr/>
              <p:nvPr/>
            </p:nvSpPr>
            <p:spPr>
              <a:xfrm rot="4912871">
                <a:off x="5548358" y="103131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7" name="Ellipse 936">
                <a:extLst>
                  <a:ext uri="{FF2B5EF4-FFF2-40B4-BE49-F238E27FC236}">
                    <a16:creationId xmlns:a16="http://schemas.microsoft.com/office/drawing/2014/main" id="{875396DD-A16F-1306-163C-FBA6DE05DDA1}"/>
                  </a:ext>
                </a:extLst>
              </p:cNvPr>
              <p:cNvSpPr/>
              <p:nvPr/>
            </p:nvSpPr>
            <p:spPr>
              <a:xfrm rot="4912871">
                <a:off x="5719876" y="120665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8" name="Ellipse 937">
                <a:extLst>
                  <a:ext uri="{FF2B5EF4-FFF2-40B4-BE49-F238E27FC236}">
                    <a16:creationId xmlns:a16="http://schemas.microsoft.com/office/drawing/2014/main" id="{1994C5CA-EA53-6FE4-0C48-EB55D1AAF6D1}"/>
                  </a:ext>
                </a:extLst>
              </p:cNvPr>
              <p:cNvSpPr/>
              <p:nvPr/>
            </p:nvSpPr>
            <p:spPr>
              <a:xfrm rot="4912871">
                <a:off x="5682199" y="146457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39" name="Ellipse 938">
                <a:extLst>
                  <a:ext uri="{FF2B5EF4-FFF2-40B4-BE49-F238E27FC236}">
                    <a16:creationId xmlns:a16="http://schemas.microsoft.com/office/drawing/2014/main" id="{845DCCE2-A7EC-4B37-B971-7D9CD87994A5}"/>
                  </a:ext>
                </a:extLst>
              </p:cNvPr>
              <p:cNvSpPr/>
              <p:nvPr/>
            </p:nvSpPr>
            <p:spPr>
              <a:xfrm rot="4912871">
                <a:off x="6043414" y="21220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0" name="Ellipse 939">
                <a:extLst>
                  <a:ext uri="{FF2B5EF4-FFF2-40B4-BE49-F238E27FC236}">
                    <a16:creationId xmlns:a16="http://schemas.microsoft.com/office/drawing/2014/main" id="{33F72E5D-D7D1-E2CE-387D-739D5FA97FC4}"/>
                  </a:ext>
                </a:extLst>
              </p:cNvPr>
              <p:cNvSpPr/>
              <p:nvPr/>
            </p:nvSpPr>
            <p:spPr>
              <a:xfrm rot="4912871">
                <a:off x="6107927" y="10141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1" name="Ellipse 940">
                <a:extLst>
                  <a:ext uri="{FF2B5EF4-FFF2-40B4-BE49-F238E27FC236}">
                    <a16:creationId xmlns:a16="http://schemas.microsoft.com/office/drawing/2014/main" id="{21943646-A8DE-312B-C861-0B39776C5D9F}"/>
                  </a:ext>
                </a:extLst>
              </p:cNvPr>
              <p:cNvSpPr/>
              <p:nvPr/>
            </p:nvSpPr>
            <p:spPr>
              <a:xfrm rot="4912871">
                <a:off x="6008314" y="16936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2" name="Ellipse 941">
                <a:extLst>
                  <a:ext uri="{FF2B5EF4-FFF2-40B4-BE49-F238E27FC236}">
                    <a16:creationId xmlns:a16="http://schemas.microsoft.com/office/drawing/2014/main" id="{7B754979-B7D8-6A0A-40D1-FD9CD842AB00}"/>
                  </a:ext>
                </a:extLst>
              </p:cNvPr>
              <p:cNvSpPr/>
              <p:nvPr/>
            </p:nvSpPr>
            <p:spPr>
              <a:xfrm rot="4912871">
                <a:off x="6252081" y="141495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3" name="Ellipse 942">
                <a:extLst>
                  <a:ext uri="{FF2B5EF4-FFF2-40B4-BE49-F238E27FC236}">
                    <a16:creationId xmlns:a16="http://schemas.microsoft.com/office/drawing/2014/main" id="{A469B5C4-2B02-F719-32D7-11BBD73B44E1}"/>
                  </a:ext>
                </a:extLst>
              </p:cNvPr>
              <p:cNvSpPr/>
              <p:nvPr/>
            </p:nvSpPr>
            <p:spPr>
              <a:xfrm rot="4912871">
                <a:off x="3551323" y="70205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4" name="Ellipse 943">
                <a:extLst>
                  <a:ext uri="{FF2B5EF4-FFF2-40B4-BE49-F238E27FC236}">
                    <a16:creationId xmlns:a16="http://schemas.microsoft.com/office/drawing/2014/main" id="{CD489C22-839F-9237-BA0D-FCC47EE90E7F}"/>
                  </a:ext>
                </a:extLst>
              </p:cNvPr>
              <p:cNvSpPr/>
              <p:nvPr/>
            </p:nvSpPr>
            <p:spPr>
              <a:xfrm rot="4912871">
                <a:off x="6439662" y="214659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5" name="Ellipse 944">
                <a:extLst>
                  <a:ext uri="{FF2B5EF4-FFF2-40B4-BE49-F238E27FC236}">
                    <a16:creationId xmlns:a16="http://schemas.microsoft.com/office/drawing/2014/main" id="{8DF96C37-4D86-F690-F3BE-2957AB7AC4E0}"/>
                  </a:ext>
                </a:extLst>
              </p:cNvPr>
              <p:cNvSpPr/>
              <p:nvPr/>
            </p:nvSpPr>
            <p:spPr>
              <a:xfrm rot="4912871">
                <a:off x="6491698" y="185607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6" name="Ellipse 945">
                <a:extLst>
                  <a:ext uri="{FF2B5EF4-FFF2-40B4-BE49-F238E27FC236}">
                    <a16:creationId xmlns:a16="http://schemas.microsoft.com/office/drawing/2014/main" id="{3C323E65-9A97-1133-8ABE-466BBEDAB81F}"/>
                  </a:ext>
                </a:extLst>
              </p:cNvPr>
              <p:cNvSpPr/>
              <p:nvPr/>
            </p:nvSpPr>
            <p:spPr>
              <a:xfrm rot="4912871">
                <a:off x="6688461" y="150303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7" name="Ellipse 946">
                <a:extLst>
                  <a:ext uri="{FF2B5EF4-FFF2-40B4-BE49-F238E27FC236}">
                    <a16:creationId xmlns:a16="http://schemas.microsoft.com/office/drawing/2014/main" id="{DEF5CCED-D6AA-C06C-0E5D-A49CCC34B108}"/>
                  </a:ext>
                </a:extLst>
              </p:cNvPr>
              <p:cNvSpPr/>
              <p:nvPr/>
            </p:nvSpPr>
            <p:spPr>
              <a:xfrm rot="4912871">
                <a:off x="6682705" y="101335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8" name="Ellipse 947">
                <a:extLst>
                  <a:ext uri="{FF2B5EF4-FFF2-40B4-BE49-F238E27FC236}">
                    <a16:creationId xmlns:a16="http://schemas.microsoft.com/office/drawing/2014/main" id="{0E9DD167-FA1F-3600-77BB-CE686BB707AA}"/>
                  </a:ext>
                </a:extLst>
              </p:cNvPr>
              <p:cNvSpPr/>
              <p:nvPr/>
            </p:nvSpPr>
            <p:spPr>
              <a:xfrm rot="4912871">
                <a:off x="6927742" y="67440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49" name="Ellipse 948">
                <a:extLst>
                  <a:ext uri="{FF2B5EF4-FFF2-40B4-BE49-F238E27FC236}">
                    <a16:creationId xmlns:a16="http://schemas.microsoft.com/office/drawing/2014/main" id="{4A0E9FE9-DF4B-609E-E0CD-34C07EB628A6}"/>
                  </a:ext>
                </a:extLst>
              </p:cNvPr>
              <p:cNvSpPr/>
              <p:nvPr/>
            </p:nvSpPr>
            <p:spPr>
              <a:xfrm rot="4912871">
                <a:off x="7069801" y="107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0" name="Ellipse 949">
                <a:extLst>
                  <a:ext uri="{FF2B5EF4-FFF2-40B4-BE49-F238E27FC236}">
                    <a16:creationId xmlns:a16="http://schemas.microsoft.com/office/drawing/2014/main" id="{58FD4E59-9EFA-3CDE-1D1F-3024BC2D2B44}"/>
                  </a:ext>
                </a:extLst>
              </p:cNvPr>
              <p:cNvSpPr/>
              <p:nvPr/>
            </p:nvSpPr>
            <p:spPr>
              <a:xfrm rot="4912871">
                <a:off x="7198675" y="144186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1" name="Ellipse 950">
                <a:extLst>
                  <a:ext uri="{FF2B5EF4-FFF2-40B4-BE49-F238E27FC236}">
                    <a16:creationId xmlns:a16="http://schemas.microsoft.com/office/drawing/2014/main" id="{F48A92AD-ECE4-8CE9-E9CA-B5CE6BE228CE}"/>
                  </a:ext>
                </a:extLst>
              </p:cNvPr>
              <p:cNvSpPr/>
              <p:nvPr/>
            </p:nvSpPr>
            <p:spPr>
              <a:xfrm rot="4912871">
                <a:off x="7699318" y="141514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2" name="Ellipse 951">
                <a:extLst>
                  <a:ext uri="{FF2B5EF4-FFF2-40B4-BE49-F238E27FC236}">
                    <a16:creationId xmlns:a16="http://schemas.microsoft.com/office/drawing/2014/main" id="{50BD838A-351B-454A-DC7B-83CE006C336A}"/>
                  </a:ext>
                </a:extLst>
              </p:cNvPr>
              <p:cNvSpPr/>
              <p:nvPr/>
            </p:nvSpPr>
            <p:spPr>
              <a:xfrm rot="4912871">
                <a:off x="7527375" y="113924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3" name="Ellipse 952">
                <a:extLst>
                  <a:ext uri="{FF2B5EF4-FFF2-40B4-BE49-F238E27FC236}">
                    <a16:creationId xmlns:a16="http://schemas.microsoft.com/office/drawing/2014/main" id="{3A1E146C-E4F6-ED33-3992-B6046ACCEB75}"/>
                  </a:ext>
                </a:extLst>
              </p:cNvPr>
              <p:cNvSpPr/>
              <p:nvPr/>
            </p:nvSpPr>
            <p:spPr>
              <a:xfrm rot="4912871">
                <a:off x="7444959" y="94619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54" name="Ellipse 953">
                <a:extLst>
                  <a:ext uri="{FF2B5EF4-FFF2-40B4-BE49-F238E27FC236}">
                    <a16:creationId xmlns:a16="http://schemas.microsoft.com/office/drawing/2014/main" id="{2787056B-44A8-F8C4-4514-7A06A96A06B2}"/>
                  </a:ext>
                </a:extLst>
              </p:cNvPr>
              <p:cNvSpPr/>
              <p:nvPr/>
            </p:nvSpPr>
            <p:spPr>
              <a:xfrm rot="4912871">
                <a:off x="7397097" y="7383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grpSp>
            <p:nvGrpSpPr>
              <p:cNvPr id="955" name="Gruppieren 954">
                <a:extLst>
                  <a:ext uri="{FF2B5EF4-FFF2-40B4-BE49-F238E27FC236}">
                    <a16:creationId xmlns:a16="http://schemas.microsoft.com/office/drawing/2014/main" id="{32BF875D-D2AB-7323-850F-6049597705D9}"/>
                  </a:ext>
                </a:extLst>
              </p:cNvPr>
              <p:cNvGrpSpPr/>
              <p:nvPr/>
            </p:nvGrpSpPr>
            <p:grpSpPr>
              <a:xfrm rot="14691760" flipV="1">
                <a:off x="4898485" y="-171137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956" name="Ellipse 955">
                  <a:extLst>
                    <a:ext uri="{FF2B5EF4-FFF2-40B4-BE49-F238E27FC236}">
                      <a16:creationId xmlns:a16="http://schemas.microsoft.com/office/drawing/2014/main" id="{F9B76C01-95B7-32DD-2178-C081ECEAA260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57" name="Ellipse 956">
                  <a:extLst>
                    <a:ext uri="{FF2B5EF4-FFF2-40B4-BE49-F238E27FC236}">
                      <a16:creationId xmlns:a16="http://schemas.microsoft.com/office/drawing/2014/main" id="{ACE4F7FE-7BA8-3358-FFEC-4EE2E2D5F7A0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58" name="Ellipse 957">
                  <a:extLst>
                    <a:ext uri="{FF2B5EF4-FFF2-40B4-BE49-F238E27FC236}">
                      <a16:creationId xmlns:a16="http://schemas.microsoft.com/office/drawing/2014/main" id="{4F7BC620-EB80-0CDD-DA72-7565099F4EDD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59" name="Ellipse 958">
                  <a:extLst>
                    <a:ext uri="{FF2B5EF4-FFF2-40B4-BE49-F238E27FC236}">
                      <a16:creationId xmlns:a16="http://schemas.microsoft.com/office/drawing/2014/main" id="{89F0B3A8-6A97-0643-A73C-65871F74E564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0" name="Ellipse 959">
                  <a:extLst>
                    <a:ext uri="{FF2B5EF4-FFF2-40B4-BE49-F238E27FC236}">
                      <a16:creationId xmlns:a16="http://schemas.microsoft.com/office/drawing/2014/main" id="{8E2D0F29-7E34-11DC-C480-E8D49177EB71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1" name="Ellipse 960">
                  <a:extLst>
                    <a:ext uri="{FF2B5EF4-FFF2-40B4-BE49-F238E27FC236}">
                      <a16:creationId xmlns:a16="http://schemas.microsoft.com/office/drawing/2014/main" id="{0863A86C-854C-D46C-2040-43C89003DA38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2" name="Ellipse 961">
                  <a:extLst>
                    <a:ext uri="{FF2B5EF4-FFF2-40B4-BE49-F238E27FC236}">
                      <a16:creationId xmlns:a16="http://schemas.microsoft.com/office/drawing/2014/main" id="{9917D92C-2443-CD4D-636C-7C65BC489E82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3" name="Ellipse 962">
                  <a:extLst>
                    <a:ext uri="{FF2B5EF4-FFF2-40B4-BE49-F238E27FC236}">
                      <a16:creationId xmlns:a16="http://schemas.microsoft.com/office/drawing/2014/main" id="{3F68C518-784B-B3DE-8D9A-DDF46D93EFA6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4" name="Ellipse 963">
                  <a:extLst>
                    <a:ext uri="{FF2B5EF4-FFF2-40B4-BE49-F238E27FC236}">
                      <a16:creationId xmlns:a16="http://schemas.microsoft.com/office/drawing/2014/main" id="{0DF975C5-B745-AE13-FDD7-5AACDE1A139D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5" name="Ellipse 964">
                  <a:extLst>
                    <a:ext uri="{FF2B5EF4-FFF2-40B4-BE49-F238E27FC236}">
                      <a16:creationId xmlns:a16="http://schemas.microsoft.com/office/drawing/2014/main" id="{108BBA1C-ADD1-FB99-6166-A0CC93B9BABD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6" name="Ellipse 965">
                  <a:extLst>
                    <a:ext uri="{FF2B5EF4-FFF2-40B4-BE49-F238E27FC236}">
                      <a16:creationId xmlns:a16="http://schemas.microsoft.com/office/drawing/2014/main" id="{408CBC12-01C2-4C15-9E8A-135C9D236BBC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7" name="Ellipse 966">
                  <a:extLst>
                    <a:ext uri="{FF2B5EF4-FFF2-40B4-BE49-F238E27FC236}">
                      <a16:creationId xmlns:a16="http://schemas.microsoft.com/office/drawing/2014/main" id="{5B304A41-D211-268D-67AB-ECC8470872B8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8" name="Ellipse 967">
                  <a:extLst>
                    <a:ext uri="{FF2B5EF4-FFF2-40B4-BE49-F238E27FC236}">
                      <a16:creationId xmlns:a16="http://schemas.microsoft.com/office/drawing/2014/main" id="{AE211618-147A-A74E-918A-0CF366920B7C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69" name="Ellipse 968">
                  <a:extLst>
                    <a:ext uri="{FF2B5EF4-FFF2-40B4-BE49-F238E27FC236}">
                      <a16:creationId xmlns:a16="http://schemas.microsoft.com/office/drawing/2014/main" id="{632A6BC0-6FB2-65FD-1AAC-933C2124AA0C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0" name="Ellipse 969">
                  <a:extLst>
                    <a:ext uri="{FF2B5EF4-FFF2-40B4-BE49-F238E27FC236}">
                      <a16:creationId xmlns:a16="http://schemas.microsoft.com/office/drawing/2014/main" id="{B0210FD1-C70F-1D8B-5C3F-4D8C814D5588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1" name="Ellipse 970">
                  <a:extLst>
                    <a:ext uri="{FF2B5EF4-FFF2-40B4-BE49-F238E27FC236}">
                      <a16:creationId xmlns:a16="http://schemas.microsoft.com/office/drawing/2014/main" id="{4FB25D99-5E24-E0DA-468C-420C7B8EB3E8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2" name="Ellipse 971">
                  <a:extLst>
                    <a:ext uri="{FF2B5EF4-FFF2-40B4-BE49-F238E27FC236}">
                      <a16:creationId xmlns:a16="http://schemas.microsoft.com/office/drawing/2014/main" id="{65F85912-BC2D-975D-8C88-7C06C3E95A43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3" name="Ellipse 972">
                  <a:extLst>
                    <a:ext uri="{FF2B5EF4-FFF2-40B4-BE49-F238E27FC236}">
                      <a16:creationId xmlns:a16="http://schemas.microsoft.com/office/drawing/2014/main" id="{8DBBFFB7-3AD5-2736-E675-57312C1D9A6D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4" name="Ellipse 973">
                  <a:extLst>
                    <a:ext uri="{FF2B5EF4-FFF2-40B4-BE49-F238E27FC236}">
                      <a16:creationId xmlns:a16="http://schemas.microsoft.com/office/drawing/2014/main" id="{91B2AADD-072A-1A38-C569-D7B4B5996171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5" name="Ellipse 974">
                  <a:extLst>
                    <a:ext uri="{FF2B5EF4-FFF2-40B4-BE49-F238E27FC236}">
                      <a16:creationId xmlns:a16="http://schemas.microsoft.com/office/drawing/2014/main" id="{DC6A5AF6-867B-B94B-F62C-B36216FD03A0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6" name="Ellipse 975">
                  <a:extLst>
                    <a:ext uri="{FF2B5EF4-FFF2-40B4-BE49-F238E27FC236}">
                      <a16:creationId xmlns:a16="http://schemas.microsoft.com/office/drawing/2014/main" id="{8010A7D8-3D9D-376B-FD76-B343E09A0B38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7" name="Ellipse 976">
                  <a:extLst>
                    <a:ext uri="{FF2B5EF4-FFF2-40B4-BE49-F238E27FC236}">
                      <a16:creationId xmlns:a16="http://schemas.microsoft.com/office/drawing/2014/main" id="{2A864014-12F2-86FC-F668-0D8133C61C24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8" name="Ellipse 977">
                  <a:extLst>
                    <a:ext uri="{FF2B5EF4-FFF2-40B4-BE49-F238E27FC236}">
                      <a16:creationId xmlns:a16="http://schemas.microsoft.com/office/drawing/2014/main" id="{90779392-1E3D-93D7-89AA-3559911FA7B4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79" name="Ellipse 978">
                  <a:extLst>
                    <a:ext uri="{FF2B5EF4-FFF2-40B4-BE49-F238E27FC236}">
                      <a16:creationId xmlns:a16="http://schemas.microsoft.com/office/drawing/2014/main" id="{7868A667-74FB-B4A0-3482-D630D840A5C6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980" name="Ellipse 979">
                  <a:extLst>
                    <a:ext uri="{FF2B5EF4-FFF2-40B4-BE49-F238E27FC236}">
                      <a16:creationId xmlns:a16="http://schemas.microsoft.com/office/drawing/2014/main" id="{DDE0E9F2-F717-4F4C-DCF7-47A7FEC7CD84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007" name="Gruppieren 1006">
                <a:extLst>
                  <a:ext uri="{FF2B5EF4-FFF2-40B4-BE49-F238E27FC236}">
                    <a16:creationId xmlns:a16="http://schemas.microsoft.com/office/drawing/2014/main" id="{62055B64-CD16-28CD-5E37-EC7CBAC04091}"/>
                  </a:ext>
                </a:extLst>
              </p:cNvPr>
              <p:cNvGrpSpPr/>
              <p:nvPr/>
            </p:nvGrpSpPr>
            <p:grpSpPr>
              <a:xfrm rot="17100000">
                <a:off x="4732042" y="-620088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008" name="Ellipse 1007">
                  <a:extLst>
                    <a:ext uri="{FF2B5EF4-FFF2-40B4-BE49-F238E27FC236}">
                      <a16:creationId xmlns:a16="http://schemas.microsoft.com/office/drawing/2014/main" id="{59EDC2F0-0814-670F-98A9-81794E76DD9F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09" name="Ellipse 1008">
                  <a:extLst>
                    <a:ext uri="{FF2B5EF4-FFF2-40B4-BE49-F238E27FC236}">
                      <a16:creationId xmlns:a16="http://schemas.microsoft.com/office/drawing/2014/main" id="{A79B9095-5AD4-F6C1-13F8-CB0D29B6A164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0" name="Ellipse 1009">
                  <a:extLst>
                    <a:ext uri="{FF2B5EF4-FFF2-40B4-BE49-F238E27FC236}">
                      <a16:creationId xmlns:a16="http://schemas.microsoft.com/office/drawing/2014/main" id="{B8E1A7C8-62B7-7467-A45E-EF99C2C55B34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1" name="Ellipse 1010">
                  <a:extLst>
                    <a:ext uri="{FF2B5EF4-FFF2-40B4-BE49-F238E27FC236}">
                      <a16:creationId xmlns:a16="http://schemas.microsoft.com/office/drawing/2014/main" id="{633FC153-7D7A-D8DD-29A1-956A3C309917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2" name="Ellipse 1011">
                  <a:extLst>
                    <a:ext uri="{FF2B5EF4-FFF2-40B4-BE49-F238E27FC236}">
                      <a16:creationId xmlns:a16="http://schemas.microsoft.com/office/drawing/2014/main" id="{12C6F01C-5056-75FC-C8B2-2266BF0A7654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3" name="Ellipse 1012">
                  <a:extLst>
                    <a:ext uri="{FF2B5EF4-FFF2-40B4-BE49-F238E27FC236}">
                      <a16:creationId xmlns:a16="http://schemas.microsoft.com/office/drawing/2014/main" id="{116EDC2F-ACA3-A339-7034-E40083BE246C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4" name="Ellipse 1013">
                  <a:extLst>
                    <a:ext uri="{FF2B5EF4-FFF2-40B4-BE49-F238E27FC236}">
                      <a16:creationId xmlns:a16="http://schemas.microsoft.com/office/drawing/2014/main" id="{1BBB88A9-6432-2202-4BC2-B95FB967DCCE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5" name="Ellipse 1014">
                  <a:extLst>
                    <a:ext uri="{FF2B5EF4-FFF2-40B4-BE49-F238E27FC236}">
                      <a16:creationId xmlns:a16="http://schemas.microsoft.com/office/drawing/2014/main" id="{A4603AF5-388B-8E3E-CFD0-812B17F143B2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6" name="Ellipse 1015">
                  <a:extLst>
                    <a:ext uri="{FF2B5EF4-FFF2-40B4-BE49-F238E27FC236}">
                      <a16:creationId xmlns:a16="http://schemas.microsoft.com/office/drawing/2014/main" id="{431B2999-4392-9619-9751-35A0A300D767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7" name="Ellipse 1016">
                  <a:extLst>
                    <a:ext uri="{FF2B5EF4-FFF2-40B4-BE49-F238E27FC236}">
                      <a16:creationId xmlns:a16="http://schemas.microsoft.com/office/drawing/2014/main" id="{0FBCAFC0-231D-AD0E-66CE-88B01672B11F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8" name="Ellipse 1017">
                  <a:extLst>
                    <a:ext uri="{FF2B5EF4-FFF2-40B4-BE49-F238E27FC236}">
                      <a16:creationId xmlns:a16="http://schemas.microsoft.com/office/drawing/2014/main" id="{E7E897ED-04B6-B2CA-D299-56CF7B1BA91D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19" name="Ellipse 1018">
                  <a:extLst>
                    <a:ext uri="{FF2B5EF4-FFF2-40B4-BE49-F238E27FC236}">
                      <a16:creationId xmlns:a16="http://schemas.microsoft.com/office/drawing/2014/main" id="{43D52688-4A05-C5BA-045B-0CBA616DD7B6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0" name="Ellipse 1019">
                  <a:extLst>
                    <a:ext uri="{FF2B5EF4-FFF2-40B4-BE49-F238E27FC236}">
                      <a16:creationId xmlns:a16="http://schemas.microsoft.com/office/drawing/2014/main" id="{C9E76E74-508C-E2A9-9363-BC999766ADDE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1" name="Ellipse 1020">
                  <a:extLst>
                    <a:ext uri="{FF2B5EF4-FFF2-40B4-BE49-F238E27FC236}">
                      <a16:creationId xmlns:a16="http://schemas.microsoft.com/office/drawing/2014/main" id="{F1E75F3C-FDB9-12A0-777A-48DA6A59E793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2" name="Ellipse 1021">
                  <a:extLst>
                    <a:ext uri="{FF2B5EF4-FFF2-40B4-BE49-F238E27FC236}">
                      <a16:creationId xmlns:a16="http://schemas.microsoft.com/office/drawing/2014/main" id="{A96A657C-D9BD-D4CF-1279-CCE7E38F15A8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3" name="Ellipse 1022">
                  <a:extLst>
                    <a:ext uri="{FF2B5EF4-FFF2-40B4-BE49-F238E27FC236}">
                      <a16:creationId xmlns:a16="http://schemas.microsoft.com/office/drawing/2014/main" id="{CB0146AC-D7C8-7FDF-8AA3-61011A2FB5C2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4" name="Ellipse 1023">
                  <a:extLst>
                    <a:ext uri="{FF2B5EF4-FFF2-40B4-BE49-F238E27FC236}">
                      <a16:creationId xmlns:a16="http://schemas.microsoft.com/office/drawing/2014/main" id="{1E431797-D176-E0F9-86B2-71AABFEBDE40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5" name="Ellipse 1024">
                  <a:extLst>
                    <a:ext uri="{FF2B5EF4-FFF2-40B4-BE49-F238E27FC236}">
                      <a16:creationId xmlns:a16="http://schemas.microsoft.com/office/drawing/2014/main" id="{986F1FE2-84B4-0C0A-E7F6-D983EE6E5E8D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6" name="Ellipse 1025">
                  <a:extLst>
                    <a:ext uri="{FF2B5EF4-FFF2-40B4-BE49-F238E27FC236}">
                      <a16:creationId xmlns:a16="http://schemas.microsoft.com/office/drawing/2014/main" id="{24067E64-B22C-48F5-640D-E0FF582E9161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7" name="Ellipse 1026">
                  <a:extLst>
                    <a:ext uri="{FF2B5EF4-FFF2-40B4-BE49-F238E27FC236}">
                      <a16:creationId xmlns:a16="http://schemas.microsoft.com/office/drawing/2014/main" id="{E4B5429F-4095-537B-FFBB-3914CDEEF1F2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8" name="Ellipse 1027">
                  <a:extLst>
                    <a:ext uri="{FF2B5EF4-FFF2-40B4-BE49-F238E27FC236}">
                      <a16:creationId xmlns:a16="http://schemas.microsoft.com/office/drawing/2014/main" id="{79846329-73AC-6B33-0016-3C690ECB9452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29" name="Ellipse 1028">
                  <a:extLst>
                    <a:ext uri="{FF2B5EF4-FFF2-40B4-BE49-F238E27FC236}">
                      <a16:creationId xmlns:a16="http://schemas.microsoft.com/office/drawing/2014/main" id="{076731DD-FE19-D72C-E1ED-9F5F8053BBAB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0" name="Ellipse 1029">
                  <a:extLst>
                    <a:ext uri="{FF2B5EF4-FFF2-40B4-BE49-F238E27FC236}">
                      <a16:creationId xmlns:a16="http://schemas.microsoft.com/office/drawing/2014/main" id="{85D5A76D-199D-9BD6-B2BA-E695444F480E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1" name="Ellipse 1030">
                  <a:extLst>
                    <a:ext uri="{FF2B5EF4-FFF2-40B4-BE49-F238E27FC236}">
                      <a16:creationId xmlns:a16="http://schemas.microsoft.com/office/drawing/2014/main" id="{F6A8DA75-65C3-753E-A09E-FBD8E6EC3677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2" name="Ellipse 1031">
                  <a:extLst>
                    <a:ext uri="{FF2B5EF4-FFF2-40B4-BE49-F238E27FC236}">
                      <a16:creationId xmlns:a16="http://schemas.microsoft.com/office/drawing/2014/main" id="{4251A47C-5C20-B4BA-3CFC-8B759B8B4D90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033" name="Gruppieren 1032">
                <a:extLst>
                  <a:ext uri="{FF2B5EF4-FFF2-40B4-BE49-F238E27FC236}">
                    <a16:creationId xmlns:a16="http://schemas.microsoft.com/office/drawing/2014/main" id="{980167B3-ACB0-FC82-B07E-5A9CBE714D76}"/>
                  </a:ext>
                </a:extLst>
              </p:cNvPr>
              <p:cNvGrpSpPr/>
              <p:nvPr/>
            </p:nvGrpSpPr>
            <p:grpSpPr>
              <a:xfrm rot="14691760" flipV="1">
                <a:off x="2559236" y="-601473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034" name="Ellipse 1033">
                  <a:extLst>
                    <a:ext uri="{FF2B5EF4-FFF2-40B4-BE49-F238E27FC236}">
                      <a16:creationId xmlns:a16="http://schemas.microsoft.com/office/drawing/2014/main" id="{B4C1A7C8-B300-E22A-2637-D1D11F9F2CBE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5" name="Ellipse 1034">
                  <a:extLst>
                    <a:ext uri="{FF2B5EF4-FFF2-40B4-BE49-F238E27FC236}">
                      <a16:creationId xmlns:a16="http://schemas.microsoft.com/office/drawing/2014/main" id="{047B5C30-99AE-449E-F129-ACB00BB96ADA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6" name="Ellipse 1035">
                  <a:extLst>
                    <a:ext uri="{FF2B5EF4-FFF2-40B4-BE49-F238E27FC236}">
                      <a16:creationId xmlns:a16="http://schemas.microsoft.com/office/drawing/2014/main" id="{F1E0C6BC-86AE-62F0-29C0-36E47F44B716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7" name="Ellipse 1036">
                  <a:extLst>
                    <a:ext uri="{FF2B5EF4-FFF2-40B4-BE49-F238E27FC236}">
                      <a16:creationId xmlns:a16="http://schemas.microsoft.com/office/drawing/2014/main" id="{CDB28720-E2C0-7F46-A477-1E30AD8A3280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8" name="Ellipse 1037">
                  <a:extLst>
                    <a:ext uri="{FF2B5EF4-FFF2-40B4-BE49-F238E27FC236}">
                      <a16:creationId xmlns:a16="http://schemas.microsoft.com/office/drawing/2014/main" id="{8D6CF46A-1973-F7E9-EE73-D5097CF65565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39" name="Ellipse 1038">
                  <a:extLst>
                    <a:ext uri="{FF2B5EF4-FFF2-40B4-BE49-F238E27FC236}">
                      <a16:creationId xmlns:a16="http://schemas.microsoft.com/office/drawing/2014/main" id="{BA2DDDEC-7B15-4A07-2C53-CB745BBE4973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0" name="Ellipse 1039">
                  <a:extLst>
                    <a:ext uri="{FF2B5EF4-FFF2-40B4-BE49-F238E27FC236}">
                      <a16:creationId xmlns:a16="http://schemas.microsoft.com/office/drawing/2014/main" id="{F536B572-C470-B6CB-C75E-9185C7892A74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1" name="Ellipse 1040">
                  <a:extLst>
                    <a:ext uri="{FF2B5EF4-FFF2-40B4-BE49-F238E27FC236}">
                      <a16:creationId xmlns:a16="http://schemas.microsoft.com/office/drawing/2014/main" id="{99E32C6F-5CD9-ACBC-2D45-EA27334F6008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2" name="Ellipse 1041">
                  <a:extLst>
                    <a:ext uri="{FF2B5EF4-FFF2-40B4-BE49-F238E27FC236}">
                      <a16:creationId xmlns:a16="http://schemas.microsoft.com/office/drawing/2014/main" id="{3275AC91-3E1A-4FCA-0020-9C048B3A4972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3" name="Ellipse 1042">
                  <a:extLst>
                    <a:ext uri="{FF2B5EF4-FFF2-40B4-BE49-F238E27FC236}">
                      <a16:creationId xmlns:a16="http://schemas.microsoft.com/office/drawing/2014/main" id="{059B8CCC-8A81-A66D-5E79-6E0FA9E307E2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4" name="Ellipse 1043">
                  <a:extLst>
                    <a:ext uri="{FF2B5EF4-FFF2-40B4-BE49-F238E27FC236}">
                      <a16:creationId xmlns:a16="http://schemas.microsoft.com/office/drawing/2014/main" id="{372E5661-7663-39C5-4EDF-05345F978348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5" name="Ellipse 1044">
                  <a:extLst>
                    <a:ext uri="{FF2B5EF4-FFF2-40B4-BE49-F238E27FC236}">
                      <a16:creationId xmlns:a16="http://schemas.microsoft.com/office/drawing/2014/main" id="{6AD1BDCE-2248-6157-8155-75F64340C302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6" name="Ellipse 1045">
                  <a:extLst>
                    <a:ext uri="{FF2B5EF4-FFF2-40B4-BE49-F238E27FC236}">
                      <a16:creationId xmlns:a16="http://schemas.microsoft.com/office/drawing/2014/main" id="{2EE96215-1CD7-5F4B-98B1-5CD8ABA9FC80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7" name="Ellipse 1046">
                  <a:extLst>
                    <a:ext uri="{FF2B5EF4-FFF2-40B4-BE49-F238E27FC236}">
                      <a16:creationId xmlns:a16="http://schemas.microsoft.com/office/drawing/2014/main" id="{4090D1F0-A482-24CE-B921-20A6DB0B3132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8" name="Ellipse 1047">
                  <a:extLst>
                    <a:ext uri="{FF2B5EF4-FFF2-40B4-BE49-F238E27FC236}">
                      <a16:creationId xmlns:a16="http://schemas.microsoft.com/office/drawing/2014/main" id="{D1074363-0E47-B3BD-DB3D-57D7EFE76FA7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49" name="Ellipse 1048">
                  <a:extLst>
                    <a:ext uri="{FF2B5EF4-FFF2-40B4-BE49-F238E27FC236}">
                      <a16:creationId xmlns:a16="http://schemas.microsoft.com/office/drawing/2014/main" id="{C003D451-5965-C927-BF2C-A79DECFA838F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0" name="Ellipse 1049">
                  <a:extLst>
                    <a:ext uri="{FF2B5EF4-FFF2-40B4-BE49-F238E27FC236}">
                      <a16:creationId xmlns:a16="http://schemas.microsoft.com/office/drawing/2014/main" id="{9DE35537-2129-FCCB-1F8D-BC1D13C8D4E7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1" name="Ellipse 1050">
                  <a:extLst>
                    <a:ext uri="{FF2B5EF4-FFF2-40B4-BE49-F238E27FC236}">
                      <a16:creationId xmlns:a16="http://schemas.microsoft.com/office/drawing/2014/main" id="{AF39EEFE-26A0-DB8B-FBD3-5184C6D87710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2" name="Ellipse 1051">
                  <a:extLst>
                    <a:ext uri="{FF2B5EF4-FFF2-40B4-BE49-F238E27FC236}">
                      <a16:creationId xmlns:a16="http://schemas.microsoft.com/office/drawing/2014/main" id="{29B94617-6746-F9E0-5FE9-61E12D384E25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3" name="Ellipse 1052">
                  <a:extLst>
                    <a:ext uri="{FF2B5EF4-FFF2-40B4-BE49-F238E27FC236}">
                      <a16:creationId xmlns:a16="http://schemas.microsoft.com/office/drawing/2014/main" id="{9EF64A95-E9BB-3C61-61AE-017322F66645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4" name="Ellipse 1053">
                  <a:extLst>
                    <a:ext uri="{FF2B5EF4-FFF2-40B4-BE49-F238E27FC236}">
                      <a16:creationId xmlns:a16="http://schemas.microsoft.com/office/drawing/2014/main" id="{182375BB-A4A0-3BD3-2D42-09F86F0564D5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5" name="Ellipse 1054">
                  <a:extLst>
                    <a:ext uri="{FF2B5EF4-FFF2-40B4-BE49-F238E27FC236}">
                      <a16:creationId xmlns:a16="http://schemas.microsoft.com/office/drawing/2014/main" id="{CF28710B-26AD-6E42-E29B-61040007B194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6" name="Ellipse 1055">
                  <a:extLst>
                    <a:ext uri="{FF2B5EF4-FFF2-40B4-BE49-F238E27FC236}">
                      <a16:creationId xmlns:a16="http://schemas.microsoft.com/office/drawing/2014/main" id="{F6C68339-C771-FACE-73B3-E6879E671DE9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7" name="Ellipse 1056">
                  <a:extLst>
                    <a:ext uri="{FF2B5EF4-FFF2-40B4-BE49-F238E27FC236}">
                      <a16:creationId xmlns:a16="http://schemas.microsoft.com/office/drawing/2014/main" id="{9D92D4E4-4F9B-5F2C-E153-DC2D146D71D8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58" name="Ellipse 1057">
                  <a:extLst>
                    <a:ext uri="{FF2B5EF4-FFF2-40B4-BE49-F238E27FC236}">
                      <a16:creationId xmlns:a16="http://schemas.microsoft.com/office/drawing/2014/main" id="{81282FF6-FA39-A802-BD26-5908B6C278AA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059" name="Gruppieren 1058">
                <a:extLst>
                  <a:ext uri="{FF2B5EF4-FFF2-40B4-BE49-F238E27FC236}">
                    <a16:creationId xmlns:a16="http://schemas.microsoft.com/office/drawing/2014/main" id="{1DE3C7C0-3632-579E-8E7D-AE3B1602B3CC}"/>
                  </a:ext>
                </a:extLst>
              </p:cNvPr>
              <p:cNvGrpSpPr/>
              <p:nvPr/>
            </p:nvGrpSpPr>
            <p:grpSpPr>
              <a:xfrm rot="17100000">
                <a:off x="231649" y="-330855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060" name="Ellipse 1059">
                  <a:extLst>
                    <a:ext uri="{FF2B5EF4-FFF2-40B4-BE49-F238E27FC236}">
                      <a16:creationId xmlns:a16="http://schemas.microsoft.com/office/drawing/2014/main" id="{64097A0C-C631-5821-A73A-05FB2FDBE099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1" name="Ellipse 1060">
                  <a:extLst>
                    <a:ext uri="{FF2B5EF4-FFF2-40B4-BE49-F238E27FC236}">
                      <a16:creationId xmlns:a16="http://schemas.microsoft.com/office/drawing/2014/main" id="{7E6CB7B4-DDEF-25D6-FA8C-1E4E23C8F8CF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2" name="Ellipse 1061">
                  <a:extLst>
                    <a:ext uri="{FF2B5EF4-FFF2-40B4-BE49-F238E27FC236}">
                      <a16:creationId xmlns:a16="http://schemas.microsoft.com/office/drawing/2014/main" id="{60C8F406-F314-AE57-B1C4-EABEC619BA4A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3" name="Ellipse 1062">
                  <a:extLst>
                    <a:ext uri="{FF2B5EF4-FFF2-40B4-BE49-F238E27FC236}">
                      <a16:creationId xmlns:a16="http://schemas.microsoft.com/office/drawing/2014/main" id="{9A034125-C296-7320-7457-FB59EE9413B9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4" name="Ellipse 1063">
                  <a:extLst>
                    <a:ext uri="{FF2B5EF4-FFF2-40B4-BE49-F238E27FC236}">
                      <a16:creationId xmlns:a16="http://schemas.microsoft.com/office/drawing/2014/main" id="{AD9ACA79-4B04-527A-0263-3AD9D4AEAE05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5" name="Ellipse 1064">
                  <a:extLst>
                    <a:ext uri="{FF2B5EF4-FFF2-40B4-BE49-F238E27FC236}">
                      <a16:creationId xmlns:a16="http://schemas.microsoft.com/office/drawing/2014/main" id="{A305A457-1B16-7A07-F675-1CB60C0A57D2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6" name="Ellipse 1065">
                  <a:extLst>
                    <a:ext uri="{FF2B5EF4-FFF2-40B4-BE49-F238E27FC236}">
                      <a16:creationId xmlns:a16="http://schemas.microsoft.com/office/drawing/2014/main" id="{A0E81F64-4745-A401-A1E7-DF8374838A2F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7" name="Ellipse 1066">
                  <a:extLst>
                    <a:ext uri="{FF2B5EF4-FFF2-40B4-BE49-F238E27FC236}">
                      <a16:creationId xmlns:a16="http://schemas.microsoft.com/office/drawing/2014/main" id="{8F344293-1DBD-6153-4043-742450DCE6C0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8" name="Ellipse 1067">
                  <a:extLst>
                    <a:ext uri="{FF2B5EF4-FFF2-40B4-BE49-F238E27FC236}">
                      <a16:creationId xmlns:a16="http://schemas.microsoft.com/office/drawing/2014/main" id="{BFA5C789-D277-60FE-EE34-C28CD492347B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69" name="Ellipse 1068">
                  <a:extLst>
                    <a:ext uri="{FF2B5EF4-FFF2-40B4-BE49-F238E27FC236}">
                      <a16:creationId xmlns:a16="http://schemas.microsoft.com/office/drawing/2014/main" id="{41910771-3421-B1C3-5BF9-528DAACD0852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0" name="Ellipse 1069">
                  <a:extLst>
                    <a:ext uri="{FF2B5EF4-FFF2-40B4-BE49-F238E27FC236}">
                      <a16:creationId xmlns:a16="http://schemas.microsoft.com/office/drawing/2014/main" id="{0EA8A531-FE88-5C72-E1B1-0018FC49194D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1" name="Ellipse 1070">
                  <a:extLst>
                    <a:ext uri="{FF2B5EF4-FFF2-40B4-BE49-F238E27FC236}">
                      <a16:creationId xmlns:a16="http://schemas.microsoft.com/office/drawing/2014/main" id="{7E5120D7-C7AF-B46A-CD2A-99563B01F6F4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2" name="Ellipse 1071">
                  <a:extLst>
                    <a:ext uri="{FF2B5EF4-FFF2-40B4-BE49-F238E27FC236}">
                      <a16:creationId xmlns:a16="http://schemas.microsoft.com/office/drawing/2014/main" id="{14BCFD25-C669-83C1-20A0-D79A4A023589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3" name="Ellipse 1072">
                  <a:extLst>
                    <a:ext uri="{FF2B5EF4-FFF2-40B4-BE49-F238E27FC236}">
                      <a16:creationId xmlns:a16="http://schemas.microsoft.com/office/drawing/2014/main" id="{383D7293-C62B-80EA-DDE5-ABBF9D659A48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4" name="Ellipse 1073">
                  <a:extLst>
                    <a:ext uri="{FF2B5EF4-FFF2-40B4-BE49-F238E27FC236}">
                      <a16:creationId xmlns:a16="http://schemas.microsoft.com/office/drawing/2014/main" id="{9BA27BE9-46A0-5F00-092F-E8D7CDB5AE74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5" name="Ellipse 1074">
                  <a:extLst>
                    <a:ext uri="{FF2B5EF4-FFF2-40B4-BE49-F238E27FC236}">
                      <a16:creationId xmlns:a16="http://schemas.microsoft.com/office/drawing/2014/main" id="{8C503DE3-370D-8F79-132C-D657FF467E9D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6" name="Ellipse 1075">
                  <a:extLst>
                    <a:ext uri="{FF2B5EF4-FFF2-40B4-BE49-F238E27FC236}">
                      <a16:creationId xmlns:a16="http://schemas.microsoft.com/office/drawing/2014/main" id="{DFB08C12-C717-9AC1-B4EE-3A4BA32D01E0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7" name="Ellipse 1076">
                  <a:extLst>
                    <a:ext uri="{FF2B5EF4-FFF2-40B4-BE49-F238E27FC236}">
                      <a16:creationId xmlns:a16="http://schemas.microsoft.com/office/drawing/2014/main" id="{A5C2A0CF-9442-5475-6F85-9FEDE4F13F03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8" name="Ellipse 1077">
                  <a:extLst>
                    <a:ext uri="{FF2B5EF4-FFF2-40B4-BE49-F238E27FC236}">
                      <a16:creationId xmlns:a16="http://schemas.microsoft.com/office/drawing/2014/main" id="{AC50E180-5977-7F15-2B28-D41B8031D858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79" name="Ellipse 1078">
                  <a:extLst>
                    <a:ext uri="{FF2B5EF4-FFF2-40B4-BE49-F238E27FC236}">
                      <a16:creationId xmlns:a16="http://schemas.microsoft.com/office/drawing/2014/main" id="{FE0CA130-891E-9047-B6F4-1553479A33A3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0" name="Ellipse 1079">
                  <a:extLst>
                    <a:ext uri="{FF2B5EF4-FFF2-40B4-BE49-F238E27FC236}">
                      <a16:creationId xmlns:a16="http://schemas.microsoft.com/office/drawing/2014/main" id="{4B35FC5F-8B17-60A0-5E32-157361403CC7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1" name="Ellipse 1080">
                  <a:extLst>
                    <a:ext uri="{FF2B5EF4-FFF2-40B4-BE49-F238E27FC236}">
                      <a16:creationId xmlns:a16="http://schemas.microsoft.com/office/drawing/2014/main" id="{5D3379AD-AC0C-8557-9DAE-8AF911534341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2" name="Ellipse 1081">
                  <a:extLst>
                    <a:ext uri="{FF2B5EF4-FFF2-40B4-BE49-F238E27FC236}">
                      <a16:creationId xmlns:a16="http://schemas.microsoft.com/office/drawing/2014/main" id="{4948EEC4-E9EC-9CBA-2B45-9EE50642516B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3" name="Ellipse 1082">
                  <a:extLst>
                    <a:ext uri="{FF2B5EF4-FFF2-40B4-BE49-F238E27FC236}">
                      <a16:creationId xmlns:a16="http://schemas.microsoft.com/office/drawing/2014/main" id="{907EC015-C024-4D9A-A0F2-94BBE946FABF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4" name="Ellipse 1083">
                  <a:extLst>
                    <a:ext uri="{FF2B5EF4-FFF2-40B4-BE49-F238E27FC236}">
                      <a16:creationId xmlns:a16="http://schemas.microsoft.com/office/drawing/2014/main" id="{6A5C9D62-DE1C-AD0D-1C80-59D8D03DE220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085" name="Gruppieren 1084">
                <a:extLst>
                  <a:ext uri="{FF2B5EF4-FFF2-40B4-BE49-F238E27FC236}">
                    <a16:creationId xmlns:a16="http://schemas.microsoft.com/office/drawing/2014/main" id="{5AA37C0F-1C9E-5B22-B91E-12BE8A90DBB4}"/>
                  </a:ext>
                </a:extLst>
              </p:cNvPr>
              <p:cNvGrpSpPr/>
              <p:nvPr/>
            </p:nvGrpSpPr>
            <p:grpSpPr>
              <a:xfrm rot="4912871">
                <a:off x="1809927" y="-1642167"/>
                <a:ext cx="2953403" cy="2665423"/>
                <a:chOff x="9535110" y="4663981"/>
                <a:chExt cx="2953403" cy="2665423"/>
              </a:xfrm>
            </p:grpSpPr>
            <p:sp>
              <p:nvSpPr>
                <p:cNvPr id="1086" name="Ellipse 1085">
                  <a:extLst>
                    <a:ext uri="{FF2B5EF4-FFF2-40B4-BE49-F238E27FC236}">
                      <a16:creationId xmlns:a16="http://schemas.microsoft.com/office/drawing/2014/main" id="{399F5530-2934-0A51-F913-5DF5F23F3467}"/>
                    </a:ext>
                  </a:extLst>
                </p:cNvPr>
                <p:cNvSpPr/>
                <p:nvPr/>
              </p:nvSpPr>
              <p:spPr>
                <a:xfrm>
                  <a:off x="11584949" y="64425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7" name="Ellipse 1086">
                  <a:extLst>
                    <a:ext uri="{FF2B5EF4-FFF2-40B4-BE49-F238E27FC236}">
                      <a16:creationId xmlns:a16="http://schemas.microsoft.com/office/drawing/2014/main" id="{BFDC1C67-B880-0037-A745-BB2E7CFAD723}"/>
                    </a:ext>
                  </a:extLst>
                </p:cNvPr>
                <p:cNvSpPr/>
                <p:nvPr/>
              </p:nvSpPr>
              <p:spPr>
                <a:xfrm>
                  <a:off x="11743626" y="6115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8" name="Ellipse 1087">
                  <a:extLst>
                    <a:ext uri="{FF2B5EF4-FFF2-40B4-BE49-F238E27FC236}">
                      <a16:creationId xmlns:a16="http://schemas.microsoft.com/office/drawing/2014/main" id="{C95A3813-8758-B81C-92A8-5E404F095F01}"/>
                    </a:ext>
                  </a:extLst>
                </p:cNvPr>
                <p:cNvSpPr/>
                <p:nvPr/>
              </p:nvSpPr>
              <p:spPr>
                <a:xfrm>
                  <a:off x="11692826" y="57467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89" name="Ellipse 1088">
                  <a:extLst>
                    <a:ext uri="{FF2B5EF4-FFF2-40B4-BE49-F238E27FC236}">
                      <a16:creationId xmlns:a16="http://schemas.microsoft.com/office/drawing/2014/main" id="{E51424C6-188E-2873-866D-0BA26BBED80F}"/>
                    </a:ext>
                  </a:extLst>
                </p:cNvPr>
                <p:cNvSpPr/>
                <p:nvPr/>
              </p:nvSpPr>
              <p:spPr>
                <a:xfrm>
                  <a:off x="11362626" y="66817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0" name="Ellipse 1089">
                  <a:extLst>
                    <a:ext uri="{FF2B5EF4-FFF2-40B4-BE49-F238E27FC236}">
                      <a16:creationId xmlns:a16="http://schemas.microsoft.com/office/drawing/2014/main" id="{27BE1F72-305F-F031-7720-FBCF81309059}"/>
                    </a:ext>
                  </a:extLst>
                </p:cNvPr>
                <p:cNvSpPr/>
                <p:nvPr/>
              </p:nvSpPr>
              <p:spPr>
                <a:xfrm>
                  <a:off x="11273726" y="64531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1" name="Ellipse 1090">
                  <a:extLst>
                    <a:ext uri="{FF2B5EF4-FFF2-40B4-BE49-F238E27FC236}">
                      <a16:creationId xmlns:a16="http://schemas.microsoft.com/office/drawing/2014/main" id="{A7A02F47-6995-9861-DDEB-65238A120352}"/>
                    </a:ext>
                  </a:extLst>
                </p:cNvPr>
                <p:cNvSpPr/>
                <p:nvPr/>
              </p:nvSpPr>
              <p:spPr>
                <a:xfrm>
                  <a:off x="11409650" y="623068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2" name="Ellipse 1091">
                  <a:extLst>
                    <a:ext uri="{FF2B5EF4-FFF2-40B4-BE49-F238E27FC236}">
                      <a16:creationId xmlns:a16="http://schemas.microsoft.com/office/drawing/2014/main" id="{AB016A22-6549-01BE-976A-02336E2954B1}"/>
                    </a:ext>
                  </a:extLst>
                </p:cNvPr>
                <p:cNvSpPr/>
                <p:nvPr/>
              </p:nvSpPr>
              <p:spPr>
                <a:xfrm>
                  <a:off x="11335607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3" name="Ellipse 1092">
                  <a:extLst>
                    <a:ext uri="{FF2B5EF4-FFF2-40B4-BE49-F238E27FC236}">
                      <a16:creationId xmlns:a16="http://schemas.microsoft.com/office/drawing/2014/main" id="{49ED3CC0-A687-2AA3-9A5E-7A23E2FE328A}"/>
                    </a:ext>
                  </a:extLst>
                </p:cNvPr>
                <p:cNvSpPr/>
                <p:nvPr/>
              </p:nvSpPr>
              <p:spPr>
                <a:xfrm>
                  <a:off x="10841239" y="647781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4" name="Ellipse 1093">
                  <a:extLst>
                    <a:ext uri="{FF2B5EF4-FFF2-40B4-BE49-F238E27FC236}">
                      <a16:creationId xmlns:a16="http://schemas.microsoft.com/office/drawing/2014/main" id="{B04EB3CD-E708-0270-F972-EAA693E73FD2}"/>
                    </a:ext>
                  </a:extLst>
                </p:cNvPr>
                <p:cNvSpPr/>
                <p:nvPr/>
              </p:nvSpPr>
              <p:spPr>
                <a:xfrm>
                  <a:off x="11840813" y="53530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5" name="Ellipse 1094">
                  <a:extLst>
                    <a:ext uri="{FF2B5EF4-FFF2-40B4-BE49-F238E27FC236}">
                      <a16:creationId xmlns:a16="http://schemas.microsoft.com/office/drawing/2014/main" id="{CEA64B43-95C7-C972-02BA-F067287B3E4D}"/>
                    </a:ext>
                  </a:extLst>
                </p:cNvPr>
                <p:cNvSpPr/>
                <p:nvPr/>
              </p:nvSpPr>
              <p:spPr>
                <a:xfrm>
                  <a:off x="11199683" y="589192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6" name="Ellipse 1095">
                  <a:extLst>
                    <a:ext uri="{FF2B5EF4-FFF2-40B4-BE49-F238E27FC236}">
                      <a16:creationId xmlns:a16="http://schemas.microsoft.com/office/drawing/2014/main" id="{46D5F5EB-8890-D3AB-2650-C33CF1D516AF}"/>
                    </a:ext>
                  </a:extLst>
                </p:cNvPr>
                <p:cNvSpPr/>
                <p:nvPr/>
              </p:nvSpPr>
              <p:spPr>
                <a:xfrm>
                  <a:off x="10866050" y="605256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7" name="Ellipse 1096">
                  <a:extLst>
                    <a:ext uri="{FF2B5EF4-FFF2-40B4-BE49-F238E27FC236}">
                      <a16:creationId xmlns:a16="http://schemas.microsoft.com/office/drawing/2014/main" id="{8C51A212-3B67-513B-31A6-6AAD9A63BACF}"/>
                    </a:ext>
                  </a:extLst>
                </p:cNvPr>
                <p:cNvSpPr/>
                <p:nvPr/>
              </p:nvSpPr>
              <p:spPr>
                <a:xfrm>
                  <a:off x="11741983" y="50084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8" name="Ellipse 1097">
                  <a:extLst>
                    <a:ext uri="{FF2B5EF4-FFF2-40B4-BE49-F238E27FC236}">
                      <a16:creationId xmlns:a16="http://schemas.microsoft.com/office/drawing/2014/main" id="{F3073B86-C039-1B03-1365-29E021EFAEA0}"/>
                    </a:ext>
                  </a:extLst>
                </p:cNvPr>
                <p:cNvSpPr/>
                <p:nvPr/>
              </p:nvSpPr>
              <p:spPr>
                <a:xfrm>
                  <a:off x="11273726" y="505786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099" name="Ellipse 1098">
                  <a:extLst>
                    <a:ext uri="{FF2B5EF4-FFF2-40B4-BE49-F238E27FC236}">
                      <a16:creationId xmlns:a16="http://schemas.microsoft.com/office/drawing/2014/main" id="{3931D334-B9FB-8843-2B99-22783E331B52}"/>
                    </a:ext>
                  </a:extLst>
                </p:cNvPr>
                <p:cNvSpPr/>
                <p:nvPr/>
              </p:nvSpPr>
              <p:spPr>
                <a:xfrm>
                  <a:off x="11437416" y="466398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0" name="Ellipse 1099">
                  <a:extLst>
                    <a:ext uri="{FF2B5EF4-FFF2-40B4-BE49-F238E27FC236}">
                      <a16:creationId xmlns:a16="http://schemas.microsoft.com/office/drawing/2014/main" id="{14E1FC8A-9EBE-5459-7140-4ADBAB58A49D}"/>
                    </a:ext>
                  </a:extLst>
                </p:cNvPr>
                <p:cNvSpPr/>
                <p:nvPr/>
              </p:nvSpPr>
              <p:spPr>
                <a:xfrm>
                  <a:off x="10980803" y="53060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1" name="Ellipse 1100">
                  <a:extLst>
                    <a:ext uri="{FF2B5EF4-FFF2-40B4-BE49-F238E27FC236}">
                      <a16:creationId xmlns:a16="http://schemas.microsoft.com/office/drawing/2014/main" id="{B621C884-F82B-F8E1-D3E4-11219AE2A857}"/>
                    </a:ext>
                  </a:extLst>
                </p:cNvPr>
                <p:cNvSpPr/>
                <p:nvPr/>
              </p:nvSpPr>
              <p:spPr>
                <a:xfrm>
                  <a:off x="10818878" y="555278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2" name="Ellipse 1101">
                  <a:extLst>
                    <a:ext uri="{FF2B5EF4-FFF2-40B4-BE49-F238E27FC236}">
                      <a16:creationId xmlns:a16="http://schemas.microsoft.com/office/drawing/2014/main" id="{D8602BA7-A755-6A7D-AD5B-A52B3532B7D5}"/>
                    </a:ext>
                  </a:extLst>
                </p:cNvPr>
                <p:cNvSpPr/>
                <p:nvPr/>
              </p:nvSpPr>
              <p:spPr>
                <a:xfrm>
                  <a:off x="10499296" y="58002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3" name="Ellipse 1102">
                  <a:extLst>
                    <a:ext uri="{FF2B5EF4-FFF2-40B4-BE49-F238E27FC236}">
                      <a16:creationId xmlns:a16="http://schemas.microsoft.com/office/drawing/2014/main" id="{A494B093-CF9F-F47C-F85A-0675FE28D12C}"/>
                    </a:ext>
                  </a:extLst>
                </p:cNvPr>
                <p:cNvSpPr/>
                <p:nvPr/>
              </p:nvSpPr>
              <p:spPr>
                <a:xfrm>
                  <a:off x="10312324" y="62528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4" name="Ellipse 1103">
                  <a:extLst>
                    <a:ext uri="{FF2B5EF4-FFF2-40B4-BE49-F238E27FC236}">
                      <a16:creationId xmlns:a16="http://schemas.microsoft.com/office/drawing/2014/main" id="{757E96D5-3C39-2D29-5F84-16A7E38AA4FB}"/>
                    </a:ext>
                  </a:extLst>
                </p:cNvPr>
                <p:cNvSpPr/>
                <p:nvPr/>
              </p:nvSpPr>
              <p:spPr>
                <a:xfrm>
                  <a:off x="9953880" y="64683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5" name="Ellipse 1104">
                  <a:extLst>
                    <a:ext uri="{FF2B5EF4-FFF2-40B4-BE49-F238E27FC236}">
                      <a16:creationId xmlns:a16="http://schemas.microsoft.com/office/drawing/2014/main" id="{63D1B684-7620-3167-7B69-538119DDACE5}"/>
                    </a:ext>
                  </a:extLst>
                </p:cNvPr>
                <p:cNvSpPr/>
                <p:nvPr/>
              </p:nvSpPr>
              <p:spPr>
                <a:xfrm>
                  <a:off x="9978642" y="60485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6" name="Ellipse 1105">
                  <a:extLst>
                    <a:ext uri="{FF2B5EF4-FFF2-40B4-BE49-F238E27FC236}">
                      <a16:creationId xmlns:a16="http://schemas.microsoft.com/office/drawing/2014/main" id="{3C82D3E3-FA0F-4F9C-510F-899631DB6ACA}"/>
                    </a:ext>
                  </a:extLst>
                </p:cNvPr>
                <p:cNvSpPr/>
                <p:nvPr/>
              </p:nvSpPr>
              <p:spPr>
                <a:xfrm>
                  <a:off x="10006040" y="5656145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7" name="Ellipse 1106">
                  <a:extLst>
                    <a:ext uri="{FF2B5EF4-FFF2-40B4-BE49-F238E27FC236}">
                      <a16:creationId xmlns:a16="http://schemas.microsoft.com/office/drawing/2014/main" id="{8ADC0CBB-512B-5EF7-7F11-16CB4E3389D2}"/>
                    </a:ext>
                  </a:extLst>
                </p:cNvPr>
                <p:cNvSpPr/>
                <p:nvPr/>
              </p:nvSpPr>
              <p:spPr>
                <a:xfrm>
                  <a:off x="9535110" y="54841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8" name="Ellipse 1107">
                  <a:extLst>
                    <a:ext uri="{FF2B5EF4-FFF2-40B4-BE49-F238E27FC236}">
                      <a16:creationId xmlns:a16="http://schemas.microsoft.com/office/drawing/2014/main" id="{552982BF-CCDD-3525-DB3F-66582A852E15}"/>
                    </a:ext>
                  </a:extLst>
                </p:cNvPr>
                <p:cNvSpPr/>
                <p:nvPr/>
              </p:nvSpPr>
              <p:spPr>
                <a:xfrm>
                  <a:off x="9584915" y="580540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09" name="Ellipse 1108">
                  <a:extLst>
                    <a:ext uri="{FF2B5EF4-FFF2-40B4-BE49-F238E27FC236}">
                      <a16:creationId xmlns:a16="http://schemas.microsoft.com/office/drawing/2014/main" id="{644DEBAB-AF29-0EAA-6E01-CD44BC41215A}"/>
                    </a:ext>
                  </a:extLst>
                </p:cNvPr>
                <p:cNvSpPr/>
                <p:nvPr/>
              </p:nvSpPr>
              <p:spPr>
                <a:xfrm>
                  <a:off x="9584915" y="601530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0" name="Ellipse 1109">
                  <a:extLst>
                    <a:ext uri="{FF2B5EF4-FFF2-40B4-BE49-F238E27FC236}">
                      <a16:creationId xmlns:a16="http://schemas.microsoft.com/office/drawing/2014/main" id="{E978439C-CA5B-26ED-86BE-067AAC6A693D}"/>
                    </a:ext>
                  </a:extLst>
                </p:cNvPr>
                <p:cNvSpPr/>
                <p:nvPr/>
              </p:nvSpPr>
              <p:spPr>
                <a:xfrm>
                  <a:off x="9547344" y="62252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111" name="Gruppieren 1110">
                <a:extLst>
                  <a:ext uri="{FF2B5EF4-FFF2-40B4-BE49-F238E27FC236}">
                    <a16:creationId xmlns:a16="http://schemas.microsoft.com/office/drawing/2014/main" id="{A5D922E9-343F-90FC-25CE-E0B7A8421172}"/>
                  </a:ext>
                </a:extLst>
              </p:cNvPr>
              <p:cNvGrpSpPr/>
              <p:nvPr/>
            </p:nvGrpSpPr>
            <p:grpSpPr>
              <a:xfrm rot="17100000">
                <a:off x="-2286723" y="-244879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112" name="Ellipse 1111">
                  <a:extLst>
                    <a:ext uri="{FF2B5EF4-FFF2-40B4-BE49-F238E27FC236}">
                      <a16:creationId xmlns:a16="http://schemas.microsoft.com/office/drawing/2014/main" id="{9E0AECE5-395A-895D-5B2B-00C48BBA5D17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3" name="Ellipse 1112">
                  <a:extLst>
                    <a:ext uri="{FF2B5EF4-FFF2-40B4-BE49-F238E27FC236}">
                      <a16:creationId xmlns:a16="http://schemas.microsoft.com/office/drawing/2014/main" id="{2E5B1D66-0982-F779-FF55-A338D77CD653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4" name="Ellipse 1113">
                  <a:extLst>
                    <a:ext uri="{FF2B5EF4-FFF2-40B4-BE49-F238E27FC236}">
                      <a16:creationId xmlns:a16="http://schemas.microsoft.com/office/drawing/2014/main" id="{68C8F955-A6BB-3882-BBAF-100C55703F52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5" name="Ellipse 1114">
                  <a:extLst>
                    <a:ext uri="{FF2B5EF4-FFF2-40B4-BE49-F238E27FC236}">
                      <a16:creationId xmlns:a16="http://schemas.microsoft.com/office/drawing/2014/main" id="{B72AB862-B49C-B7AB-C9B4-FBD0D87880C2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6" name="Ellipse 1115">
                  <a:extLst>
                    <a:ext uri="{FF2B5EF4-FFF2-40B4-BE49-F238E27FC236}">
                      <a16:creationId xmlns:a16="http://schemas.microsoft.com/office/drawing/2014/main" id="{FD263939-DA12-7B64-7CB4-EBB48081B385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7" name="Ellipse 1116">
                  <a:extLst>
                    <a:ext uri="{FF2B5EF4-FFF2-40B4-BE49-F238E27FC236}">
                      <a16:creationId xmlns:a16="http://schemas.microsoft.com/office/drawing/2014/main" id="{B638E950-83A3-8195-54F1-768325B5D49F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8" name="Ellipse 1117">
                  <a:extLst>
                    <a:ext uri="{FF2B5EF4-FFF2-40B4-BE49-F238E27FC236}">
                      <a16:creationId xmlns:a16="http://schemas.microsoft.com/office/drawing/2014/main" id="{101F3BFD-290E-B0E7-CFC3-03795EC510E7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19" name="Ellipse 1118">
                  <a:extLst>
                    <a:ext uri="{FF2B5EF4-FFF2-40B4-BE49-F238E27FC236}">
                      <a16:creationId xmlns:a16="http://schemas.microsoft.com/office/drawing/2014/main" id="{031E1764-DCC1-DF60-01B3-DC5FE3F4028B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0" name="Ellipse 1119">
                  <a:extLst>
                    <a:ext uri="{FF2B5EF4-FFF2-40B4-BE49-F238E27FC236}">
                      <a16:creationId xmlns:a16="http://schemas.microsoft.com/office/drawing/2014/main" id="{688FF939-0923-314A-E882-48501F021666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1" name="Ellipse 1120">
                  <a:extLst>
                    <a:ext uri="{FF2B5EF4-FFF2-40B4-BE49-F238E27FC236}">
                      <a16:creationId xmlns:a16="http://schemas.microsoft.com/office/drawing/2014/main" id="{0FEC35CA-01AD-E982-0C20-D219ED1FBFB0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2" name="Ellipse 1121">
                  <a:extLst>
                    <a:ext uri="{FF2B5EF4-FFF2-40B4-BE49-F238E27FC236}">
                      <a16:creationId xmlns:a16="http://schemas.microsoft.com/office/drawing/2014/main" id="{A2C7069F-3CA1-2FAC-7F5F-287F8BF466F0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3" name="Ellipse 1122">
                  <a:extLst>
                    <a:ext uri="{FF2B5EF4-FFF2-40B4-BE49-F238E27FC236}">
                      <a16:creationId xmlns:a16="http://schemas.microsoft.com/office/drawing/2014/main" id="{219F2562-5C24-858B-2C35-E672DC06BE1E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4" name="Ellipse 1123">
                  <a:extLst>
                    <a:ext uri="{FF2B5EF4-FFF2-40B4-BE49-F238E27FC236}">
                      <a16:creationId xmlns:a16="http://schemas.microsoft.com/office/drawing/2014/main" id="{B3429FD7-0920-429F-0749-FF28FDDF964C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5" name="Ellipse 1124">
                  <a:extLst>
                    <a:ext uri="{FF2B5EF4-FFF2-40B4-BE49-F238E27FC236}">
                      <a16:creationId xmlns:a16="http://schemas.microsoft.com/office/drawing/2014/main" id="{9E359353-3F08-C14C-111F-BF589836E37F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6" name="Ellipse 1125">
                  <a:extLst>
                    <a:ext uri="{FF2B5EF4-FFF2-40B4-BE49-F238E27FC236}">
                      <a16:creationId xmlns:a16="http://schemas.microsoft.com/office/drawing/2014/main" id="{5A5DD52E-5D62-26B2-3EAD-1CD6C681BDDB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7" name="Ellipse 1126">
                  <a:extLst>
                    <a:ext uri="{FF2B5EF4-FFF2-40B4-BE49-F238E27FC236}">
                      <a16:creationId xmlns:a16="http://schemas.microsoft.com/office/drawing/2014/main" id="{59045092-8236-ADCB-C4FC-167334FA8C34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8" name="Ellipse 1127">
                  <a:extLst>
                    <a:ext uri="{FF2B5EF4-FFF2-40B4-BE49-F238E27FC236}">
                      <a16:creationId xmlns:a16="http://schemas.microsoft.com/office/drawing/2014/main" id="{632FCF0D-D910-1488-B764-469A2C624585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29" name="Ellipse 1128">
                  <a:extLst>
                    <a:ext uri="{FF2B5EF4-FFF2-40B4-BE49-F238E27FC236}">
                      <a16:creationId xmlns:a16="http://schemas.microsoft.com/office/drawing/2014/main" id="{75979758-6ACF-E977-09C1-1CE751E4F045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0" name="Ellipse 1129">
                  <a:extLst>
                    <a:ext uri="{FF2B5EF4-FFF2-40B4-BE49-F238E27FC236}">
                      <a16:creationId xmlns:a16="http://schemas.microsoft.com/office/drawing/2014/main" id="{6072266C-4DFE-F67F-7569-D13C9BAE9A85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1" name="Ellipse 1130">
                  <a:extLst>
                    <a:ext uri="{FF2B5EF4-FFF2-40B4-BE49-F238E27FC236}">
                      <a16:creationId xmlns:a16="http://schemas.microsoft.com/office/drawing/2014/main" id="{5FE62FA1-06D3-48E0-63D9-658EEA8771B5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2" name="Ellipse 1131">
                  <a:extLst>
                    <a:ext uri="{FF2B5EF4-FFF2-40B4-BE49-F238E27FC236}">
                      <a16:creationId xmlns:a16="http://schemas.microsoft.com/office/drawing/2014/main" id="{08E936F1-3A4B-C1CC-4108-73440819C448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3" name="Ellipse 1132">
                  <a:extLst>
                    <a:ext uri="{FF2B5EF4-FFF2-40B4-BE49-F238E27FC236}">
                      <a16:creationId xmlns:a16="http://schemas.microsoft.com/office/drawing/2014/main" id="{E59B791C-D84F-AE4F-09EB-8AF2C62C75D8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4" name="Ellipse 1133">
                  <a:extLst>
                    <a:ext uri="{FF2B5EF4-FFF2-40B4-BE49-F238E27FC236}">
                      <a16:creationId xmlns:a16="http://schemas.microsoft.com/office/drawing/2014/main" id="{5C31C5A9-9152-2B8A-62E8-74969D7F8791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5" name="Ellipse 1134">
                  <a:extLst>
                    <a:ext uri="{FF2B5EF4-FFF2-40B4-BE49-F238E27FC236}">
                      <a16:creationId xmlns:a16="http://schemas.microsoft.com/office/drawing/2014/main" id="{1D5B40B0-111B-B2D5-2AFB-B0359F67C948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6" name="Ellipse 1135">
                  <a:extLst>
                    <a:ext uri="{FF2B5EF4-FFF2-40B4-BE49-F238E27FC236}">
                      <a16:creationId xmlns:a16="http://schemas.microsoft.com/office/drawing/2014/main" id="{9C10A012-1814-DF95-24C1-23661A4FA236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7" name="Ellipse 1136">
                  <a:extLst>
                    <a:ext uri="{FF2B5EF4-FFF2-40B4-BE49-F238E27FC236}">
                      <a16:creationId xmlns:a16="http://schemas.microsoft.com/office/drawing/2014/main" id="{FD07B930-AC17-78AF-57BB-764106D4EAA5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8" name="Ellipse 1137">
                  <a:extLst>
                    <a:ext uri="{FF2B5EF4-FFF2-40B4-BE49-F238E27FC236}">
                      <a16:creationId xmlns:a16="http://schemas.microsoft.com/office/drawing/2014/main" id="{E865F5A6-F1D7-4F05-635B-D2EECA2FE21E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39" name="Ellipse 1138">
                  <a:extLst>
                    <a:ext uri="{FF2B5EF4-FFF2-40B4-BE49-F238E27FC236}">
                      <a16:creationId xmlns:a16="http://schemas.microsoft.com/office/drawing/2014/main" id="{E42DFC2E-453E-CB8C-8205-F14643C6B533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140" name="Gruppieren 1139">
                <a:extLst>
                  <a:ext uri="{FF2B5EF4-FFF2-40B4-BE49-F238E27FC236}">
                    <a16:creationId xmlns:a16="http://schemas.microsoft.com/office/drawing/2014/main" id="{BA4C2D3B-DFF3-B453-2F38-9C83D5C3A068}"/>
                  </a:ext>
                </a:extLst>
              </p:cNvPr>
              <p:cNvGrpSpPr/>
              <p:nvPr/>
            </p:nvGrpSpPr>
            <p:grpSpPr>
              <a:xfrm rot="6300000">
                <a:off x="-1497983" y="-785354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141" name="Ellipse 1140">
                  <a:extLst>
                    <a:ext uri="{FF2B5EF4-FFF2-40B4-BE49-F238E27FC236}">
                      <a16:creationId xmlns:a16="http://schemas.microsoft.com/office/drawing/2014/main" id="{AC5A01D1-C4D4-1158-88B1-C7714D344DDF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2" name="Ellipse 1141">
                  <a:extLst>
                    <a:ext uri="{FF2B5EF4-FFF2-40B4-BE49-F238E27FC236}">
                      <a16:creationId xmlns:a16="http://schemas.microsoft.com/office/drawing/2014/main" id="{4F3EBC59-7794-BCD8-2B01-8A93134BABF0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3" name="Ellipse 1142">
                  <a:extLst>
                    <a:ext uri="{FF2B5EF4-FFF2-40B4-BE49-F238E27FC236}">
                      <a16:creationId xmlns:a16="http://schemas.microsoft.com/office/drawing/2014/main" id="{A0BE0B79-3D5E-B212-7F52-C2F5DA6BC9DB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4" name="Ellipse 1143">
                  <a:extLst>
                    <a:ext uri="{FF2B5EF4-FFF2-40B4-BE49-F238E27FC236}">
                      <a16:creationId xmlns:a16="http://schemas.microsoft.com/office/drawing/2014/main" id="{52089DBB-DAF5-6B2E-1F3C-BD79DD1D8F2B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5" name="Ellipse 1144">
                  <a:extLst>
                    <a:ext uri="{FF2B5EF4-FFF2-40B4-BE49-F238E27FC236}">
                      <a16:creationId xmlns:a16="http://schemas.microsoft.com/office/drawing/2014/main" id="{D0589DDC-8363-00C0-2147-21A70154CA50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6" name="Ellipse 1145">
                  <a:extLst>
                    <a:ext uri="{FF2B5EF4-FFF2-40B4-BE49-F238E27FC236}">
                      <a16:creationId xmlns:a16="http://schemas.microsoft.com/office/drawing/2014/main" id="{2F2B3BED-EDE5-C509-6BE7-5046F34F22DA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7" name="Ellipse 1146">
                  <a:extLst>
                    <a:ext uri="{FF2B5EF4-FFF2-40B4-BE49-F238E27FC236}">
                      <a16:creationId xmlns:a16="http://schemas.microsoft.com/office/drawing/2014/main" id="{5B199399-4264-FC39-3A28-78983FC2A343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8" name="Ellipse 1147">
                  <a:extLst>
                    <a:ext uri="{FF2B5EF4-FFF2-40B4-BE49-F238E27FC236}">
                      <a16:creationId xmlns:a16="http://schemas.microsoft.com/office/drawing/2014/main" id="{8CD92204-DB8F-0BB3-FEB5-5727F5E0030C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49" name="Ellipse 1148">
                  <a:extLst>
                    <a:ext uri="{FF2B5EF4-FFF2-40B4-BE49-F238E27FC236}">
                      <a16:creationId xmlns:a16="http://schemas.microsoft.com/office/drawing/2014/main" id="{BA3C0546-9355-A863-5A45-47C744270612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0" name="Ellipse 1149">
                  <a:extLst>
                    <a:ext uri="{FF2B5EF4-FFF2-40B4-BE49-F238E27FC236}">
                      <a16:creationId xmlns:a16="http://schemas.microsoft.com/office/drawing/2014/main" id="{B6164070-F997-A105-F5BD-1824E83FAFD7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1" name="Ellipse 1150">
                  <a:extLst>
                    <a:ext uri="{FF2B5EF4-FFF2-40B4-BE49-F238E27FC236}">
                      <a16:creationId xmlns:a16="http://schemas.microsoft.com/office/drawing/2014/main" id="{47B79D3E-8030-CB3B-C394-EED31E1D96C4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2" name="Ellipse 1151">
                  <a:extLst>
                    <a:ext uri="{FF2B5EF4-FFF2-40B4-BE49-F238E27FC236}">
                      <a16:creationId xmlns:a16="http://schemas.microsoft.com/office/drawing/2014/main" id="{AA4070D5-7F8A-950F-08D7-8F4B5CF8061D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3" name="Ellipse 1152">
                  <a:extLst>
                    <a:ext uri="{FF2B5EF4-FFF2-40B4-BE49-F238E27FC236}">
                      <a16:creationId xmlns:a16="http://schemas.microsoft.com/office/drawing/2014/main" id="{2DB2B2B6-1127-F5B6-718D-F3F37153FF61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4" name="Ellipse 1153">
                  <a:extLst>
                    <a:ext uri="{FF2B5EF4-FFF2-40B4-BE49-F238E27FC236}">
                      <a16:creationId xmlns:a16="http://schemas.microsoft.com/office/drawing/2014/main" id="{0DCF25C3-1724-130D-33BA-D8A69C2D4A98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5" name="Ellipse 1154">
                  <a:extLst>
                    <a:ext uri="{FF2B5EF4-FFF2-40B4-BE49-F238E27FC236}">
                      <a16:creationId xmlns:a16="http://schemas.microsoft.com/office/drawing/2014/main" id="{111DAE32-48E4-045C-CAAB-470F54A5088F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6" name="Ellipse 1155">
                  <a:extLst>
                    <a:ext uri="{FF2B5EF4-FFF2-40B4-BE49-F238E27FC236}">
                      <a16:creationId xmlns:a16="http://schemas.microsoft.com/office/drawing/2014/main" id="{DF953B22-4034-A067-4CCE-9656792EAA4C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7" name="Ellipse 1156">
                  <a:extLst>
                    <a:ext uri="{FF2B5EF4-FFF2-40B4-BE49-F238E27FC236}">
                      <a16:creationId xmlns:a16="http://schemas.microsoft.com/office/drawing/2014/main" id="{D8E76520-E824-349B-BF9D-535463E86B03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8" name="Ellipse 1157">
                  <a:extLst>
                    <a:ext uri="{FF2B5EF4-FFF2-40B4-BE49-F238E27FC236}">
                      <a16:creationId xmlns:a16="http://schemas.microsoft.com/office/drawing/2014/main" id="{38D2C0AA-A8B2-069D-0997-B9CD3DCA11F0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59" name="Ellipse 1158">
                  <a:extLst>
                    <a:ext uri="{FF2B5EF4-FFF2-40B4-BE49-F238E27FC236}">
                      <a16:creationId xmlns:a16="http://schemas.microsoft.com/office/drawing/2014/main" id="{E5E013D9-7471-AE64-77F4-17635C6C165F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0" name="Ellipse 1159">
                  <a:extLst>
                    <a:ext uri="{FF2B5EF4-FFF2-40B4-BE49-F238E27FC236}">
                      <a16:creationId xmlns:a16="http://schemas.microsoft.com/office/drawing/2014/main" id="{F51E3106-D91E-655D-F551-AB6CC1A182AB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1" name="Ellipse 1160">
                  <a:extLst>
                    <a:ext uri="{FF2B5EF4-FFF2-40B4-BE49-F238E27FC236}">
                      <a16:creationId xmlns:a16="http://schemas.microsoft.com/office/drawing/2014/main" id="{53890D1C-F01B-5E83-DF79-65878C4FE01B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2" name="Ellipse 1161">
                  <a:extLst>
                    <a:ext uri="{FF2B5EF4-FFF2-40B4-BE49-F238E27FC236}">
                      <a16:creationId xmlns:a16="http://schemas.microsoft.com/office/drawing/2014/main" id="{C8C212FD-7E32-ACA2-136A-79D463B77140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3" name="Ellipse 1162">
                  <a:extLst>
                    <a:ext uri="{FF2B5EF4-FFF2-40B4-BE49-F238E27FC236}">
                      <a16:creationId xmlns:a16="http://schemas.microsoft.com/office/drawing/2014/main" id="{F1EC5FDD-4E42-DF90-4875-2BFFAB38EDDA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4" name="Ellipse 1163">
                  <a:extLst>
                    <a:ext uri="{FF2B5EF4-FFF2-40B4-BE49-F238E27FC236}">
                      <a16:creationId xmlns:a16="http://schemas.microsoft.com/office/drawing/2014/main" id="{DD0A654A-5EED-FF7D-7E7A-D0217A5C704B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5" name="Ellipse 1164">
                  <a:extLst>
                    <a:ext uri="{FF2B5EF4-FFF2-40B4-BE49-F238E27FC236}">
                      <a16:creationId xmlns:a16="http://schemas.microsoft.com/office/drawing/2014/main" id="{0AFEE88E-166E-9064-1142-055A91C9B2A1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6" name="Ellipse 1165">
                  <a:extLst>
                    <a:ext uri="{FF2B5EF4-FFF2-40B4-BE49-F238E27FC236}">
                      <a16:creationId xmlns:a16="http://schemas.microsoft.com/office/drawing/2014/main" id="{C4E4EE2D-6321-3805-6C60-6416829A6D56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7" name="Ellipse 1166">
                  <a:extLst>
                    <a:ext uri="{FF2B5EF4-FFF2-40B4-BE49-F238E27FC236}">
                      <a16:creationId xmlns:a16="http://schemas.microsoft.com/office/drawing/2014/main" id="{7DF3D1FD-E186-B8BB-4BEC-9629E165A64B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68" name="Ellipse 1167">
                  <a:extLst>
                    <a:ext uri="{FF2B5EF4-FFF2-40B4-BE49-F238E27FC236}">
                      <a16:creationId xmlns:a16="http://schemas.microsoft.com/office/drawing/2014/main" id="{D474CB94-91B9-B5B4-64B9-54ED7822FDC2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2" name="Gruppieren 1">
                <a:extLst>
                  <a:ext uri="{FF2B5EF4-FFF2-40B4-BE49-F238E27FC236}">
                    <a16:creationId xmlns:a16="http://schemas.microsoft.com/office/drawing/2014/main" id="{34692AAA-6F15-D04E-0B9A-6BC219C05788}"/>
                  </a:ext>
                </a:extLst>
              </p:cNvPr>
              <p:cNvGrpSpPr/>
              <p:nvPr/>
            </p:nvGrpSpPr>
            <p:grpSpPr>
              <a:xfrm rot="6300000">
                <a:off x="5858615" y="-458496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741" name="Ellipse 740">
                  <a:extLst>
                    <a:ext uri="{FF2B5EF4-FFF2-40B4-BE49-F238E27FC236}">
                      <a16:creationId xmlns:a16="http://schemas.microsoft.com/office/drawing/2014/main" id="{FA026BBA-0F0D-5903-1244-B74E2F4B434C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98" name="Ellipse 1197">
                  <a:extLst>
                    <a:ext uri="{FF2B5EF4-FFF2-40B4-BE49-F238E27FC236}">
                      <a16:creationId xmlns:a16="http://schemas.microsoft.com/office/drawing/2014/main" id="{1AC556C6-0B9D-FD2F-968C-41227BD6769E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199" name="Ellipse 1198">
                  <a:extLst>
                    <a:ext uri="{FF2B5EF4-FFF2-40B4-BE49-F238E27FC236}">
                      <a16:creationId xmlns:a16="http://schemas.microsoft.com/office/drawing/2014/main" id="{1A5294EA-FA6A-7892-2C37-DF24FE9EA2B7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0" name="Ellipse 1199">
                  <a:extLst>
                    <a:ext uri="{FF2B5EF4-FFF2-40B4-BE49-F238E27FC236}">
                      <a16:creationId xmlns:a16="http://schemas.microsoft.com/office/drawing/2014/main" id="{B79D8F12-15AC-6764-32F8-ACEDD1458C11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1" name="Ellipse 1200">
                  <a:extLst>
                    <a:ext uri="{FF2B5EF4-FFF2-40B4-BE49-F238E27FC236}">
                      <a16:creationId xmlns:a16="http://schemas.microsoft.com/office/drawing/2014/main" id="{D39E25C4-04D2-2C10-69CB-E988A5044E91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2" name="Ellipse 1201">
                  <a:extLst>
                    <a:ext uri="{FF2B5EF4-FFF2-40B4-BE49-F238E27FC236}">
                      <a16:creationId xmlns:a16="http://schemas.microsoft.com/office/drawing/2014/main" id="{DDE796F7-FD19-9D47-26DF-A2A2129D2ED9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3" name="Ellipse 1202">
                  <a:extLst>
                    <a:ext uri="{FF2B5EF4-FFF2-40B4-BE49-F238E27FC236}">
                      <a16:creationId xmlns:a16="http://schemas.microsoft.com/office/drawing/2014/main" id="{FAF20C19-CA15-1178-63AD-6D9D9C331E90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4" name="Ellipse 1203">
                  <a:extLst>
                    <a:ext uri="{FF2B5EF4-FFF2-40B4-BE49-F238E27FC236}">
                      <a16:creationId xmlns:a16="http://schemas.microsoft.com/office/drawing/2014/main" id="{C311E69A-A7A4-9FAE-86C6-BA7F91444149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5" name="Ellipse 1204">
                  <a:extLst>
                    <a:ext uri="{FF2B5EF4-FFF2-40B4-BE49-F238E27FC236}">
                      <a16:creationId xmlns:a16="http://schemas.microsoft.com/office/drawing/2014/main" id="{ECE3B025-844E-D43F-7BD9-24AD94462FAF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6" name="Ellipse 1205">
                  <a:extLst>
                    <a:ext uri="{FF2B5EF4-FFF2-40B4-BE49-F238E27FC236}">
                      <a16:creationId xmlns:a16="http://schemas.microsoft.com/office/drawing/2014/main" id="{41213A7A-7276-7911-C46A-E444993FA551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7" name="Ellipse 1206">
                  <a:extLst>
                    <a:ext uri="{FF2B5EF4-FFF2-40B4-BE49-F238E27FC236}">
                      <a16:creationId xmlns:a16="http://schemas.microsoft.com/office/drawing/2014/main" id="{B6335E21-C5C6-5FCD-7BD5-05753EF6ABA8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8" name="Ellipse 1207">
                  <a:extLst>
                    <a:ext uri="{FF2B5EF4-FFF2-40B4-BE49-F238E27FC236}">
                      <a16:creationId xmlns:a16="http://schemas.microsoft.com/office/drawing/2014/main" id="{DBEC4044-4A40-807B-A4D4-5C8708D3DA0D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09" name="Ellipse 1208">
                  <a:extLst>
                    <a:ext uri="{FF2B5EF4-FFF2-40B4-BE49-F238E27FC236}">
                      <a16:creationId xmlns:a16="http://schemas.microsoft.com/office/drawing/2014/main" id="{0F772A13-2B99-66CF-D0B5-0F32A0FCA60A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0" name="Ellipse 1209">
                  <a:extLst>
                    <a:ext uri="{FF2B5EF4-FFF2-40B4-BE49-F238E27FC236}">
                      <a16:creationId xmlns:a16="http://schemas.microsoft.com/office/drawing/2014/main" id="{C2C65238-27CB-8820-1BBE-F88F99C6365D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1" name="Ellipse 1210">
                  <a:extLst>
                    <a:ext uri="{FF2B5EF4-FFF2-40B4-BE49-F238E27FC236}">
                      <a16:creationId xmlns:a16="http://schemas.microsoft.com/office/drawing/2014/main" id="{FF13205A-552A-02E4-88C0-6031C1DEAB45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2" name="Ellipse 1211">
                  <a:extLst>
                    <a:ext uri="{FF2B5EF4-FFF2-40B4-BE49-F238E27FC236}">
                      <a16:creationId xmlns:a16="http://schemas.microsoft.com/office/drawing/2014/main" id="{D4ABCA87-C6BE-5379-D093-ED3A58C88A46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3" name="Ellipse 1212">
                  <a:extLst>
                    <a:ext uri="{FF2B5EF4-FFF2-40B4-BE49-F238E27FC236}">
                      <a16:creationId xmlns:a16="http://schemas.microsoft.com/office/drawing/2014/main" id="{DBFC4191-8081-B6A1-E0A4-657BF3F76AE0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4" name="Ellipse 1213">
                  <a:extLst>
                    <a:ext uri="{FF2B5EF4-FFF2-40B4-BE49-F238E27FC236}">
                      <a16:creationId xmlns:a16="http://schemas.microsoft.com/office/drawing/2014/main" id="{CE2FFA68-3929-C815-2ADB-6AA8A2DC5093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5" name="Ellipse 1214">
                  <a:extLst>
                    <a:ext uri="{FF2B5EF4-FFF2-40B4-BE49-F238E27FC236}">
                      <a16:creationId xmlns:a16="http://schemas.microsoft.com/office/drawing/2014/main" id="{BCDF2D31-28C4-8D27-2EE1-7D65C93430DF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6" name="Ellipse 1215">
                  <a:extLst>
                    <a:ext uri="{FF2B5EF4-FFF2-40B4-BE49-F238E27FC236}">
                      <a16:creationId xmlns:a16="http://schemas.microsoft.com/office/drawing/2014/main" id="{1709FA8A-892F-733E-20BF-5B97653F27E3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7" name="Ellipse 1216">
                  <a:extLst>
                    <a:ext uri="{FF2B5EF4-FFF2-40B4-BE49-F238E27FC236}">
                      <a16:creationId xmlns:a16="http://schemas.microsoft.com/office/drawing/2014/main" id="{FF3AD461-4E9F-3443-421B-D28606548579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8" name="Ellipse 1217">
                  <a:extLst>
                    <a:ext uri="{FF2B5EF4-FFF2-40B4-BE49-F238E27FC236}">
                      <a16:creationId xmlns:a16="http://schemas.microsoft.com/office/drawing/2014/main" id="{4DF93F9D-0B03-E137-BDEF-4EFC7A7E781E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19" name="Ellipse 1218">
                  <a:extLst>
                    <a:ext uri="{FF2B5EF4-FFF2-40B4-BE49-F238E27FC236}">
                      <a16:creationId xmlns:a16="http://schemas.microsoft.com/office/drawing/2014/main" id="{D107A634-6014-0696-2197-E2AB1999D812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0" name="Ellipse 1219">
                  <a:extLst>
                    <a:ext uri="{FF2B5EF4-FFF2-40B4-BE49-F238E27FC236}">
                      <a16:creationId xmlns:a16="http://schemas.microsoft.com/office/drawing/2014/main" id="{9E0C5C20-8920-8585-B9BD-CE2AF0A6D80F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1" name="Ellipse 1220">
                  <a:extLst>
                    <a:ext uri="{FF2B5EF4-FFF2-40B4-BE49-F238E27FC236}">
                      <a16:creationId xmlns:a16="http://schemas.microsoft.com/office/drawing/2014/main" id="{8F1FD299-5C15-E258-1126-02FB38F2802B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2" name="Ellipse 1221">
                  <a:extLst>
                    <a:ext uri="{FF2B5EF4-FFF2-40B4-BE49-F238E27FC236}">
                      <a16:creationId xmlns:a16="http://schemas.microsoft.com/office/drawing/2014/main" id="{17AF84E5-3C65-42D1-64CF-C62622B32114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3" name="Ellipse 1222">
                  <a:extLst>
                    <a:ext uri="{FF2B5EF4-FFF2-40B4-BE49-F238E27FC236}">
                      <a16:creationId xmlns:a16="http://schemas.microsoft.com/office/drawing/2014/main" id="{BF1F218E-CCB5-0A15-85FC-7D9AD00C250C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4" name="Ellipse 1223">
                  <a:extLst>
                    <a:ext uri="{FF2B5EF4-FFF2-40B4-BE49-F238E27FC236}">
                      <a16:creationId xmlns:a16="http://schemas.microsoft.com/office/drawing/2014/main" id="{810D443A-6646-882C-A27D-4E359AF10C92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225" name="Gruppieren 1224">
                <a:extLst>
                  <a:ext uri="{FF2B5EF4-FFF2-40B4-BE49-F238E27FC236}">
                    <a16:creationId xmlns:a16="http://schemas.microsoft.com/office/drawing/2014/main" id="{01E90418-66C8-C989-C1D6-272E201013F7}"/>
                  </a:ext>
                </a:extLst>
              </p:cNvPr>
              <p:cNvGrpSpPr/>
              <p:nvPr/>
            </p:nvGrpSpPr>
            <p:grpSpPr>
              <a:xfrm rot="3026059">
                <a:off x="6240131" y="1547614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226" name="Ellipse 1225">
                  <a:extLst>
                    <a:ext uri="{FF2B5EF4-FFF2-40B4-BE49-F238E27FC236}">
                      <a16:creationId xmlns:a16="http://schemas.microsoft.com/office/drawing/2014/main" id="{9E2107EA-25DB-985C-6170-8E6F8311B94D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7" name="Ellipse 1226">
                  <a:extLst>
                    <a:ext uri="{FF2B5EF4-FFF2-40B4-BE49-F238E27FC236}">
                      <a16:creationId xmlns:a16="http://schemas.microsoft.com/office/drawing/2014/main" id="{99ADFC5B-65F2-0AB6-3DFD-42C59AD82264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8" name="Ellipse 1227">
                  <a:extLst>
                    <a:ext uri="{FF2B5EF4-FFF2-40B4-BE49-F238E27FC236}">
                      <a16:creationId xmlns:a16="http://schemas.microsoft.com/office/drawing/2014/main" id="{416831FB-195E-3905-D226-F2700AE736D7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29" name="Ellipse 1228">
                  <a:extLst>
                    <a:ext uri="{FF2B5EF4-FFF2-40B4-BE49-F238E27FC236}">
                      <a16:creationId xmlns:a16="http://schemas.microsoft.com/office/drawing/2014/main" id="{6852406F-C89D-209C-DE98-E6B8A04DF940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0" name="Ellipse 1229">
                  <a:extLst>
                    <a:ext uri="{FF2B5EF4-FFF2-40B4-BE49-F238E27FC236}">
                      <a16:creationId xmlns:a16="http://schemas.microsoft.com/office/drawing/2014/main" id="{00518439-C6FA-1ADD-0262-673ED4FED732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1" name="Ellipse 1230">
                  <a:extLst>
                    <a:ext uri="{FF2B5EF4-FFF2-40B4-BE49-F238E27FC236}">
                      <a16:creationId xmlns:a16="http://schemas.microsoft.com/office/drawing/2014/main" id="{34413179-AF13-6B84-0925-BDC87310A19A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2" name="Ellipse 1231">
                  <a:extLst>
                    <a:ext uri="{FF2B5EF4-FFF2-40B4-BE49-F238E27FC236}">
                      <a16:creationId xmlns:a16="http://schemas.microsoft.com/office/drawing/2014/main" id="{0C82F5F7-E215-3A31-498E-1177C13D48A0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3" name="Ellipse 1232">
                  <a:extLst>
                    <a:ext uri="{FF2B5EF4-FFF2-40B4-BE49-F238E27FC236}">
                      <a16:creationId xmlns:a16="http://schemas.microsoft.com/office/drawing/2014/main" id="{3E4C733A-4ECC-6C94-1EDD-44312C815031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4" name="Ellipse 1233">
                  <a:extLst>
                    <a:ext uri="{FF2B5EF4-FFF2-40B4-BE49-F238E27FC236}">
                      <a16:creationId xmlns:a16="http://schemas.microsoft.com/office/drawing/2014/main" id="{ABEE2295-FC23-826F-6123-271B78CFC265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5" name="Ellipse 1234">
                  <a:extLst>
                    <a:ext uri="{FF2B5EF4-FFF2-40B4-BE49-F238E27FC236}">
                      <a16:creationId xmlns:a16="http://schemas.microsoft.com/office/drawing/2014/main" id="{C1603B83-6A93-7CE4-37F2-DA52BF8D70D8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6" name="Ellipse 1235">
                  <a:extLst>
                    <a:ext uri="{FF2B5EF4-FFF2-40B4-BE49-F238E27FC236}">
                      <a16:creationId xmlns:a16="http://schemas.microsoft.com/office/drawing/2014/main" id="{49454395-CE87-9C64-BE72-56CA6FD36C87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7" name="Ellipse 1236">
                  <a:extLst>
                    <a:ext uri="{FF2B5EF4-FFF2-40B4-BE49-F238E27FC236}">
                      <a16:creationId xmlns:a16="http://schemas.microsoft.com/office/drawing/2014/main" id="{AEF2ABCD-9C10-4BA2-264A-D2C92FA1D71F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8" name="Ellipse 1237">
                  <a:extLst>
                    <a:ext uri="{FF2B5EF4-FFF2-40B4-BE49-F238E27FC236}">
                      <a16:creationId xmlns:a16="http://schemas.microsoft.com/office/drawing/2014/main" id="{A868F52F-29A3-545D-4FBB-B668CAEFF6A0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39" name="Ellipse 1238">
                  <a:extLst>
                    <a:ext uri="{FF2B5EF4-FFF2-40B4-BE49-F238E27FC236}">
                      <a16:creationId xmlns:a16="http://schemas.microsoft.com/office/drawing/2014/main" id="{96B8E56D-DA57-06FF-FE16-49A99CDADB08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0" name="Ellipse 1239">
                  <a:extLst>
                    <a:ext uri="{FF2B5EF4-FFF2-40B4-BE49-F238E27FC236}">
                      <a16:creationId xmlns:a16="http://schemas.microsoft.com/office/drawing/2014/main" id="{A8C81F2E-976F-50A1-08F9-FB0ADB79EE63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1" name="Ellipse 1240">
                  <a:extLst>
                    <a:ext uri="{FF2B5EF4-FFF2-40B4-BE49-F238E27FC236}">
                      <a16:creationId xmlns:a16="http://schemas.microsoft.com/office/drawing/2014/main" id="{246361DB-F80F-9209-712D-6E50B4478259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2" name="Ellipse 1241">
                  <a:extLst>
                    <a:ext uri="{FF2B5EF4-FFF2-40B4-BE49-F238E27FC236}">
                      <a16:creationId xmlns:a16="http://schemas.microsoft.com/office/drawing/2014/main" id="{C1632C8C-8377-20F0-7D78-C38DF694BC46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3" name="Ellipse 1242">
                  <a:extLst>
                    <a:ext uri="{FF2B5EF4-FFF2-40B4-BE49-F238E27FC236}">
                      <a16:creationId xmlns:a16="http://schemas.microsoft.com/office/drawing/2014/main" id="{CD36D385-C2AB-51A3-3EA2-9A8AA221E7AB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4" name="Ellipse 1243">
                  <a:extLst>
                    <a:ext uri="{FF2B5EF4-FFF2-40B4-BE49-F238E27FC236}">
                      <a16:creationId xmlns:a16="http://schemas.microsoft.com/office/drawing/2014/main" id="{00D2BFF4-9FAA-DF88-B1DD-4B1671F22DB2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5" name="Ellipse 1244">
                  <a:extLst>
                    <a:ext uri="{FF2B5EF4-FFF2-40B4-BE49-F238E27FC236}">
                      <a16:creationId xmlns:a16="http://schemas.microsoft.com/office/drawing/2014/main" id="{B5299542-7A1D-CF6F-F724-7AC8E62C0BCB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6" name="Ellipse 1245">
                  <a:extLst>
                    <a:ext uri="{FF2B5EF4-FFF2-40B4-BE49-F238E27FC236}">
                      <a16:creationId xmlns:a16="http://schemas.microsoft.com/office/drawing/2014/main" id="{B0D10CFD-DF79-31D5-8452-EC6F85A8097E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7" name="Ellipse 1246">
                  <a:extLst>
                    <a:ext uri="{FF2B5EF4-FFF2-40B4-BE49-F238E27FC236}">
                      <a16:creationId xmlns:a16="http://schemas.microsoft.com/office/drawing/2014/main" id="{E6D6E992-1DC3-9A79-8437-C355E0EF8C1A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8" name="Ellipse 1247">
                  <a:extLst>
                    <a:ext uri="{FF2B5EF4-FFF2-40B4-BE49-F238E27FC236}">
                      <a16:creationId xmlns:a16="http://schemas.microsoft.com/office/drawing/2014/main" id="{D0AE0DC1-DF93-CC4E-B01F-357F16CE7C42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49" name="Ellipse 1248">
                  <a:extLst>
                    <a:ext uri="{FF2B5EF4-FFF2-40B4-BE49-F238E27FC236}">
                      <a16:creationId xmlns:a16="http://schemas.microsoft.com/office/drawing/2014/main" id="{3E78A7F6-F288-BA46-DB12-4BDB66B97DD1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0" name="Ellipse 1249">
                  <a:extLst>
                    <a:ext uri="{FF2B5EF4-FFF2-40B4-BE49-F238E27FC236}">
                      <a16:creationId xmlns:a16="http://schemas.microsoft.com/office/drawing/2014/main" id="{B65FC50B-1631-8034-4848-9A252C8AEC79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1" name="Ellipse 1250">
                  <a:extLst>
                    <a:ext uri="{FF2B5EF4-FFF2-40B4-BE49-F238E27FC236}">
                      <a16:creationId xmlns:a16="http://schemas.microsoft.com/office/drawing/2014/main" id="{6DFC7E52-3658-7056-3636-D76FB3E88058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2" name="Ellipse 1251">
                  <a:extLst>
                    <a:ext uri="{FF2B5EF4-FFF2-40B4-BE49-F238E27FC236}">
                      <a16:creationId xmlns:a16="http://schemas.microsoft.com/office/drawing/2014/main" id="{7864C393-2D97-E481-8D8A-AB8614B2B206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3" name="Ellipse 1252">
                  <a:extLst>
                    <a:ext uri="{FF2B5EF4-FFF2-40B4-BE49-F238E27FC236}">
                      <a16:creationId xmlns:a16="http://schemas.microsoft.com/office/drawing/2014/main" id="{B7ED5438-D492-6709-AC5D-A817C2E8D0A4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254" name="Gruppieren 1253">
                <a:extLst>
                  <a:ext uri="{FF2B5EF4-FFF2-40B4-BE49-F238E27FC236}">
                    <a16:creationId xmlns:a16="http://schemas.microsoft.com/office/drawing/2014/main" id="{80D4F82A-9E8E-4BB7-0160-446174CDD45E}"/>
                  </a:ext>
                </a:extLst>
              </p:cNvPr>
              <p:cNvGrpSpPr/>
              <p:nvPr/>
            </p:nvGrpSpPr>
            <p:grpSpPr>
              <a:xfrm rot="7381579">
                <a:off x="6899313" y="-241471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255" name="Ellipse 1254">
                  <a:extLst>
                    <a:ext uri="{FF2B5EF4-FFF2-40B4-BE49-F238E27FC236}">
                      <a16:creationId xmlns:a16="http://schemas.microsoft.com/office/drawing/2014/main" id="{77B16FFF-DC2C-F702-A274-6AD9B0ACECEE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6" name="Ellipse 1255">
                  <a:extLst>
                    <a:ext uri="{FF2B5EF4-FFF2-40B4-BE49-F238E27FC236}">
                      <a16:creationId xmlns:a16="http://schemas.microsoft.com/office/drawing/2014/main" id="{7A668493-21F6-DEFF-5AC2-0C860AFD5963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7" name="Ellipse 1256">
                  <a:extLst>
                    <a:ext uri="{FF2B5EF4-FFF2-40B4-BE49-F238E27FC236}">
                      <a16:creationId xmlns:a16="http://schemas.microsoft.com/office/drawing/2014/main" id="{C3F50A1E-B7BB-49C8-C8F5-95E306CAF5C2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8" name="Ellipse 1257">
                  <a:extLst>
                    <a:ext uri="{FF2B5EF4-FFF2-40B4-BE49-F238E27FC236}">
                      <a16:creationId xmlns:a16="http://schemas.microsoft.com/office/drawing/2014/main" id="{CE0FBDDA-C931-DD90-51FA-9FD9ABD5A656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59" name="Ellipse 1258">
                  <a:extLst>
                    <a:ext uri="{FF2B5EF4-FFF2-40B4-BE49-F238E27FC236}">
                      <a16:creationId xmlns:a16="http://schemas.microsoft.com/office/drawing/2014/main" id="{0A7910F7-A18C-1F2E-0828-83BC94CEAF37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0" name="Ellipse 1259">
                  <a:extLst>
                    <a:ext uri="{FF2B5EF4-FFF2-40B4-BE49-F238E27FC236}">
                      <a16:creationId xmlns:a16="http://schemas.microsoft.com/office/drawing/2014/main" id="{E3E0649C-47F0-D93F-F6AA-643CD9A42756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1" name="Ellipse 1260">
                  <a:extLst>
                    <a:ext uri="{FF2B5EF4-FFF2-40B4-BE49-F238E27FC236}">
                      <a16:creationId xmlns:a16="http://schemas.microsoft.com/office/drawing/2014/main" id="{E857FE26-EDA1-4450-BB5F-C4CD622A9085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2" name="Ellipse 1261">
                  <a:extLst>
                    <a:ext uri="{FF2B5EF4-FFF2-40B4-BE49-F238E27FC236}">
                      <a16:creationId xmlns:a16="http://schemas.microsoft.com/office/drawing/2014/main" id="{A8C122BD-EA46-DA60-3BEA-6F9BD18F4C04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3" name="Ellipse 1262">
                  <a:extLst>
                    <a:ext uri="{FF2B5EF4-FFF2-40B4-BE49-F238E27FC236}">
                      <a16:creationId xmlns:a16="http://schemas.microsoft.com/office/drawing/2014/main" id="{9C2946B8-E8F4-DC82-380A-0A888BCC7495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4" name="Ellipse 1263">
                  <a:extLst>
                    <a:ext uri="{FF2B5EF4-FFF2-40B4-BE49-F238E27FC236}">
                      <a16:creationId xmlns:a16="http://schemas.microsoft.com/office/drawing/2014/main" id="{8FCD0A4C-FFBA-B83C-E426-3D044F861023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5" name="Ellipse 1264">
                  <a:extLst>
                    <a:ext uri="{FF2B5EF4-FFF2-40B4-BE49-F238E27FC236}">
                      <a16:creationId xmlns:a16="http://schemas.microsoft.com/office/drawing/2014/main" id="{2A21252C-B1E8-8387-F578-FC2D3C391A53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6" name="Ellipse 1265">
                  <a:extLst>
                    <a:ext uri="{FF2B5EF4-FFF2-40B4-BE49-F238E27FC236}">
                      <a16:creationId xmlns:a16="http://schemas.microsoft.com/office/drawing/2014/main" id="{5B33E4AE-4125-2E9C-9C42-D7DFEA620CCA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7" name="Ellipse 1266">
                  <a:extLst>
                    <a:ext uri="{FF2B5EF4-FFF2-40B4-BE49-F238E27FC236}">
                      <a16:creationId xmlns:a16="http://schemas.microsoft.com/office/drawing/2014/main" id="{E5A3CD78-B906-FAC7-957C-473BE2693C38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8" name="Ellipse 1267">
                  <a:extLst>
                    <a:ext uri="{FF2B5EF4-FFF2-40B4-BE49-F238E27FC236}">
                      <a16:creationId xmlns:a16="http://schemas.microsoft.com/office/drawing/2014/main" id="{B8C45960-DC6F-0AC0-313C-895739EA6FD4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69" name="Ellipse 1268">
                  <a:extLst>
                    <a:ext uri="{FF2B5EF4-FFF2-40B4-BE49-F238E27FC236}">
                      <a16:creationId xmlns:a16="http://schemas.microsoft.com/office/drawing/2014/main" id="{667BA57A-D37A-48AD-4539-85FF467FDA02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0" name="Ellipse 1269">
                  <a:extLst>
                    <a:ext uri="{FF2B5EF4-FFF2-40B4-BE49-F238E27FC236}">
                      <a16:creationId xmlns:a16="http://schemas.microsoft.com/office/drawing/2014/main" id="{174B2891-6484-DF4C-8385-92C75A450BEA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1" name="Ellipse 1270">
                  <a:extLst>
                    <a:ext uri="{FF2B5EF4-FFF2-40B4-BE49-F238E27FC236}">
                      <a16:creationId xmlns:a16="http://schemas.microsoft.com/office/drawing/2014/main" id="{B36EBE3B-EE5A-9860-4B67-858736535AC3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2" name="Ellipse 1271">
                  <a:extLst>
                    <a:ext uri="{FF2B5EF4-FFF2-40B4-BE49-F238E27FC236}">
                      <a16:creationId xmlns:a16="http://schemas.microsoft.com/office/drawing/2014/main" id="{DB3DCF40-007B-540C-CC6B-AF46E691C362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3" name="Ellipse 1272">
                  <a:extLst>
                    <a:ext uri="{FF2B5EF4-FFF2-40B4-BE49-F238E27FC236}">
                      <a16:creationId xmlns:a16="http://schemas.microsoft.com/office/drawing/2014/main" id="{006367DE-C09F-7B76-C38C-C5F00998116B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4" name="Ellipse 1273">
                  <a:extLst>
                    <a:ext uri="{FF2B5EF4-FFF2-40B4-BE49-F238E27FC236}">
                      <a16:creationId xmlns:a16="http://schemas.microsoft.com/office/drawing/2014/main" id="{66C1BB0F-E850-99D1-1C3C-84A8C07952FF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5" name="Ellipse 1274">
                  <a:extLst>
                    <a:ext uri="{FF2B5EF4-FFF2-40B4-BE49-F238E27FC236}">
                      <a16:creationId xmlns:a16="http://schemas.microsoft.com/office/drawing/2014/main" id="{E8A52226-CCC7-5A09-0FEF-BFD429A8D63E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6" name="Ellipse 1275">
                  <a:extLst>
                    <a:ext uri="{FF2B5EF4-FFF2-40B4-BE49-F238E27FC236}">
                      <a16:creationId xmlns:a16="http://schemas.microsoft.com/office/drawing/2014/main" id="{5B345364-2E5F-3DB0-014C-4660EA8C45B7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7" name="Ellipse 1276">
                  <a:extLst>
                    <a:ext uri="{FF2B5EF4-FFF2-40B4-BE49-F238E27FC236}">
                      <a16:creationId xmlns:a16="http://schemas.microsoft.com/office/drawing/2014/main" id="{CA10E804-FE7F-8AA8-C132-E7B0AB9DAF15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8" name="Ellipse 1277">
                  <a:extLst>
                    <a:ext uri="{FF2B5EF4-FFF2-40B4-BE49-F238E27FC236}">
                      <a16:creationId xmlns:a16="http://schemas.microsoft.com/office/drawing/2014/main" id="{F212C6F6-9492-1497-1591-4F29618E809B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79" name="Ellipse 1278">
                  <a:extLst>
                    <a:ext uri="{FF2B5EF4-FFF2-40B4-BE49-F238E27FC236}">
                      <a16:creationId xmlns:a16="http://schemas.microsoft.com/office/drawing/2014/main" id="{63F5EC56-C7AB-A7AB-0C78-0AFBCBA6E0A9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0" name="Ellipse 1279">
                  <a:extLst>
                    <a:ext uri="{FF2B5EF4-FFF2-40B4-BE49-F238E27FC236}">
                      <a16:creationId xmlns:a16="http://schemas.microsoft.com/office/drawing/2014/main" id="{E1D91AC3-6CD5-2C96-7D61-4DD69E022134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1" name="Ellipse 1280">
                  <a:extLst>
                    <a:ext uri="{FF2B5EF4-FFF2-40B4-BE49-F238E27FC236}">
                      <a16:creationId xmlns:a16="http://schemas.microsoft.com/office/drawing/2014/main" id="{810B3C8B-9CC5-9C2C-5D94-499FB3BAF98F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2" name="Ellipse 1281">
                  <a:extLst>
                    <a:ext uri="{FF2B5EF4-FFF2-40B4-BE49-F238E27FC236}">
                      <a16:creationId xmlns:a16="http://schemas.microsoft.com/office/drawing/2014/main" id="{95C4823A-E4E6-B32A-80A4-2CD85419198B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283" name="Gruppieren 1282">
                <a:extLst>
                  <a:ext uri="{FF2B5EF4-FFF2-40B4-BE49-F238E27FC236}">
                    <a16:creationId xmlns:a16="http://schemas.microsoft.com/office/drawing/2014/main" id="{3485E1C7-E584-DFCC-8001-7573C136FAE0}"/>
                  </a:ext>
                </a:extLst>
              </p:cNvPr>
              <p:cNvGrpSpPr/>
              <p:nvPr/>
            </p:nvGrpSpPr>
            <p:grpSpPr>
              <a:xfrm rot="7381579">
                <a:off x="7643231" y="238976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284" name="Ellipse 1283">
                  <a:extLst>
                    <a:ext uri="{FF2B5EF4-FFF2-40B4-BE49-F238E27FC236}">
                      <a16:creationId xmlns:a16="http://schemas.microsoft.com/office/drawing/2014/main" id="{CBCC3DF0-FB6D-7E8B-1B58-798BF317EF4B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5" name="Ellipse 1284">
                  <a:extLst>
                    <a:ext uri="{FF2B5EF4-FFF2-40B4-BE49-F238E27FC236}">
                      <a16:creationId xmlns:a16="http://schemas.microsoft.com/office/drawing/2014/main" id="{4907F066-AFF2-E553-6F60-E92D1AD75B58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6" name="Ellipse 1285">
                  <a:extLst>
                    <a:ext uri="{FF2B5EF4-FFF2-40B4-BE49-F238E27FC236}">
                      <a16:creationId xmlns:a16="http://schemas.microsoft.com/office/drawing/2014/main" id="{42512162-FBEF-4DF3-480E-08945F547167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7" name="Ellipse 1286">
                  <a:extLst>
                    <a:ext uri="{FF2B5EF4-FFF2-40B4-BE49-F238E27FC236}">
                      <a16:creationId xmlns:a16="http://schemas.microsoft.com/office/drawing/2014/main" id="{3402C45E-C5AB-3933-1420-FA74BA0A73F8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8" name="Ellipse 1287">
                  <a:extLst>
                    <a:ext uri="{FF2B5EF4-FFF2-40B4-BE49-F238E27FC236}">
                      <a16:creationId xmlns:a16="http://schemas.microsoft.com/office/drawing/2014/main" id="{BEF4F10F-9275-0CC4-1457-27D83FBEE859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89" name="Ellipse 1288">
                  <a:extLst>
                    <a:ext uri="{FF2B5EF4-FFF2-40B4-BE49-F238E27FC236}">
                      <a16:creationId xmlns:a16="http://schemas.microsoft.com/office/drawing/2014/main" id="{D1C776C4-1BF6-88EC-5378-E93AC604FFCC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0" name="Ellipse 1289">
                  <a:extLst>
                    <a:ext uri="{FF2B5EF4-FFF2-40B4-BE49-F238E27FC236}">
                      <a16:creationId xmlns:a16="http://schemas.microsoft.com/office/drawing/2014/main" id="{6ED51F62-5399-BED6-5A8F-D86A8343E258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1" name="Ellipse 1290">
                  <a:extLst>
                    <a:ext uri="{FF2B5EF4-FFF2-40B4-BE49-F238E27FC236}">
                      <a16:creationId xmlns:a16="http://schemas.microsoft.com/office/drawing/2014/main" id="{F2C82DF3-E19E-ECD2-3E33-F07844D913FE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2" name="Ellipse 1291">
                  <a:extLst>
                    <a:ext uri="{FF2B5EF4-FFF2-40B4-BE49-F238E27FC236}">
                      <a16:creationId xmlns:a16="http://schemas.microsoft.com/office/drawing/2014/main" id="{9694039A-D67E-AD1D-0B87-929869F17B47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3" name="Ellipse 1292">
                  <a:extLst>
                    <a:ext uri="{FF2B5EF4-FFF2-40B4-BE49-F238E27FC236}">
                      <a16:creationId xmlns:a16="http://schemas.microsoft.com/office/drawing/2014/main" id="{6EAA5C75-DB5D-17E9-F60C-6F8E12C4BD23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4" name="Ellipse 1293">
                  <a:extLst>
                    <a:ext uri="{FF2B5EF4-FFF2-40B4-BE49-F238E27FC236}">
                      <a16:creationId xmlns:a16="http://schemas.microsoft.com/office/drawing/2014/main" id="{E609B980-94C6-1FC1-1DE9-DB7D7A46A79D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5" name="Ellipse 1294">
                  <a:extLst>
                    <a:ext uri="{FF2B5EF4-FFF2-40B4-BE49-F238E27FC236}">
                      <a16:creationId xmlns:a16="http://schemas.microsoft.com/office/drawing/2014/main" id="{C8A0975F-3EC9-9B95-D922-9248700DD7D8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6" name="Ellipse 1295">
                  <a:extLst>
                    <a:ext uri="{FF2B5EF4-FFF2-40B4-BE49-F238E27FC236}">
                      <a16:creationId xmlns:a16="http://schemas.microsoft.com/office/drawing/2014/main" id="{9ECBBDB6-E443-8A43-4B33-1D161466CBCF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7" name="Ellipse 1296">
                  <a:extLst>
                    <a:ext uri="{FF2B5EF4-FFF2-40B4-BE49-F238E27FC236}">
                      <a16:creationId xmlns:a16="http://schemas.microsoft.com/office/drawing/2014/main" id="{0B948D8E-2B0F-BD32-7604-6DEF1DEE6973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8" name="Ellipse 1297">
                  <a:extLst>
                    <a:ext uri="{FF2B5EF4-FFF2-40B4-BE49-F238E27FC236}">
                      <a16:creationId xmlns:a16="http://schemas.microsoft.com/office/drawing/2014/main" id="{4DBEF6EF-D32D-F972-FDF8-DCBFE4CDFEC3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299" name="Ellipse 1298">
                  <a:extLst>
                    <a:ext uri="{FF2B5EF4-FFF2-40B4-BE49-F238E27FC236}">
                      <a16:creationId xmlns:a16="http://schemas.microsoft.com/office/drawing/2014/main" id="{D4AB80D0-E1B3-D97C-E314-B1F442183549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0" name="Ellipse 1299">
                  <a:extLst>
                    <a:ext uri="{FF2B5EF4-FFF2-40B4-BE49-F238E27FC236}">
                      <a16:creationId xmlns:a16="http://schemas.microsoft.com/office/drawing/2014/main" id="{7A827AD5-CDFD-8D40-51D6-6C4F26AFA0E3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1" name="Ellipse 1300">
                  <a:extLst>
                    <a:ext uri="{FF2B5EF4-FFF2-40B4-BE49-F238E27FC236}">
                      <a16:creationId xmlns:a16="http://schemas.microsoft.com/office/drawing/2014/main" id="{B853B989-85AE-FB1D-4817-97B39F741445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2" name="Ellipse 1301">
                  <a:extLst>
                    <a:ext uri="{FF2B5EF4-FFF2-40B4-BE49-F238E27FC236}">
                      <a16:creationId xmlns:a16="http://schemas.microsoft.com/office/drawing/2014/main" id="{51E7E478-9DA6-CA74-46C9-01702A09FB8B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3" name="Ellipse 1302">
                  <a:extLst>
                    <a:ext uri="{FF2B5EF4-FFF2-40B4-BE49-F238E27FC236}">
                      <a16:creationId xmlns:a16="http://schemas.microsoft.com/office/drawing/2014/main" id="{DED6A2FB-9CBA-E11C-101A-6DAE45D05A92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4" name="Ellipse 1303">
                  <a:extLst>
                    <a:ext uri="{FF2B5EF4-FFF2-40B4-BE49-F238E27FC236}">
                      <a16:creationId xmlns:a16="http://schemas.microsoft.com/office/drawing/2014/main" id="{F00E6E24-2C85-8F1B-952B-5FC9C5063ED2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5" name="Ellipse 1304">
                  <a:extLst>
                    <a:ext uri="{FF2B5EF4-FFF2-40B4-BE49-F238E27FC236}">
                      <a16:creationId xmlns:a16="http://schemas.microsoft.com/office/drawing/2014/main" id="{B8AAAAF0-DE9A-7B86-D787-2889967F0F7B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6" name="Ellipse 1305">
                  <a:extLst>
                    <a:ext uri="{FF2B5EF4-FFF2-40B4-BE49-F238E27FC236}">
                      <a16:creationId xmlns:a16="http://schemas.microsoft.com/office/drawing/2014/main" id="{27270A19-D0B8-2301-C770-399733413FE0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7" name="Ellipse 1306">
                  <a:extLst>
                    <a:ext uri="{FF2B5EF4-FFF2-40B4-BE49-F238E27FC236}">
                      <a16:creationId xmlns:a16="http://schemas.microsoft.com/office/drawing/2014/main" id="{E234C17B-D552-5556-825F-85F74570987D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8" name="Ellipse 1307">
                  <a:extLst>
                    <a:ext uri="{FF2B5EF4-FFF2-40B4-BE49-F238E27FC236}">
                      <a16:creationId xmlns:a16="http://schemas.microsoft.com/office/drawing/2014/main" id="{1352685A-722D-FFCB-7D39-F57D2368071E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09" name="Ellipse 1308">
                  <a:extLst>
                    <a:ext uri="{FF2B5EF4-FFF2-40B4-BE49-F238E27FC236}">
                      <a16:creationId xmlns:a16="http://schemas.microsoft.com/office/drawing/2014/main" id="{4E491912-3412-F3AD-14A9-2706FF394E33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0" name="Ellipse 1309">
                  <a:extLst>
                    <a:ext uri="{FF2B5EF4-FFF2-40B4-BE49-F238E27FC236}">
                      <a16:creationId xmlns:a16="http://schemas.microsoft.com/office/drawing/2014/main" id="{125B72B1-D53F-3EAA-AAC1-A9651FB3AEF2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1" name="Ellipse 1310">
                  <a:extLst>
                    <a:ext uri="{FF2B5EF4-FFF2-40B4-BE49-F238E27FC236}">
                      <a16:creationId xmlns:a16="http://schemas.microsoft.com/office/drawing/2014/main" id="{116296BA-5983-7238-5631-1A8087546A8A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312" name="Gruppieren 1311">
                <a:extLst>
                  <a:ext uri="{FF2B5EF4-FFF2-40B4-BE49-F238E27FC236}">
                    <a16:creationId xmlns:a16="http://schemas.microsoft.com/office/drawing/2014/main" id="{FE5E64B8-9078-AA6C-AEBB-27C91C3FDDDE}"/>
                  </a:ext>
                </a:extLst>
              </p:cNvPr>
              <p:cNvGrpSpPr/>
              <p:nvPr/>
            </p:nvGrpSpPr>
            <p:grpSpPr>
              <a:xfrm rot="3370345">
                <a:off x="8991442" y="-938188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313" name="Ellipse 1312">
                  <a:extLst>
                    <a:ext uri="{FF2B5EF4-FFF2-40B4-BE49-F238E27FC236}">
                      <a16:creationId xmlns:a16="http://schemas.microsoft.com/office/drawing/2014/main" id="{D220CE90-8E06-3F9F-F095-E27394E49921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4" name="Ellipse 1313">
                  <a:extLst>
                    <a:ext uri="{FF2B5EF4-FFF2-40B4-BE49-F238E27FC236}">
                      <a16:creationId xmlns:a16="http://schemas.microsoft.com/office/drawing/2014/main" id="{ABE475CD-C614-CC00-27EA-DACEDE65B353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5" name="Ellipse 1314">
                  <a:extLst>
                    <a:ext uri="{FF2B5EF4-FFF2-40B4-BE49-F238E27FC236}">
                      <a16:creationId xmlns:a16="http://schemas.microsoft.com/office/drawing/2014/main" id="{9CB048DA-2065-9C38-2B5D-E741C39E0AED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6" name="Ellipse 1315">
                  <a:extLst>
                    <a:ext uri="{FF2B5EF4-FFF2-40B4-BE49-F238E27FC236}">
                      <a16:creationId xmlns:a16="http://schemas.microsoft.com/office/drawing/2014/main" id="{0E6B6C8A-3977-DDB5-F4AB-9795CEE7D166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7" name="Ellipse 1316">
                  <a:extLst>
                    <a:ext uri="{FF2B5EF4-FFF2-40B4-BE49-F238E27FC236}">
                      <a16:creationId xmlns:a16="http://schemas.microsoft.com/office/drawing/2014/main" id="{AA8646E0-9A3E-8F46-022D-281B83391661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8" name="Ellipse 1317">
                  <a:extLst>
                    <a:ext uri="{FF2B5EF4-FFF2-40B4-BE49-F238E27FC236}">
                      <a16:creationId xmlns:a16="http://schemas.microsoft.com/office/drawing/2014/main" id="{5FCB1EF4-89E0-E216-3845-7AC029B04C2B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19" name="Ellipse 1318">
                  <a:extLst>
                    <a:ext uri="{FF2B5EF4-FFF2-40B4-BE49-F238E27FC236}">
                      <a16:creationId xmlns:a16="http://schemas.microsoft.com/office/drawing/2014/main" id="{46A32722-A2A7-7E74-C388-C9C2750AD278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0" name="Ellipse 1319">
                  <a:extLst>
                    <a:ext uri="{FF2B5EF4-FFF2-40B4-BE49-F238E27FC236}">
                      <a16:creationId xmlns:a16="http://schemas.microsoft.com/office/drawing/2014/main" id="{4508DEAF-3BDA-4261-0B7F-C75F036BF95F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1" name="Ellipse 1320">
                  <a:extLst>
                    <a:ext uri="{FF2B5EF4-FFF2-40B4-BE49-F238E27FC236}">
                      <a16:creationId xmlns:a16="http://schemas.microsoft.com/office/drawing/2014/main" id="{CEB7E4F2-6C21-6449-E5F1-F522A51E9BCA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2" name="Ellipse 1321">
                  <a:extLst>
                    <a:ext uri="{FF2B5EF4-FFF2-40B4-BE49-F238E27FC236}">
                      <a16:creationId xmlns:a16="http://schemas.microsoft.com/office/drawing/2014/main" id="{1CD441C4-E362-4F9B-54C0-6359480ABC9B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3" name="Ellipse 1322">
                  <a:extLst>
                    <a:ext uri="{FF2B5EF4-FFF2-40B4-BE49-F238E27FC236}">
                      <a16:creationId xmlns:a16="http://schemas.microsoft.com/office/drawing/2014/main" id="{DD623563-4967-8ACA-C1E9-2D41C43138FB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4" name="Ellipse 1323">
                  <a:extLst>
                    <a:ext uri="{FF2B5EF4-FFF2-40B4-BE49-F238E27FC236}">
                      <a16:creationId xmlns:a16="http://schemas.microsoft.com/office/drawing/2014/main" id="{3C3A2D16-ACB4-4227-F712-31FC0B32D837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5" name="Ellipse 1324">
                  <a:extLst>
                    <a:ext uri="{FF2B5EF4-FFF2-40B4-BE49-F238E27FC236}">
                      <a16:creationId xmlns:a16="http://schemas.microsoft.com/office/drawing/2014/main" id="{3BCC0B2C-4325-2258-6508-980BC7D58AF5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6" name="Ellipse 1325">
                  <a:extLst>
                    <a:ext uri="{FF2B5EF4-FFF2-40B4-BE49-F238E27FC236}">
                      <a16:creationId xmlns:a16="http://schemas.microsoft.com/office/drawing/2014/main" id="{8B36C33D-55F4-7FAD-D46F-96A5F96E109F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7" name="Ellipse 1326">
                  <a:extLst>
                    <a:ext uri="{FF2B5EF4-FFF2-40B4-BE49-F238E27FC236}">
                      <a16:creationId xmlns:a16="http://schemas.microsoft.com/office/drawing/2014/main" id="{36DC7026-C1B1-F544-27CD-A512159ED2A6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8" name="Ellipse 1327">
                  <a:extLst>
                    <a:ext uri="{FF2B5EF4-FFF2-40B4-BE49-F238E27FC236}">
                      <a16:creationId xmlns:a16="http://schemas.microsoft.com/office/drawing/2014/main" id="{421F20AF-0C40-B880-6A21-D5995E8BA91F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29" name="Ellipse 1328">
                  <a:extLst>
                    <a:ext uri="{FF2B5EF4-FFF2-40B4-BE49-F238E27FC236}">
                      <a16:creationId xmlns:a16="http://schemas.microsoft.com/office/drawing/2014/main" id="{75C7892B-66F8-69B5-69D1-C476548513E0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0" name="Ellipse 1329">
                  <a:extLst>
                    <a:ext uri="{FF2B5EF4-FFF2-40B4-BE49-F238E27FC236}">
                      <a16:creationId xmlns:a16="http://schemas.microsoft.com/office/drawing/2014/main" id="{A06DB333-8AC1-EA21-B7D0-497FC7673BC3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1" name="Ellipse 1330">
                  <a:extLst>
                    <a:ext uri="{FF2B5EF4-FFF2-40B4-BE49-F238E27FC236}">
                      <a16:creationId xmlns:a16="http://schemas.microsoft.com/office/drawing/2014/main" id="{79532885-5F95-7EC7-DFE9-A4042BBFA4CD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2" name="Ellipse 1331">
                  <a:extLst>
                    <a:ext uri="{FF2B5EF4-FFF2-40B4-BE49-F238E27FC236}">
                      <a16:creationId xmlns:a16="http://schemas.microsoft.com/office/drawing/2014/main" id="{995B22E2-CE89-4BF2-4D35-08D0AE8607CC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3" name="Ellipse 1332">
                  <a:extLst>
                    <a:ext uri="{FF2B5EF4-FFF2-40B4-BE49-F238E27FC236}">
                      <a16:creationId xmlns:a16="http://schemas.microsoft.com/office/drawing/2014/main" id="{692D3C6A-AD91-239D-229E-5B19C8648D85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4" name="Ellipse 1333">
                  <a:extLst>
                    <a:ext uri="{FF2B5EF4-FFF2-40B4-BE49-F238E27FC236}">
                      <a16:creationId xmlns:a16="http://schemas.microsoft.com/office/drawing/2014/main" id="{891B0F32-0FDC-D189-C105-6FE3771F08E8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5" name="Ellipse 1334">
                  <a:extLst>
                    <a:ext uri="{FF2B5EF4-FFF2-40B4-BE49-F238E27FC236}">
                      <a16:creationId xmlns:a16="http://schemas.microsoft.com/office/drawing/2014/main" id="{109CA2AB-1B53-B788-C53D-BD06E3F5567F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6" name="Ellipse 1335">
                  <a:extLst>
                    <a:ext uri="{FF2B5EF4-FFF2-40B4-BE49-F238E27FC236}">
                      <a16:creationId xmlns:a16="http://schemas.microsoft.com/office/drawing/2014/main" id="{B23E22F0-098E-E8AD-C0CF-44DAEF4C1636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7" name="Ellipse 1336">
                  <a:extLst>
                    <a:ext uri="{FF2B5EF4-FFF2-40B4-BE49-F238E27FC236}">
                      <a16:creationId xmlns:a16="http://schemas.microsoft.com/office/drawing/2014/main" id="{727F523B-EC65-3B80-769F-704922048BAD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8" name="Ellipse 1337">
                  <a:extLst>
                    <a:ext uri="{FF2B5EF4-FFF2-40B4-BE49-F238E27FC236}">
                      <a16:creationId xmlns:a16="http://schemas.microsoft.com/office/drawing/2014/main" id="{D2AB2F7C-225D-04FB-274B-57EA15D59AAF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39" name="Ellipse 1338">
                  <a:extLst>
                    <a:ext uri="{FF2B5EF4-FFF2-40B4-BE49-F238E27FC236}">
                      <a16:creationId xmlns:a16="http://schemas.microsoft.com/office/drawing/2014/main" id="{5706F696-C2E8-E5C2-932F-D76E8D724AF6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40" name="Ellipse 1339">
                  <a:extLst>
                    <a:ext uri="{FF2B5EF4-FFF2-40B4-BE49-F238E27FC236}">
                      <a16:creationId xmlns:a16="http://schemas.microsoft.com/office/drawing/2014/main" id="{2F93D4CA-F818-4FB4-DBC7-A5B33E18BDA0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370" name="Gruppieren 1369">
                <a:extLst>
                  <a:ext uri="{FF2B5EF4-FFF2-40B4-BE49-F238E27FC236}">
                    <a16:creationId xmlns:a16="http://schemas.microsoft.com/office/drawing/2014/main" id="{CD20A316-E288-2DA6-34B9-A886078D9CB5}"/>
                  </a:ext>
                </a:extLst>
              </p:cNvPr>
              <p:cNvGrpSpPr/>
              <p:nvPr/>
            </p:nvGrpSpPr>
            <p:grpSpPr>
              <a:xfrm rot="3370345">
                <a:off x="8914382" y="162492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371" name="Ellipse 1370">
                  <a:extLst>
                    <a:ext uri="{FF2B5EF4-FFF2-40B4-BE49-F238E27FC236}">
                      <a16:creationId xmlns:a16="http://schemas.microsoft.com/office/drawing/2014/main" id="{FB0183D2-0421-2CB5-D0BF-111E838470CB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2" name="Ellipse 1371">
                  <a:extLst>
                    <a:ext uri="{FF2B5EF4-FFF2-40B4-BE49-F238E27FC236}">
                      <a16:creationId xmlns:a16="http://schemas.microsoft.com/office/drawing/2014/main" id="{C2B2BBB4-DD02-1801-7BF4-A9F7B270630A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3" name="Ellipse 1372">
                  <a:extLst>
                    <a:ext uri="{FF2B5EF4-FFF2-40B4-BE49-F238E27FC236}">
                      <a16:creationId xmlns:a16="http://schemas.microsoft.com/office/drawing/2014/main" id="{AB2A160C-67EF-6752-14F8-173AEA0860C2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4" name="Ellipse 1373">
                  <a:extLst>
                    <a:ext uri="{FF2B5EF4-FFF2-40B4-BE49-F238E27FC236}">
                      <a16:creationId xmlns:a16="http://schemas.microsoft.com/office/drawing/2014/main" id="{64F82E37-BA15-18EF-8CFB-4C2DB6B07675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5" name="Ellipse 1374">
                  <a:extLst>
                    <a:ext uri="{FF2B5EF4-FFF2-40B4-BE49-F238E27FC236}">
                      <a16:creationId xmlns:a16="http://schemas.microsoft.com/office/drawing/2014/main" id="{39998974-71C8-521B-3CBC-349312E72AFA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6" name="Ellipse 1375">
                  <a:extLst>
                    <a:ext uri="{FF2B5EF4-FFF2-40B4-BE49-F238E27FC236}">
                      <a16:creationId xmlns:a16="http://schemas.microsoft.com/office/drawing/2014/main" id="{EC1F4E96-5AFA-DE29-8DFC-EA26F167BEE6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7" name="Ellipse 1376">
                  <a:extLst>
                    <a:ext uri="{FF2B5EF4-FFF2-40B4-BE49-F238E27FC236}">
                      <a16:creationId xmlns:a16="http://schemas.microsoft.com/office/drawing/2014/main" id="{0E4B0DAC-A1CD-8DCD-6C68-40612391281B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8" name="Ellipse 1377">
                  <a:extLst>
                    <a:ext uri="{FF2B5EF4-FFF2-40B4-BE49-F238E27FC236}">
                      <a16:creationId xmlns:a16="http://schemas.microsoft.com/office/drawing/2014/main" id="{F3C9162E-721A-C32C-6AC4-9A13CEB6BE12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79" name="Ellipse 1378">
                  <a:extLst>
                    <a:ext uri="{FF2B5EF4-FFF2-40B4-BE49-F238E27FC236}">
                      <a16:creationId xmlns:a16="http://schemas.microsoft.com/office/drawing/2014/main" id="{38D72CFE-CFEE-8D60-092B-023176A59F52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0" name="Ellipse 1379">
                  <a:extLst>
                    <a:ext uri="{FF2B5EF4-FFF2-40B4-BE49-F238E27FC236}">
                      <a16:creationId xmlns:a16="http://schemas.microsoft.com/office/drawing/2014/main" id="{11A7BA2B-F287-35A7-AF29-EDC7B60421D7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1" name="Ellipse 1380">
                  <a:extLst>
                    <a:ext uri="{FF2B5EF4-FFF2-40B4-BE49-F238E27FC236}">
                      <a16:creationId xmlns:a16="http://schemas.microsoft.com/office/drawing/2014/main" id="{2E1BA364-E802-C434-4952-F359C7856434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2" name="Ellipse 1381">
                  <a:extLst>
                    <a:ext uri="{FF2B5EF4-FFF2-40B4-BE49-F238E27FC236}">
                      <a16:creationId xmlns:a16="http://schemas.microsoft.com/office/drawing/2014/main" id="{9543AA9F-23FC-6FCA-D606-D6BA241A7FE6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3" name="Ellipse 1382">
                  <a:extLst>
                    <a:ext uri="{FF2B5EF4-FFF2-40B4-BE49-F238E27FC236}">
                      <a16:creationId xmlns:a16="http://schemas.microsoft.com/office/drawing/2014/main" id="{DE159496-EE05-01C7-F54F-51598D010C0A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4" name="Ellipse 1383">
                  <a:extLst>
                    <a:ext uri="{FF2B5EF4-FFF2-40B4-BE49-F238E27FC236}">
                      <a16:creationId xmlns:a16="http://schemas.microsoft.com/office/drawing/2014/main" id="{01AA542E-C67B-C18E-5627-AF695E886A55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5" name="Ellipse 1384">
                  <a:extLst>
                    <a:ext uri="{FF2B5EF4-FFF2-40B4-BE49-F238E27FC236}">
                      <a16:creationId xmlns:a16="http://schemas.microsoft.com/office/drawing/2014/main" id="{C3359153-0583-DDFD-DB77-0E566F178671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6" name="Ellipse 1385">
                  <a:extLst>
                    <a:ext uri="{FF2B5EF4-FFF2-40B4-BE49-F238E27FC236}">
                      <a16:creationId xmlns:a16="http://schemas.microsoft.com/office/drawing/2014/main" id="{DA1989B5-F568-EB32-DC60-C3D01A561AC2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7" name="Ellipse 1386">
                  <a:extLst>
                    <a:ext uri="{FF2B5EF4-FFF2-40B4-BE49-F238E27FC236}">
                      <a16:creationId xmlns:a16="http://schemas.microsoft.com/office/drawing/2014/main" id="{BDEDC092-E5AC-7C0B-9861-3DACDCEE3BFD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8" name="Ellipse 1387">
                  <a:extLst>
                    <a:ext uri="{FF2B5EF4-FFF2-40B4-BE49-F238E27FC236}">
                      <a16:creationId xmlns:a16="http://schemas.microsoft.com/office/drawing/2014/main" id="{0C3F5213-C1C0-0BCF-96D5-FE24F4DE2E49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89" name="Ellipse 1388">
                  <a:extLst>
                    <a:ext uri="{FF2B5EF4-FFF2-40B4-BE49-F238E27FC236}">
                      <a16:creationId xmlns:a16="http://schemas.microsoft.com/office/drawing/2014/main" id="{67A1BC36-EAE9-D1A4-C077-762706CD2673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0" name="Ellipse 1389">
                  <a:extLst>
                    <a:ext uri="{FF2B5EF4-FFF2-40B4-BE49-F238E27FC236}">
                      <a16:creationId xmlns:a16="http://schemas.microsoft.com/office/drawing/2014/main" id="{6B4A6ABF-B754-04E1-BE93-F538F661FD6A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1" name="Ellipse 1390">
                  <a:extLst>
                    <a:ext uri="{FF2B5EF4-FFF2-40B4-BE49-F238E27FC236}">
                      <a16:creationId xmlns:a16="http://schemas.microsoft.com/office/drawing/2014/main" id="{8B1D3F7B-45DA-1387-F594-1B19CB1087DE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2" name="Ellipse 1391">
                  <a:extLst>
                    <a:ext uri="{FF2B5EF4-FFF2-40B4-BE49-F238E27FC236}">
                      <a16:creationId xmlns:a16="http://schemas.microsoft.com/office/drawing/2014/main" id="{998805EE-EFBE-FFAF-86BC-B10FC5007451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3" name="Ellipse 1392">
                  <a:extLst>
                    <a:ext uri="{FF2B5EF4-FFF2-40B4-BE49-F238E27FC236}">
                      <a16:creationId xmlns:a16="http://schemas.microsoft.com/office/drawing/2014/main" id="{9203ACE5-A40E-703B-6643-7E40D1F4D76C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4" name="Ellipse 1393">
                  <a:extLst>
                    <a:ext uri="{FF2B5EF4-FFF2-40B4-BE49-F238E27FC236}">
                      <a16:creationId xmlns:a16="http://schemas.microsoft.com/office/drawing/2014/main" id="{814A0C1B-E935-910F-FB5C-0BEDE42D8C8B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5" name="Ellipse 1394">
                  <a:extLst>
                    <a:ext uri="{FF2B5EF4-FFF2-40B4-BE49-F238E27FC236}">
                      <a16:creationId xmlns:a16="http://schemas.microsoft.com/office/drawing/2014/main" id="{73001D62-9E14-2B22-F7BA-CE56EC8654D2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6" name="Ellipse 1395">
                  <a:extLst>
                    <a:ext uri="{FF2B5EF4-FFF2-40B4-BE49-F238E27FC236}">
                      <a16:creationId xmlns:a16="http://schemas.microsoft.com/office/drawing/2014/main" id="{8DB77F70-B182-2F24-ED85-43A5D5D4E4EC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7" name="Ellipse 1396">
                  <a:extLst>
                    <a:ext uri="{FF2B5EF4-FFF2-40B4-BE49-F238E27FC236}">
                      <a16:creationId xmlns:a16="http://schemas.microsoft.com/office/drawing/2014/main" id="{5698F637-0AD7-3668-7B62-E1A79E0647FC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398" name="Ellipse 1397">
                  <a:extLst>
                    <a:ext uri="{FF2B5EF4-FFF2-40B4-BE49-F238E27FC236}">
                      <a16:creationId xmlns:a16="http://schemas.microsoft.com/office/drawing/2014/main" id="{E1659F7E-92FF-ED7A-3045-308100BEC155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399" name="Gruppieren 1398">
                <a:extLst>
                  <a:ext uri="{FF2B5EF4-FFF2-40B4-BE49-F238E27FC236}">
                    <a16:creationId xmlns:a16="http://schemas.microsoft.com/office/drawing/2014/main" id="{702BF7EF-788C-A8D3-1F1E-C0DC8C647A02}"/>
                  </a:ext>
                </a:extLst>
              </p:cNvPr>
              <p:cNvGrpSpPr/>
              <p:nvPr/>
            </p:nvGrpSpPr>
            <p:grpSpPr>
              <a:xfrm rot="1553005">
                <a:off x="8958933" y="1355802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400" name="Ellipse 1399">
                  <a:extLst>
                    <a:ext uri="{FF2B5EF4-FFF2-40B4-BE49-F238E27FC236}">
                      <a16:creationId xmlns:a16="http://schemas.microsoft.com/office/drawing/2014/main" id="{D75AA182-B128-4574-707D-4553E41D5B89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1" name="Ellipse 1400">
                  <a:extLst>
                    <a:ext uri="{FF2B5EF4-FFF2-40B4-BE49-F238E27FC236}">
                      <a16:creationId xmlns:a16="http://schemas.microsoft.com/office/drawing/2014/main" id="{F10A5DA0-B5E0-C465-D529-6E866241D4CD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2" name="Ellipse 1401">
                  <a:extLst>
                    <a:ext uri="{FF2B5EF4-FFF2-40B4-BE49-F238E27FC236}">
                      <a16:creationId xmlns:a16="http://schemas.microsoft.com/office/drawing/2014/main" id="{762D86AC-27D0-7C9E-AD9E-311D27A2EAC8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3" name="Ellipse 1402">
                  <a:extLst>
                    <a:ext uri="{FF2B5EF4-FFF2-40B4-BE49-F238E27FC236}">
                      <a16:creationId xmlns:a16="http://schemas.microsoft.com/office/drawing/2014/main" id="{D0260FC0-5981-74B9-5E5A-87089D199A24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4" name="Ellipse 1403">
                  <a:extLst>
                    <a:ext uri="{FF2B5EF4-FFF2-40B4-BE49-F238E27FC236}">
                      <a16:creationId xmlns:a16="http://schemas.microsoft.com/office/drawing/2014/main" id="{1395D5AB-55F6-BF40-12EA-DD4149D02D25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5" name="Ellipse 1404">
                  <a:extLst>
                    <a:ext uri="{FF2B5EF4-FFF2-40B4-BE49-F238E27FC236}">
                      <a16:creationId xmlns:a16="http://schemas.microsoft.com/office/drawing/2014/main" id="{4DB13920-1FF6-DE41-C558-B019CB84A766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6" name="Ellipse 1405">
                  <a:extLst>
                    <a:ext uri="{FF2B5EF4-FFF2-40B4-BE49-F238E27FC236}">
                      <a16:creationId xmlns:a16="http://schemas.microsoft.com/office/drawing/2014/main" id="{F40E75E7-2615-AEEC-453C-B1DBE6C132B3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7" name="Ellipse 1406">
                  <a:extLst>
                    <a:ext uri="{FF2B5EF4-FFF2-40B4-BE49-F238E27FC236}">
                      <a16:creationId xmlns:a16="http://schemas.microsoft.com/office/drawing/2014/main" id="{044801F4-F7EB-1E6C-88CF-973C6EAD646F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8" name="Ellipse 1407">
                  <a:extLst>
                    <a:ext uri="{FF2B5EF4-FFF2-40B4-BE49-F238E27FC236}">
                      <a16:creationId xmlns:a16="http://schemas.microsoft.com/office/drawing/2014/main" id="{73A84347-3C69-9EEE-B02A-89944B5F941D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09" name="Ellipse 1408">
                  <a:extLst>
                    <a:ext uri="{FF2B5EF4-FFF2-40B4-BE49-F238E27FC236}">
                      <a16:creationId xmlns:a16="http://schemas.microsoft.com/office/drawing/2014/main" id="{A7250C84-D8CE-3E6A-2F3D-99186C98D5F1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0" name="Ellipse 1409">
                  <a:extLst>
                    <a:ext uri="{FF2B5EF4-FFF2-40B4-BE49-F238E27FC236}">
                      <a16:creationId xmlns:a16="http://schemas.microsoft.com/office/drawing/2014/main" id="{A72E7CD4-508D-ACD3-3E42-0DA63539A13D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1" name="Ellipse 1410">
                  <a:extLst>
                    <a:ext uri="{FF2B5EF4-FFF2-40B4-BE49-F238E27FC236}">
                      <a16:creationId xmlns:a16="http://schemas.microsoft.com/office/drawing/2014/main" id="{16A46BFF-D63A-BBF0-D422-1F1F6401DCB8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2" name="Ellipse 1411">
                  <a:extLst>
                    <a:ext uri="{FF2B5EF4-FFF2-40B4-BE49-F238E27FC236}">
                      <a16:creationId xmlns:a16="http://schemas.microsoft.com/office/drawing/2014/main" id="{78F714C4-263B-FCFB-F21A-E4F05C6513D0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3" name="Ellipse 1412">
                  <a:extLst>
                    <a:ext uri="{FF2B5EF4-FFF2-40B4-BE49-F238E27FC236}">
                      <a16:creationId xmlns:a16="http://schemas.microsoft.com/office/drawing/2014/main" id="{EE7B250A-60F7-5732-ADA0-B7579667F1A8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4" name="Ellipse 1413">
                  <a:extLst>
                    <a:ext uri="{FF2B5EF4-FFF2-40B4-BE49-F238E27FC236}">
                      <a16:creationId xmlns:a16="http://schemas.microsoft.com/office/drawing/2014/main" id="{2C9C07B5-37D6-9C7B-9A3C-0AABDF14F4B2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5" name="Ellipse 1414">
                  <a:extLst>
                    <a:ext uri="{FF2B5EF4-FFF2-40B4-BE49-F238E27FC236}">
                      <a16:creationId xmlns:a16="http://schemas.microsoft.com/office/drawing/2014/main" id="{91A2CBA2-2AA9-2BE6-8DC2-281835C844F7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6" name="Ellipse 1415">
                  <a:extLst>
                    <a:ext uri="{FF2B5EF4-FFF2-40B4-BE49-F238E27FC236}">
                      <a16:creationId xmlns:a16="http://schemas.microsoft.com/office/drawing/2014/main" id="{A5FE2C96-4D19-E58B-D202-466496C48B1C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7" name="Ellipse 1416">
                  <a:extLst>
                    <a:ext uri="{FF2B5EF4-FFF2-40B4-BE49-F238E27FC236}">
                      <a16:creationId xmlns:a16="http://schemas.microsoft.com/office/drawing/2014/main" id="{94524370-9C54-9713-FDB0-88E9F1084969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8" name="Ellipse 1417">
                  <a:extLst>
                    <a:ext uri="{FF2B5EF4-FFF2-40B4-BE49-F238E27FC236}">
                      <a16:creationId xmlns:a16="http://schemas.microsoft.com/office/drawing/2014/main" id="{EFE23F05-639A-20E3-F993-ABEBB5B90844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19" name="Ellipse 1418">
                  <a:extLst>
                    <a:ext uri="{FF2B5EF4-FFF2-40B4-BE49-F238E27FC236}">
                      <a16:creationId xmlns:a16="http://schemas.microsoft.com/office/drawing/2014/main" id="{4921A224-89CD-2C47-574A-B5B7A263AB14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0" name="Ellipse 1419">
                  <a:extLst>
                    <a:ext uri="{FF2B5EF4-FFF2-40B4-BE49-F238E27FC236}">
                      <a16:creationId xmlns:a16="http://schemas.microsoft.com/office/drawing/2014/main" id="{12998E9D-4A7A-A360-C81B-61009455E58C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1" name="Ellipse 1420">
                  <a:extLst>
                    <a:ext uri="{FF2B5EF4-FFF2-40B4-BE49-F238E27FC236}">
                      <a16:creationId xmlns:a16="http://schemas.microsoft.com/office/drawing/2014/main" id="{D1A98D8D-013E-3DF2-3875-04E7941CB8A7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2" name="Ellipse 1421">
                  <a:extLst>
                    <a:ext uri="{FF2B5EF4-FFF2-40B4-BE49-F238E27FC236}">
                      <a16:creationId xmlns:a16="http://schemas.microsoft.com/office/drawing/2014/main" id="{F184DC99-48A7-F845-4692-8968C563347B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3" name="Ellipse 1422">
                  <a:extLst>
                    <a:ext uri="{FF2B5EF4-FFF2-40B4-BE49-F238E27FC236}">
                      <a16:creationId xmlns:a16="http://schemas.microsoft.com/office/drawing/2014/main" id="{26B32077-BF24-A873-3039-2B811340C34A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4" name="Ellipse 1423">
                  <a:extLst>
                    <a:ext uri="{FF2B5EF4-FFF2-40B4-BE49-F238E27FC236}">
                      <a16:creationId xmlns:a16="http://schemas.microsoft.com/office/drawing/2014/main" id="{247B168D-14D7-C5B0-CABC-6F8EB03F2295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5" name="Ellipse 1424">
                  <a:extLst>
                    <a:ext uri="{FF2B5EF4-FFF2-40B4-BE49-F238E27FC236}">
                      <a16:creationId xmlns:a16="http://schemas.microsoft.com/office/drawing/2014/main" id="{E853B878-E032-CF96-1383-86CE45567CA3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6" name="Ellipse 1425">
                  <a:extLst>
                    <a:ext uri="{FF2B5EF4-FFF2-40B4-BE49-F238E27FC236}">
                      <a16:creationId xmlns:a16="http://schemas.microsoft.com/office/drawing/2014/main" id="{14B5FBE4-24B5-BFEC-1134-E074F037D521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27" name="Ellipse 1426">
                  <a:extLst>
                    <a:ext uri="{FF2B5EF4-FFF2-40B4-BE49-F238E27FC236}">
                      <a16:creationId xmlns:a16="http://schemas.microsoft.com/office/drawing/2014/main" id="{B9CECB0C-3DCC-3F91-A72C-0FEF89457B11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  <p:grpSp>
            <p:nvGrpSpPr>
              <p:cNvPr id="1428" name="Gruppieren 1427">
                <a:extLst>
                  <a:ext uri="{FF2B5EF4-FFF2-40B4-BE49-F238E27FC236}">
                    <a16:creationId xmlns:a16="http://schemas.microsoft.com/office/drawing/2014/main" id="{2952D6BD-A643-DBF1-4B24-4FB6D3700370}"/>
                  </a:ext>
                </a:extLst>
              </p:cNvPr>
              <p:cNvGrpSpPr/>
              <p:nvPr/>
            </p:nvGrpSpPr>
            <p:grpSpPr>
              <a:xfrm rot="3549532">
                <a:off x="9346391" y="2223707"/>
                <a:ext cx="4629584" cy="2788981"/>
                <a:chOff x="-324210" y="4706992"/>
                <a:chExt cx="4629584" cy="2788981"/>
              </a:xfrm>
            </p:grpSpPr>
            <p:sp>
              <p:nvSpPr>
                <p:cNvPr id="1429" name="Ellipse 1428">
                  <a:extLst>
                    <a:ext uri="{FF2B5EF4-FFF2-40B4-BE49-F238E27FC236}">
                      <a16:creationId xmlns:a16="http://schemas.microsoft.com/office/drawing/2014/main" id="{B76E0ED2-3E8A-AC23-DA83-FED7B99ACCF1}"/>
                    </a:ext>
                  </a:extLst>
                </p:cNvPr>
                <p:cNvSpPr/>
                <p:nvPr/>
              </p:nvSpPr>
              <p:spPr>
                <a:xfrm rot="9412871">
                  <a:off x="3657674" y="470699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0" name="Ellipse 1429">
                  <a:extLst>
                    <a:ext uri="{FF2B5EF4-FFF2-40B4-BE49-F238E27FC236}">
                      <a16:creationId xmlns:a16="http://schemas.microsoft.com/office/drawing/2014/main" id="{99E5B34B-BBD5-A18C-F09A-718E05014909}"/>
                    </a:ext>
                  </a:extLst>
                </p:cNvPr>
                <p:cNvSpPr/>
                <p:nvPr/>
              </p:nvSpPr>
              <p:spPr>
                <a:xfrm rot="9412871">
                  <a:off x="2761083" y="501081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1" name="Ellipse 1430">
                  <a:extLst>
                    <a:ext uri="{FF2B5EF4-FFF2-40B4-BE49-F238E27FC236}">
                      <a16:creationId xmlns:a16="http://schemas.microsoft.com/office/drawing/2014/main" id="{F64A93A1-9FD1-614F-F393-CF8C53447969}"/>
                    </a:ext>
                  </a:extLst>
                </p:cNvPr>
                <p:cNvSpPr/>
                <p:nvPr/>
              </p:nvSpPr>
              <p:spPr>
                <a:xfrm rot="9412871">
                  <a:off x="3176441" y="520803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2" name="Ellipse 1431">
                  <a:extLst>
                    <a:ext uri="{FF2B5EF4-FFF2-40B4-BE49-F238E27FC236}">
                      <a16:creationId xmlns:a16="http://schemas.microsoft.com/office/drawing/2014/main" id="{571A8B7D-B775-F3CB-00BF-0F95203D104F}"/>
                    </a:ext>
                  </a:extLst>
                </p:cNvPr>
                <p:cNvSpPr/>
                <p:nvPr/>
              </p:nvSpPr>
              <p:spPr>
                <a:xfrm rot="9412871">
                  <a:off x="840814" y="60402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3" name="Ellipse 1432">
                  <a:extLst>
                    <a:ext uri="{FF2B5EF4-FFF2-40B4-BE49-F238E27FC236}">
                      <a16:creationId xmlns:a16="http://schemas.microsoft.com/office/drawing/2014/main" id="{BE427FC8-8213-6D57-3793-10F87029CD10}"/>
                    </a:ext>
                  </a:extLst>
                </p:cNvPr>
                <p:cNvSpPr/>
                <p:nvPr/>
              </p:nvSpPr>
              <p:spPr>
                <a:xfrm rot="9412871">
                  <a:off x="823452" y="64037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4" name="Ellipse 1433">
                  <a:extLst>
                    <a:ext uri="{FF2B5EF4-FFF2-40B4-BE49-F238E27FC236}">
                      <a16:creationId xmlns:a16="http://schemas.microsoft.com/office/drawing/2014/main" id="{65690052-8A3E-A41B-78D4-2335C42D0148}"/>
                    </a:ext>
                  </a:extLst>
                </p:cNvPr>
                <p:cNvSpPr/>
                <p:nvPr/>
              </p:nvSpPr>
              <p:spPr>
                <a:xfrm rot="9412871">
                  <a:off x="1014781" y="6722512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5" name="Ellipse 1434">
                  <a:extLst>
                    <a:ext uri="{FF2B5EF4-FFF2-40B4-BE49-F238E27FC236}">
                      <a16:creationId xmlns:a16="http://schemas.microsoft.com/office/drawing/2014/main" id="{1586CEA6-6177-147B-89A2-7D08EAAECC7F}"/>
                    </a:ext>
                  </a:extLst>
                </p:cNvPr>
                <p:cNvSpPr/>
                <p:nvPr/>
              </p:nvSpPr>
              <p:spPr>
                <a:xfrm rot="9412871">
                  <a:off x="951364" y="573299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6" name="Ellipse 1435">
                  <a:extLst>
                    <a:ext uri="{FF2B5EF4-FFF2-40B4-BE49-F238E27FC236}">
                      <a16:creationId xmlns:a16="http://schemas.microsoft.com/office/drawing/2014/main" id="{65A1A3DA-CAB2-DDF4-301E-110A0449EC4D}"/>
                    </a:ext>
                  </a:extLst>
                </p:cNvPr>
                <p:cNvSpPr/>
                <p:nvPr/>
              </p:nvSpPr>
              <p:spPr>
                <a:xfrm rot="9412871">
                  <a:off x="1122882" y="5908329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7" name="Ellipse 1436">
                  <a:extLst>
                    <a:ext uri="{FF2B5EF4-FFF2-40B4-BE49-F238E27FC236}">
                      <a16:creationId xmlns:a16="http://schemas.microsoft.com/office/drawing/2014/main" id="{652BC4FA-87D3-DC22-2A40-00E5953255C3}"/>
                    </a:ext>
                  </a:extLst>
                </p:cNvPr>
                <p:cNvSpPr/>
                <p:nvPr/>
              </p:nvSpPr>
              <p:spPr>
                <a:xfrm rot="9412871">
                  <a:off x="1085205" y="61662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8" name="Ellipse 1437">
                  <a:extLst>
                    <a:ext uri="{FF2B5EF4-FFF2-40B4-BE49-F238E27FC236}">
                      <a16:creationId xmlns:a16="http://schemas.microsoft.com/office/drawing/2014/main" id="{DECFC335-AE07-DBBF-BB89-EA2D65B24CC3}"/>
                    </a:ext>
                  </a:extLst>
                </p:cNvPr>
                <p:cNvSpPr/>
                <p:nvPr/>
              </p:nvSpPr>
              <p:spPr>
                <a:xfrm rot="9412871">
                  <a:off x="1446420" y="682376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39" name="Ellipse 1438">
                  <a:extLst>
                    <a:ext uri="{FF2B5EF4-FFF2-40B4-BE49-F238E27FC236}">
                      <a16:creationId xmlns:a16="http://schemas.microsoft.com/office/drawing/2014/main" id="{C2C65B20-E167-0ABC-29F6-319E08B6659F}"/>
                    </a:ext>
                  </a:extLst>
                </p:cNvPr>
                <p:cNvSpPr/>
                <p:nvPr/>
              </p:nvSpPr>
              <p:spPr>
                <a:xfrm rot="9412871">
                  <a:off x="1510933" y="571578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0" name="Ellipse 1439">
                  <a:extLst>
                    <a:ext uri="{FF2B5EF4-FFF2-40B4-BE49-F238E27FC236}">
                      <a16:creationId xmlns:a16="http://schemas.microsoft.com/office/drawing/2014/main" id="{B03FA5F1-D5DC-BEC5-2AD0-08D865F21FFC}"/>
                    </a:ext>
                  </a:extLst>
                </p:cNvPr>
                <p:cNvSpPr/>
                <p:nvPr/>
              </p:nvSpPr>
              <p:spPr>
                <a:xfrm rot="9412871">
                  <a:off x="1411320" y="6395371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1" name="Ellipse 1440">
                  <a:extLst>
                    <a:ext uri="{FF2B5EF4-FFF2-40B4-BE49-F238E27FC236}">
                      <a16:creationId xmlns:a16="http://schemas.microsoft.com/office/drawing/2014/main" id="{503E28E8-BBFC-688C-B30E-02CD4289259A}"/>
                    </a:ext>
                  </a:extLst>
                </p:cNvPr>
                <p:cNvSpPr/>
                <p:nvPr/>
              </p:nvSpPr>
              <p:spPr>
                <a:xfrm rot="9412871">
                  <a:off x="1655087" y="611663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2" name="Ellipse 1441">
                  <a:extLst>
                    <a:ext uri="{FF2B5EF4-FFF2-40B4-BE49-F238E27FC236}">
                      <a16:creationId xmlns:a16="http://schemas.microsoft.com/office/drawing/2014/main" id="{0E8EB8F7-A596-E1AC-84A2-0F432B3D0BED}"/>
                    </a:ext>
                  </a:extLst>
                </p:cNvPr>
                <p:cNvSpPr/>
                <p:nvPr/>
              </p:nvSpPr>
              <p:spPr>
                <a:xfrm rot="9412871">
                  <a:off x="1842668" y="684827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3" name="Ellipse 1442">
                  <a:extLst>
                    <a:ext uri="{FF2B5EF4-FFF2-40B4-BE49-F238E27FC236}">
                      <a16:creationId xmlns:a16="http://schemas.microsoft.com/office/drawing/2014/main" id="{FB849998-BD33-7A75-03AB-DEBBCCA434B7}"/>
                    </a:ext>
                  </a:extLst>
                </p:cNvPr>
                <p:cNvSpPr/>
                <p:nvPr/>
              </p:nvSpPr>
              <p:spPr>
                <a:xfrm rot="9412871">
                  <a:off x="1894704" y="6557757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4" name="Ellipse 1443">
                  <a:extLst>
                    <a:ext uri="{FF2B5EF4-FFF2-40B4-BE49-F238E27FC236}">
                      <a16:creationId xmlns:a16="http://schemas.microsoft.com/office/drawing/2014/main" id="{42FECB0E-63B7-71FE-60C6-D0CD40389AD5}"/>
                    </a:ext>
                  </a:extLst>
                </p:cNvPr>
                <p:cNvSpPr/>
                <p:nvPr/>
              </p:nvSpPr>
              <p:spPr>
                <a:xfrm rot="9412871">
                  <a:off x="2091467" y="620471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5" name="Ellipse 1444">
                  <a:extLst>
                    <a:ext uri="{FF2B5EF4-FFF2-40B4-BE49-F238E27FC236}">
                      <a16:creationId xmlns:a16="http://schemas.microsoft.com/office/drawing/2014/main" id="{092340C5-B114-03F6-594C-C4BA0C155B98}"/>
                    </a:ext>
                  </a:extLst>
                </p:cNvPr>
                <p:cNvSpPr/>
                <p:nvPr/>
              </p:nvSpPr>
              <p:spPr>
                <a:xfrm rot="9412871">
                  <a:off x="2085711" y="571503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6" name="Ellipse 1445">
                  <a:extLst>
                    <a:ext uri="{FF2B5EF4-FFF2-40B4-BE49-F238E27FC236}">
                      <a16:creationId xmlns:a16="http://schemas.microsoft.com/office/drawing/2014/main" id="{E2A204B5-806C-4E6F-7BDB-F85D895E2AC1}"/>
                    </a:ext>
                  </a:extLst>
                </p:cNvPr>
                <p:cNvSpPr/>
                <p:nvPr/>
              </p:nvSpPr>
              <p:spPr>
                <a:xfrm rot="9412871">
                  <a:off x="2330748" y="537608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7" name="Ellipse 1446">
                  <a:extLst>
                    <a:ext uri="{FF2B5EF4-FFF2-40B4-BE49-F238E27FC236}">
                      <a16:creationId xmlns:a16="http://schemas.microsoft.com/office/drawing/2014/main" id="{4CF7B801-D218-203A-0F93-7FD76920C031}"/>
                    </a:ext>
                  </a:extLst>
                </p:cNvPr>
                <p:cNvSpPr/>
                <p:nvPr/>
              </p:nvSpPr>
              <p:spPr>
                <a:xfrm rot="9412871">
                  <a:off x="2472807" y="577189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8" name="Ellipse 1447">
                  <a:extLst>
                    <a:ext uri="{FF2B5EF4-FFF2-40B4-BE49-F238E27FC236}">
                      <a16:creationId xmlns:a16="http://schemas.microsoft.com/office/drawing/2014/main" id="{172BEE57-4F67-7499-C8BA-995344A34288}"/>
                    </a:ext>
                  </a:extLst>
                </p:cNvPr>
                <p:cNvSpPr/>
                <p:nvPr/>
              </p:nvSpPr>
              <p:spPr>
                <a:xfrm rot="9412871">
                  <a:off x="2601681" y="6143543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49" name="Ellipse 1448">
                  <a:extLst>
                    <a:ext uri="{FF2B5EF4-FFF2-40B4-BE49-F238E27FC236}">
                      <a16:creationId xmlns:a16="http://schemas.microsoft.com/office/drawing/2014/main" id="{6969B9A0-FA4F-E476-C5D6-DCDC65D25B8C}"/>
                    </a:ext>
                  </a:extLst>
                </p:cNvPr>
                <p:cNvSpPr/>
                <p:nvPr/>
              </p:nvSpPr>
              <p:spPr>
                <a:xfrm rot="9412871">
                  <a:off x="3102324" y="61168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0" name="Ellipse 1449">
                  <a:extLst>
                    <a:ext uri="{FF2B5EF4-FFF2-40B4-BE49-F238E27FC236}">
                      <a16:creationId xmlns:a16="http://schemas.microsoft.com/office/drawing/2014/main" id="{98BAD8B5-78D1-81C3-3A6D-9DEDC2624534}"/>
                    </a:ext>
                  </a:extLst>
                </p:cNvPr>
                <p:cNvSpPr/>
                <p:nvPr/>
              </p:nvSpPr>
              <p:spPr>
                <a:xfrm rot="9412871">
                  <a:off x="2930381" y="584092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1" name="Ellipse 1450">
                  <a:extLst>
                    <a:ext uri="{FF2B5EF4-FFF2-40B4-BE49-F238E27FC236}">
                      <a16:creationId xmlns:a16="http://schemas.microsoft.com/office/drawing/2014/main" id="{5D149582-8AA2-288D-E664-E3DB610C66D0}"/>
                    </a:ext>
                  </a:extLst>
                </p:cNvPr>
                <p:cNvSpPr/>
                <p:nvPr/>
              </p:nvSpPr>
              <p:spPr>
                <a:xfrm rot="9412871">
                  <a:off x="2847965" y="564787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2" name="Ellipse 1451">
                  <a:extLst>
                    <a:ext uri="{FF2B5EF4-FFF2-40B4-BE49-F238E27FC236}">
                      <a16:creationId xmlns:a16="http://schemas.microsoft.com/office/drawing/2014/main" id="{C0CA2B0A-65A5-AB53-1071-779C0382505A}"/>
                    </a:ext>
                  </a:extLst>
                </p:cNvPr>
                <p:cNvSpPr/>
                <p:nvPr/>
              </p:nvSpPr>
              <p:spPr>
                <a:xfrm rot="9412871">
                  <a:off x="2800103" y="5440076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3" name="Ellipse 1452">
                  <a:extLst>
                    <a:ext uri="{FF2B5EF4-FFF2-40B4-BE49-F238E27FC236}">
                      <a16:creationId xmlns:a16="http://schemas.microsoft.com/office/drawing/2014/main" id="{5D07E687-843E-98C2-3A7B-CC35B659E632}"/>
                    </a:ext>
                  </a:extLst>
                </p:cNvPr>
                <p:cNvSpPr/>
                <p:nvPr/>
              </p:nvSpPr>
              <p:spPr>
                <a:xfrm rot="9412871">
                  <a:off x="-324210" y="6187728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4" name="Ellipse 1453">
                  <a:extLst>
                    <a:ext uri="{FF2B5EF4-FFF2-40B4-BE49-F238E27FC236}">
                      <a16:creationId xmlns:a16="http://schemas.microsoft.com/office/drawing/2014/main" id="{5EBE6F88-55EB-CB14-D11A-CC48B094DB18}"/>
                    </a:ext>
                  </a:extLst>
                </p:cNvPr>
                <p:cNvSpPr/>
                <p:nvPr/>
              </p:nvSpPr>
              <p:spPr>
                <a:xfrm rot="9412871">
                  <a:off x="-98012" y="6465854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5" name="Ellipse 1454">
                  <a:extLst>
                    <a:ext uri="{FF2B5EF4-FFF2-40B4-BE49-F238E27FC236}">
                      <a16:creationId xmlns:a16="http://schemas.microsoft.com/office/drawing/2014/main" id="{0451C821-CA8E-0274-10CF-AE67E299AF70}"/>
                    </a:ext>
                  </a:extLst>
                </p:cNvPr>
                <p:cNvSpPr/>
                <p:nvPr/>
              </p:nvSpPr>
              <p:spPr>
                <a:xfrm rot="9412871">
                  <a:off x="313238" y="623655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  <p:sp>
              <p:nvSpPr>
                <p:cNvPr id="1456" name="Ellipse 1455">
                  <a:extLst>
                    <a:ext uri="{FF2B5EF4-FFF2-40B4-BE49-F238E27FC236}">
                      <a16:creationId xmlns:a16="http://schemas.microsoft.com/office/drawing/2014/main" id="{61E62BEA-03AF-2C66-BB89-4B09BB82168F}"/>
                    </a:ext>
                  </a:extLst>
                </p:cNvPr>
                <p:cNvSpPr/>
                <p:nvPr/>
              </p:nvSpPr>
              <p:spPr>
                <a:xfrm rot="9412871">
                  <a:off x="317346" y="6663070"/>
                  <a:ext cx="647700" cy="6477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CH"/>
                </a:p>
              </p:txBody>
            </p:sp>
          </p:grpSp>
        </p:grpSp>
        <p:pic>
          <p:nvPicPr>
            <p:cNvPr id="670" name="Grafik 669">
              <a:extLst>
                <a:ext uri="{FF2B5EF4-FFF2-40B4-BE49-F238E27FC236}">
                  <a16:creationId xmlns:a16="http://schemas.microsoft.com/office/drawing/2014/main" id="{E93E9022-F43A-7A44-7628-B946571E0F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018" t="14153" r="22248" b="41925"/>
            <a:stretch>
              <a:fillRect/>
            </a:stretch>
          </p:blipFill>
          <p:spPr>
            <a:xfrm>
              <a:off x="8387396" y="4832949"/>
              <a:ext cx="1591374" cy="1190084"/>
            </a:xfrm>
            <a:prstGeom prst="rect">
              <a:avLst/>
            </a:prstGeom>
          </p:spPr>
        </p:pic>
        <p:grpSp>
          <p:nvGrpSpPr>
            <p:cNvPr id="981" name="Gruppieren 980">
              <a:extLst>
                <a:ext uri="{FF2B5EF4-FFF2-40B4-BE49-F238E27FC236}">
                  <a16:creationId xmlns:a16="http://schemas.microsoft.com/office/drawing/2014/main" id="{20A21C04-F336-55AD-C8D1-2EA8244E9810}"/>
                </a:ext>
              </a:extLst>
            </p:cNvPr>
            <p:cNvGrpSpPr/>
            <p:nvPr/>
          </p:nvGrpSpPr>
          <p:grpSpPr>
            <a:xfrm rot="7687129" flipH="1">
              <a:off x="3624981" y="-1863526"/>
              <a:ext cx="2953403" cy="2665423"/>
              <a:chOff x="9535110" y="4663981"/>
              <a:chExt cx="2953403" cy="2665423"/>
            </a:xfrm>
          </p:grpSpPr>
          <p:sp>
            <p:nvSpPr>
              <p:cNvPr id="982" name="Ellipse 981">
                <a:extLst>
                  <a:ext uri="{FF2B5EF4-FFF2-40B4-BE49-F238E27FC236}">
                    <a16:creationId xmlns:a16="http://schemas.microsoft.com/office/drawing/2014/main" id="{9F0D5609-6034-6501-9458-5C8D8D564D60}"/>
                  </a:ext>
                </a:extLst>
              </p:cNvPr>
              <p:cNvSpPr/>
              <p:nvPr/>
            </p:nvSpPr>
            <p:spPr>
              <a:xfrm>
                <a:off x="11584949" y="64425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3" name="Ellipse 982">
                <a:extLst>
                  <a:ext uri="{FF2B5EF4-FFF2-40B4-BE49-F238E27FC236}">
                    <a16:creationId xmlns:a16="http://schemas.microsoft.com/office/drawing/2014/main" id="{EB4677B3-3838-9B30-8564-98EC4EB4BAF6}"/>
                  </a:ext>
                </a:extLst>
              </p:cNvPr>
              <p:cNvSpPr/>
              <p:nvPr/>
            </p:nvSpPr>
            <p:spPr>
              <a:xfrm>
                <a:off x="11743626" y="6115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4" name="Ellipse 983">
                <a:extLst>
                  <a:ext uri="{FF2B5EF4-FFF2-40B4-BE49-F238E27FC236}">
                    <a16:creationId xmlns:a16="http://schemas.microsoft.com/office/drawing/2014/main" id="{A0871D28-E6A4-C275-1CEC-8A6CCD365FA1}"/>
                  </a:ext>
                </a:extLst>
              </p:cNvPr>
              <p:cNvSpPr/>
              <p:nvPr/>
            </p:nvSpPr>
            <p:spPr>
              <a:xfrm>
                <a:off x="11692826" y="57467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5" name="Ellipse 984">
                <a:extLst>
                  <a:ext uri="{FF2B5EF4-FFF2-40B4-BE49-F238E27FC236}">
                    <a16:creationId xmlns:a16="http://schemas.microsoft.com/office/drawing/2014/main" id="{36362438-3583-FDED-2752-906A788FF10E}"/>
                  </a:ext>
                </a:extLst>
              </p:cNvPr>
              <p:cNvSpPr/>
              <p:nvPr/>
            </p:nvSpPr>
            <p:spPr>
              <a:xfrm>
                <a:off x="11362626" y="66817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6" name="Ellipse 985">
                <a:extLst>
                  <a:ext uri="{FF2B5EF4-FFF2-40B4-BE49-F238E27FC236}">
                    <a16:creationId xmlns:a16="http://schemas.microsoft.com/office/drawing/2014/main" id="{B349CF1B-C496-C00B-CD7D-0A74AD38D4F8}"/>
                  </a:ext>
                </a:extLst>
              </p:cNvPr>
              <p:cNvSpPr/>
              <p:nvPr/>
            </p:nvSpPr>
            <p:spPr>
              <a:xfrm>
                <a:off x="11273726" y="64531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7" name="Ellipse 986">
                <a:extLst>
                  <a:ext uri="{FF2B5EF4-FFF2-40B4-BE49-F238E27FC236}">
                    <a16:creationId xmlns:a16="http://schemas.microsoft.com/office/drawing/2014/main" id="{E786AA7C-83F3-24BB-C972-973104205AAF}"/>
                  </a:ext>
                </a:extLst>
              </p:cNvPr>
              <p:cNvSpPr/>
              <p:nvPr/>
            </p:nvSpPr>
            <p:spPr>
              <a:xfrm>
                <a:off x="11409650" y="623068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8" name="Ellipse 987">
                <a:extLst>
                  <a:ext uri="{FF2B5EF4-FFF2-40B4-BE49-F238E27FC236}">
                    <a16:creationId xmlns:a16="http://schemas.microsoft.com/office/drawing/2014/main" id="{06364315-018D-C155-2A84-F8A12131B49C}"/>
                  </a:ext>
                </a:extLst>
              </p:cNvPr>
              <p:cNvSpPr/>
              <p:nvPr/>
            </p:nvSpPr>
            <p:spPr>
              <a:xfrm>
                <a:off x="11335607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89" name="Ellipse 988">
                <a:extLst>
                  <a:ext uri="{FF2B5EF4-FFF2-40B4-BE49-F238E27FC236}">
                    <a16:creationId xmlns:a16="http://schemas.microsoft.com/office/drawing/2014/main" id="{D9ED5B70-E0D9-4814-F738-5E76E805B711}"/>
                  </a:ext>
                </a:extLst>
              </p:cNvPr>
              <p:cNvSpPr/>
              <p:nvPr/>
            </p:nvSpPr>
            <p:spPr>
              <a:xfrm>
                <a:off x="10841239" y="647781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0" name="Ellipse 989">
                <a:extLst>
                  <a:ext uri="{FF2B5EF4-FFF2-40B4-BE49-F238E27FC236}">
                    <a16:creationId xmlns:a16="http://schemas.microsoft.com/office/drawing/2014/main" id="{B78C812F-2B87-D176-F723-8DBDCD5FE713}"/>
                  </a:ext>
                </a:extLst>
              </p:cNvPr>
              <p:cNvSpPr/>
              <p:nvPr/>
            </p:nvSpPr>
            <p:spPr>
              <a:xfrm>
                <a:off x="11840813" y="53530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1" name="Ellipse 990">
                <a:extLst>
                  <a:ext uri="{FF2B5EF4-FFF2-40B4-BE49-F238E27FC236}">
                    <a16:creationId xmlns:a16="http://schemas.microsoft.com/office/drawing/2014/main" id="{9C4BAAEB-3DE5-D569-05FE-5C30C1297C89}"/>
                  </a:ext>
                </a:extLst>
              </p:cNvPr>
              <p:cNvSpPr/>
              <p:nvPr/>
            </p:nvSpPr>
            <p:spPr>
              <a:xfrm>
                <a:off x="11199683" y="589192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2" name="Ellipse 991">
                <a:extLst>
                  <a:ext uri="{FF2B5EF4-FFF2-40B4-BE49-F238E27FC236}">
                    <a16:creationId xmlns:a16="http://schemas.microsoft.com/office/drawing/2014/main" id="{DC7A2332-F197-17DC-F5B3-09027003D8B5}"/>
                  </a:ext>
                </a:extLst>
              </p:cNvPr>
              <p:cNvSpPr/>
              <p:nvPr/>
            </p:nvSpPr>
            <p:spPr>
              <a:xfrm>
                <a:off x="10866050" y="605256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3" name="Ellipse 992">
                <a:extLst>
                  <a:ext uri="{FF2B5EF4-FFF2-40B4-BE49-F238E27FC236}">
                    <a16:creationId xmlns:a16="http://schemas.microsoft.com/office/drawing/2014/main" id="{D26B26C4-1B98-C64D-9A9D-60E91B25A5AC}"/>
                  </a:ext>
                </a:extLst>
              </p:cNvPr>
              <p:cNvSpPr/>
              <p:nvPr/>
            </p:nvSpPr>
            <p:spPr>
              <a:xfrm>
                <a:off x="11741983" y="50084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4" name="Ellipse 993">
                <a:extLst>
                  <a:ext uri="{FF2B5EF4-FFF2-40B4-BE49-F238E27FC236}">
                    <a16:creationId xmlns:a16="http://schemas.microsoft.com/office/drawing/2014/main" id="{8AB7484B-A97F-5DD5-732C-88BDD42F2CCF}"/>
                  </a:ext>
                </a:extLst>
              </p:cNvPr>
              <p:cNvSpPr/>
              <p:nvPr/>
            </p:nvSpPr>
            <p:spPr>
              <a:xfrm>
                <a:off x="11273726" y="505786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5" name="Ellipse 994">
                <a:extLst>
                  <a:ext uri="{FF2B5EF4-FFF2-40B4-BE49-F238E27FC236}">
                    <a16:creationId xmlns:a16="http://schemas.microsoft.com/office/drawing/2014/main" id="{958A881A-AAEA-808D-35AB-4CEBAAF63DEF}"/>
                  </a:ext>
                </a:extLst>
              </p:cNvPr>
              <p:cNvSpPr/>
              <p:nvPr/>
            </p:nvSpPr>
            <p:spPr>
              <a:xfrm>
                <a:off x="11437416" y="466398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6" name="Ellipse 995">
                <a:extLst>
                  <a:ext uri="{FF2B5EF4-FFF2-40B4-BE49-F238E27FC236}">
                    <a16:creationId xmlns:a16="http://schemas.microsoft.com/office/drawing/2014/main" id="{87C89D31-7003-6AFB-9758-775C664A6247}"/>
                  </a:ext>
                </a:extLst>
              </p:cNvPr>
              <p:cNvSpPr/>
              <p:nvPr/>
            </p:nvSpPr>
            <p:spPr>
              <a:xfrm>
                <a:off x="10980803" y="53060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7" name="Ellipse 996">
                <a:extLst>
                  <a:ext uri="{FF2B5EF4-FFF2-40B4-BE49-F238E27FC236}">
                    <a16:creationId xmlns:a16="http://schemas.microsoft.com/office/drawing/2014/main" id="{4C526257-E613-D086-8611-D65300B4947D}"/>
                  </a:ext>
                </a:extLst>
              </p:cNvPr>
              <p:cNvSpPr/>
              <p:nvPr/>
            </p:nvSpPr>
            <p:spPr>
              <a:xfrm>
                <a:off x="10818878" y="555278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8" name="Ellipse 997">
                <a:extLst>
                  <a:ext uri="{FF2B5EF4-FFF2-40B4-BE49-F238E27FC236}">
                    <a16:creationId xmlns:a16="http://schemas.microsoft.com/office/drawing/2014/main" id="{EC4BF750-411C-9324-96C4-E3C0D0F76FDB}"/>
                  </a:ext>
                </a:extLst>
              </p:cNvPr>
              <p:cNvSpPr/>
              <p:nvPr/>
            </p:nvSpPr>
            <p:spPr>
              <a:xfrm>
                <a:off x="10499296" y="58002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999" name="Ellipse 998">
                <a:extLst>
                  <a:ext uri="{FF2B5EF4-FFF2-40B4-BE49-F238E27FC236}">
                    <a16:creationId xmlns:a16="http://schemas.microsoft.com/office/drawing/2014/main" id="{F61AEB92-183D-F375-4F2A-124597A80C37}"/>
                  </a:ext>
                </a:extLst>
              </p:cNvPr>
              <p:cNvSpPr/>
              <p:nvPr/>
            </p:nvSpPr>
            <p:spPr>
              <a:xfrm>
                <a:off x="10312324" y="62528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0" name="Ellipse 999">
                <a:extLst>
                  <a:ext uri="{FF2B5EF4-FFF2-40B4-BE49-F238E27FC236}">
                    <a16:creationId xmlns:a16="http://schemas.microsoft.com/office/drawing/2014/main" id="{92321254-50B6-DE7C-CED3-7C39E139D097}"/>
                  </a:ext>
                </a:extLst>
              </p:cNvPr>
              <p:cNvSpPr/>
              <p:nvPr/>
            </p:nvSpPr>
            <p:spPr>
              <a:xfrm>
                <a:off x="9953880" y="64683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1" name="Ellipse 1000">
                <a:extLst>
                  <a:ext uri="{FF2B5EF4-FFF2-40B4-BE49-F238E27FC236}">
                    <a16:creationId xmlns:a16="http://schemas.microsoft.com/office/drawing/2014/main" id="{164DA9A3-2B16-6F55-0FAF-DCDD89DB521C}"/>
                  </a:ext>
                </a:extLst>
              </p:cNvPr>
              <p:cNvSpPr/>
              <p:nvPr/>
            </p:nvSpPr>
            <p:spPr>
              <a:xfrm>
                <a:off x="9978642" y="60485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2" name="Ellipse 1001">
                <a:extLst>
                  <a:ext uri="{FF2B5EF4-FFF2-40B4-BE49-F238E27FC236}">
                    <a16:creationId xmlns:a16="http://schemas.microsoft.com/office/drawing/2014/main" id="{368BF617-1C8B-D9BA-B8CC-6D3A9EEB5CE2}"/>
                  </a:ext>
                </a:extLst>
              </p:cNvPr>
              <p:cNvSpPr/>
              <p:nvPr/>
            </p:nvSpPr>
            <p:spPr>
              <a:xfrm>
                <a:off x="10006040" y="5656145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3" name="Ellipse 1002">
                <a:extLst>
                  <a:ext uri="{FF2B5EF4-FFF2-40B4-BE49-F238E27FC236}">
                    <a16:creationId xmlns:a16="http://schemas.microsoft.com/office/drawing/2014/main" id="{8B7EAAA1-EF46-4655-D26B-EA43BC9E9428}"/>
                  </a:ext>
                </a:extLst>
              </p:cNvPr>
              <p:cNvSpPr/>
              <p:nvPr/>
            </p:nvSpPr>
            <p:spPr>
              <a:xfrm>
                <a:off x="9535110" y="54841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4" name="Ellipse 1003">
                <a:extLst>
                  <a:ext uri="{FF2B5EF4-FFF2-40B4-BE49-F238E27FC236}">
                    <a16:creationId xmlns:a16="http://schemas.microsoft.com/office/drawing/2014/main" id="{9E2D3042-F1C2-8AE6-5282-2D3ED85E6AAE}"/>
                  </a:ext>
                </a:extLst>
              </p:cNvPr>
              <p:cNvSpPr/>
              <p:nvPr/>
            </p:nvSpPr>
            <p:spPr>
              <a:xfrm>
                <a:off x="9584915" y="580540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5" name="Ellipse 1004">
                <a:extLst>
                  <a:ext uri="{FF2B5EF4-FFF2-40B4-BE49-F238E27FC236}">
                    <a16:creationId xmlns:a16="http://schemas.microsoft.com/office/drawing/2014/main" id="{96EBA0B5-91B5-A673-2231-13472CC2DEC1}"/>
                  </a:ext>
                </a:extLst>
              </p:cNvPr>
              <p:cNvSpPr/>
              <p:nvPr/>
            </p:nvSpPr>
            <p:spPr>
              <a:xfrm>
                <a:off x="9584915" y="601530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006" name="Ellipse 1005">
                <a:extLst>
                  <a:ext uri="{FF2B5EF4-FFF2-40B4-BE49-F238E27FC236}">
                    <a16:creationId xmlns:a16="http://schemas.microsoft.com/office/drawing/2014/main" id="{EB28AF76-E5AD-C662-8484-9E6D593F39CF}"/>
                  </a:ext>
                </a:extLst>
              </p:cNvPr>
              <p:cNvSpPr/>
              <p:nvPr/>
            </p:nvSpPr>
            <p:spPr>
              <a:xfrm>
                <a:off x="9547344" y="62252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169" name="Gruppieren 1168">
              <a:extLst>
                <a:ext uri="{FF2B5EF4-FFF2-40B4-BE49-F238E27FC236}">
                  <a16:creationId xmlns:a16="http://schemas.microsoft.com/office/drawing/2014/main" id="{DE1E0612-99C2-F1DF-0054-BBB10444D17F}"/>
                </a:ext>
              </a:extLst>
            </p:cNvPr>
            <p:cNvGrpSpPr/>
            <p:nvPr/>
          </p:nvGrpSpPr>
          <p:grpSpPr>
            <a:xfrm rot="6300000">
              <a:off x="-2575702" y="-1304657"/>
              <a:ext cx="4629584" cy="2788981"/>
              <a:chOff x="-324210" y="4706992"/>
              <a:chExt cx="4629584" cy="2788981"/>
            </a:xfrm>
          </p:grpSpPr>
          <p:sp>
            <p:nvSpPr>
              <p:cNvPr id="1170" name="Ellipse 1169">
                <a:extLst>
                  <a:ext uri="{FF2B5EF4-FFF2-40B4-BE49-F238E27FC236}">
                    <a16:creationId xmlns:a16="http://schemas.microsoft.com/office/drawing/2014/main" id="{5DC73869-9185-7766-45E0-C045515ED667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1" name="Ellipse 1170">
                <a:extLst>
                  <a:ext uri="{FF2B5EF4-FFF2-40B4-BE49-F238E27FC236}">
                    <a16:creationId xmlns:a16="http://schemas.microsoft.com/office/drawing/2014/main" id="{4EF455E2-D3E4-6918-4E9C-EEED4E0C531F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2" name="Ellipse 1171">
                <a:extLst>
                  <a:ext uri="{FF2B5EF4-FFF2-40B4-BE49-F238E27FC236}">
                    <a16:creationId xmlns:a16="http://schemas.microsoft.com/office/drawing/2014/main" id="{CA8BD9E6-3BC4-D859-4EC7-A1B8F0EECB0C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3" name="Ellipse 1172">
                <a:extLst>
                  <a:ext uri="{FF2B5EF4-FFF2-40B4-BE49-F238E27FC236}">
                    <a16:creationId xmlns:a16="http://schemas.microsoft.com/office/drawing/2014/main" id="{8BF10F4F-8777-FF43-6F38-821E9866E321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4" name="Ellipse 1173">
                <a:extLst>
                  <a:ext uri="{FF2B5EF4-FFF2-40B4-BE49-F238E27FC236}">
                    <a16:creationId xmlns:a16="http://schemas.microsoft.com/office/drawing/2014/main" id="{31BE916B-1A6E-4223-3109-65092E7BF34D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5" name="Ellipse 1174">
                <a:extLst>
                  <a:ext uri="{FF2B5EF4-FFF2-40B4-BE49-F238E27FC236}">
                    <a16:creationId xmlns:a16="http://schemas.microsoft.com/office/drawing/2014/main" id="{2797E79E-29D9-BA88-6F75-2097E3E22D83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6" name="Ellipse 1175">
                <a:extLst>
                  <a:ext uri="{FF2B5EF4-FFF2-40B4-BE49-F238E27FC236}">
                    <a16:creationId xmlns:a16="http://schemas.microsoft.com/office/drawing/2014/main" id="{916F52A7-67D0-43A4-BF79-08AB77C08E2B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7" name="Ellipse 1176">
                <a:extLst>
                  <a:ext uri="{FF2B5EF4-FFF2-40B4-BE49-F238E27FC236}">
                    <a16:creationId xmlns:a16="http://schemas.microsoft.com/office/drawing/2014/main" id="{ADD5D23C-6DFC-F8C6-865D-2BC061964CB8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8" name="Ellipse 1177">
                <a:extLst>
                  <a:ext uri="{FF2B5EF4-FFF2-40B4-BE49-F238E27FC236}">
                    <a16:creationId xmlns:a16="http://schemas.microsoft.com/office/drawing/2014/main" id="{67BD63CE-427A-FFE9-CC96-45A468135857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79" name="Ellipse 1178">
                <a:extLst>
                  <a:ext uri="{FF2B5EF4-FFF2-40B4-BE49-F238E27FC236}">
                    <a16:creationId xmlns:a16="http://schemas.microsoft.com/office/drawing/2014/main" id="{7F956B31-E4EE-31C0-3679-3E949E92AE42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0" name="Ellipse 1179">
                <a:extLst>
                  <a:ext uri="{FF2B5EF4-FFF2-40B4-BE49-F238E27FC236}">
                    <a16:creationId xmlns:a16="http://schemas.microsoft.com/office/drawing/2014/main" id="{27D36E93-FAB2-60BC-003B-50F8BC831FA7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1" name="Ellipse 1180">
                <a:extLst>
                  <a:ext uri="{FF2B5EF4-FFF2-40B4-BE49-F238E27FC236}">
                    <a16:creationId xmlns:a16="http://schemas.microsoft.com/office/drawing/2014/main" id="{41F15BFF-D88A-3448-8F8A-68E3AB97B1BE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2" name="Ellipse 1181">
                <a:extLst>
                  <a:ext uri="{FF2B5EF4-FFF2-40B4-BE49-F238E27FC236}">
                    <a16:creationId xmlns:a16="http://schemas.microsoft.com/office/drawing/2014/main" id="{B7D67AA7-C0C9-69A7-A58E-DE3C2CADD5F5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3" name="Ellipse 1182">
                <a:extLst>
                  <a:ext uri="{FF2B5EF4-FFF2-40B4-BE49-F238E27FC236}">
                    <a16:creationId xmlns:a16="http://schemas.microsoft.com/office/drawing/2014/main" id="{F99FCF55-ECAE-BFB4-1D7F-6A0A276C15F4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4" name="Ellipse 1183">
                <a:extLst>
                  <a:ext uri="{FF2B5EF4-FFF2-40B4-BE49-F238E27FC236}">
                    <a16:creationId xmlns:a16="http://schemas.microsoft.com/office/drawing/2014/main" id="{CB63B222-FF0E-AA80-2309-4EEBF7C50A0C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5" name="Ellipse 1184">
                <a:extLst>
                  <a:ext uri="{FF2B5EF4-FFF2-40B4-BE49-F238E27FC236}">
                    <a16:creationId xmlns:a16="http://schemas.microsoft.com/office/drawing/2014/main" id="{16E81F7F-54BF-DDBB-4B89-392FC7DFF78D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6" name="Ellipse 1185">
                <a:extLst>
                  <a:ext uri="{FF2B5EF4-FFF2-40B4-BE49-F238E27FC236}">
                    <a16:creationId xmlns:a16="http://schemas.microsoft.com/office/drawing/2014/main" id="{213D2D16-DD5F-CDA5-F1FA-A32FEBBC0AB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7" name="Ellipse 1186">
                <a:extLst>
                  <a:ext uri="{FF2B5EF4-FFF2-40B4-BE49-F238E27FC236}">
                    <a16:creationId xmlns:a16="http://schemas.microsoft.com/office/drawing/2014/main" id="{9DFBDDF8-A8B7-DC84-C5DC-273552059747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8" name="Ellipse 1187">
                <a:extLst>
                  <a:ext uri="{FF2B5EF4-FFF2-40B4-BE49-F238E27FC236}">
                    <a16:creationId xmlns:a16="http://schemas.microsoft.com/office/drawing/2014/main" id="{D93873B1-1CC5-4003-36E1-33DB051AA653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89" name="Ellipse 1188">
                <a:extLst>
                  <a:ext uri="{FF2B5EF4-FFF2-40B4-BE49-F238E27FC236}">
                    <a16:creationId xmlns:a16="http://schemas.microsoft.com/office/drawing/2014/main" id="{396FB992-09E7-E407-DE45-CE8DF105FDE0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0" name="Ellipse 1189">
                <a:extLst>
                  <a:ext uri="{FF2B5EF4-FFF2-40B4-BE49-F238E27FC236}">
                    <a16:creationId xmlns:a16="http://schemas.microsoft.com/office/drawing/2014/main" id="{605F6C7F-C446-0C4E-1C2A-0FA40CD3BEA8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1" name="Ellipse 1190">
                <a:extLst>
                  <a:ext uri="{FF2B5EF4-FFF2-40B4-BE49-F238E27FC236}">
                    <a16:creationId xmlns:a16="http://schemas.microsoft.com/office/drawing/2014/main" id="{29A7DB7E-8079-9C2B-CD2E-D2C5735A23A3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2" name="Ellipse 1191">
                <a:extLst>
                  <a:ext uri="{FF2B5EF4-FFF2-40B4-BE49-F238E27FC236}">
                    <a16:creationId xmlns:a16="http://schemas.microsoft.com/office/drawing/2014/main" id="{754EDFA0-9DC1-FCE9-B5A0-EDFC15BCCB22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3" name="Ellipse 1192">
                <a:extLst>
                  <a:ext uri="{FF2B5EF4-FFF2-40B4-BE49-F238E27FC236}">
                    <a16:creationId xmlns:a16="http://schemas.microsoft.com/office/drawing/2014/main" id="{BB54B283-FA10-6AF8-B49E-E72F97AF2EC0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4" name="Ellipse 1193">
                <a:extLst>
                  <a:ext uri="{FF2B5EF4-FFF2-40B4-BE49-F238E27FC236}">
                    <a16:creationId xmlns:a16="http://schemas.microsoft.com/office/drawing/2014/main" id="{52208B9D-66F9-B599-3E1B-18C0FD3D3FA2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5" name="Ellipse 1194">
                <a:extLst>
                  <a:ext uri="{FF2B5EF4-FFF2-40B4-BE49-F238E27FC236}">
                    <a16:creationId xmlns:a16="http://schemas.microsoft.com/office/drawing/2014/main" id="{EB47B2CC-18AA-7E91-19AD-02439065424E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6" name="Ellipse 1195">
                <a:extLst>
                  <a:ext uri="{FF2B5EF4-FFF2-40B4-BE49-F238E27FC236}">
                    <a16:creationId xmlns:a16="http://schemas.microsoft.com/office/drawing/2014/main" id="{276789FE-76B0-AF59-50D3-4AE44F0FCD4B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197" name="Ellipse 1196">
                <a:extLst>
                  <a:ext uri="{FF2B5EF4-FFF2-40B4-BE49-F238E27FC236}">
                    <a16:creationId xmlns:a16="http://schemas.microsoft.com/office/drawing/2014/main" id="{0780C6E5-CE9A-0BF6-D59D-5639AB5AA824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grpSp>
          <p:nvGrpSpPr>
            <p:cNvPr id="1341" name="Gruppieren 1340">
              <a:extLst>
                <a:ext uri="{FF2B5EF4-FFF2-40B4-BE49-F238E27FC236}">
                  <a16:creationId xmlns:a16="http://schemas.microsoft.com/office/drawing/2014/main" id="{334F2B90-C961-87BF-D810-8C303287E85B}"/>
                </a:ext>
              </a:extLst>
            </p:cNvPr>
            <p:cNvGrpSpPr/>
            <p:nvPr/>
          </p:nvGrpSpPr>
          <p:grpSpPr>
            <a:xfrm rot="3370345">
              <a:off x="9921341" y="-1651110"/>
              <a:ext cx="4629584" cy="2788981"/>
              <a:chOff x="-324210" y="4706992"/>
              <a:chExt cx="4629584" cy="2788981"/>
            </a:xfrm>
          </p:grpSpPr>
          <p:sp>
            <p:nvSpPr>
              <p:cNvPr id="1342" name="Ellipse 1341">
                <a:extLst>
                  <a:ext uri="{FF2B5EF4-FFF2-40B4-BE49-F238E27FC236}">
                    <a16:creationId xmlns:a16="http://schemas.microsoft.com/office/drawing/2014/main" id="{AD12DF2D-998B-85B5-96D8-04232C08CD2D}"/>
                  </a:ext>
                </a:extLst>
              </p:cNvPr>
              <p:cNvSpPr/>
              <p:nvPr/>
            </p:nvSpPr>
            <p:spPr>
              <a:xfrm rot="9412871">
                <a:off x="3657674" y="470699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3" name="Ellipse 1342">
                <a:extLst>
                  <a:ext uri="{FF2B5EF4-FFF2-40B4-BE49-F238E27FC236}">
                    <a16:creationId xmlns:a16="http://schemas.microsoft.com/office/drawing/2014/main" id="{ABDAA625-9DFF-9F1C-E82D-35EF9ABB8449}"/>
                  </a:ext>
                </a:extLst>
              </p:cNvPr>
              <p:cNvSpPr/>
              <p:nvPr/>
            </p:nvSpPr>
            <p:spPr>
              <a:xfrm rot="9412871">
                <a:off x="2761083" y="501081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4" name="Ellipse 1343">
                <a:extLst>
                  <a:ext uri="{FF2B5EF4-FFF2-40B4-BE49-F238E27FC236}">
                    <a16:creationId xmlns:a16="http://schemas.microsoft.com/office/drawing/2014/main" id="{FAC687A6-E262-343A-B432-A38DB03B9A84}"/>
                  </a:ext>
                </a:extLst>
              </p:cNvPr>
              <p:cNvSpPr/>
              <p:nvPr/>
            </p:nvSpPr>
            <p:spPr>
              <a:xfrm rot="9412871">
                <a:off x="3176441" y="520803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5" name="Ellipse 1344">
                <a:extLst>
                  <a:ext uri="{FF2B5EF4-FFF2-40B4-BE49-F238E27FC236}">
                    <a16:creationId xmlns:a16="http://schemas.microsoft.com/office/drawing/2014/main" id="{F4E1E79B-6291-7F70-39E0-45740E73FDA3}"/>
                  </a:ext>
                </a:extLst>
              </p:cNvPr>
              <p:cNvSpPr/>
              <p:nvPr/>
            </p:nvSpPr>
            <p:spPr>
              <a:xfrm rot="9412871">
                <a:off x="840814" y="60402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6" name="Ellipse 1345">
                <a:extLst>
                  <a:ext uri="{FF2B5EF4-FFF2-40B4-BE49-F238E27FC236}">
                    <a16:creationId xmlns:a16="http://schemas.microsoft.com/office/drawing/2014/main" id="{481B3B5C-23C9-43B2-0E3E-1DB5E14DA104}"/>
                  </a:ext>
                </a:extLst>
              </p:cNvPr>
              <p:cNvSpPr/>
              <p:nvPr/>
            </p:nvSpPr>
            <p:spPr>
              <a:xfrm rot="9412871">
                <a:off x="823452" y="64037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7" name="Ellipse 1346">
                <a:extLst>
                  <a:ext uri="{FF2B5EF4-FFF2-40B4-BE49-F238E27FC236}">
                    <a16:creationId xmlns:a16="http://schemas.microsoft.com/office/drawing/2014/main" id="{29D0C1AB-6223-578E-EA3E-9E5DDE733841}"/>
                  </a:ext>
                </a:extLst>
              </p:cNvPr>
              <p:cNvSpPr/>
              <p:nvPr/>
            </p:nvSpPr>
            <p:spPr>
              <a:xfrm rot="9412871">
                <a:off x="1014781" y="6722512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8" name="Ellipse 1347">
                <a:extLst>
                  <a:ext uri="{FF2B5EF4-FFF2-40B4-BE49-F238E27FC236}">
                    <a16:creationId xmlns:a16="http://schemas.microsoft.com/office/drawing/2014/main" id="{464CE7C1-F848-1E7A-D07D-1D7BCB887686}"/>
                  </a:ext>
                </a:extLst>
              </p:cNvPr>
              <p:cNvSpPr/>
              <p:nvPr/>
            </p:nvSpPr>
            <p:spPr>
              <a:xfrm rot="9412871">
                <a:off x="951364" y="573299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49" name="Ellipse 1348">
                <a:extLst>
                  <a:ext uri="{FF2B5EF4-FFF2-40B4-BE49-F238E27FC236}">
                    <a16:creationId xmlns:a16="http://schemas.microsoft.com/office/drawing/2014/main" id="{B28F56D6-0B97-E0FB-5903-1864C923D268}"/>
                  </a:ext>
                </a:extLst>
              </p:cNvPr>
              <p:cNvSpPr/>
              <p:nvPr/>
            </p:nvSpPr>
            <p:spPr>
              <a:xfrm rot="9412871">
                <a:off x="1122882" y="5908329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0" name="Ellipse 1349">
                <a:extLst>
                  <a:ext uri="{FF2B5EF4-FFF2-40B4-BE49-F238E27FC236}">
                    <a16:creationId xmlns:a16="http://schemas.microsoft.com/office/drawing/2014/main" id="{F5243730-1F53-1510-98E4-FF430A5CCC3D}"/>
                  </a:ext>
                </a:extLst>
              </p:cNvPr>
              <p:cNvSpPr/>
              <p:nvPr/>
            </p:nvSpPr>
            <p:spPr>
              <a:xfrm rot="9412871">
                <a:off x="1085205" y="61662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1" name="Ellipse 1350">
                <a:extLst>
                  <a:ext uri="{FF2B5EF4-FFF2-40B4-BE49-F238E27FC236}">
                    <a16:creationId xmlns:a16="http://schemas.microsoft.com/office/drawing/2014/main" id="{184D27A9-C894-8084-1DEE-2C861C20F2B4}"/>
                  </a:ext>
                </a:extLst>
              </p:cNvPr>
              <p:cNvSpPr/>
              <p:nvPr/>
            </p:nvSpPr>
            <p:spPr>
              <a:xfrm rot="9412871">
                <a:off x="1446420" y="682376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2" name="Ellipse 1351">
                <a:extLst>
                  <a:ext uri="{FF2B5EF4-FFF2-40B4-BE49-F238E27FC236}">
                    <a16:creationId xmlns:a16="http://schemas.microsoft.com/office/drawing/2014/main" id="{24DDBE56-CE2D-08B1-A6FB-540245F5DCFC}"/>
                  </a:ext>
                </a:extLst>
              </p:cNvPr>
              <p:cNvSpPr/>
              <p:nvPr/>
            </p:nvSpPr>
            <p:spPr>
              <a:xfrm rot="9412871">
                <a:off x="1510933" y="571578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3" name="Ellipse 1352">
                <a:extLst>
                  <a:ext uri="{FF2B5EF4-FFF2-40B4-BE49-F238E27FC236}">
                    <a16:creationId xmlns:a16="http://schemas.microsoft.com/office/drawing/2014/main" id="{50C6268B-CB67-1B32-63C1-B9C245DA9641}"/>
                  </a:ext>
                </a:extLst>
              </p:cNvPr>
              <p:cNvSpPr/>
              <p:nvPr/>
            </p:nvSpPr>
            <p:spPr>
              <a:xfrm rot="9412871">
                <a:off x="1411320" y="6395371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4" name="Ellipse 1353">
                <a:extLst>
                  <a:ext uri="{FF2B5EF4-FFF2-40B4-BE49-F238E27FC236}">
                    <a16:creationId xmlns:a16="http://schemas.microsoft.com/office/drawing/2014/main" id="{40CECC1B-4BF3-75D8-4CC4-688B7E5B2AB8}"/>
                  </a:ext>
                </a:extLst>
              </p:cNvPr>
              <p:cNvSpPr/>
              <p:nvPr/>
            </p:nvSpPr>
            <p:spPr>
              <a:xfrm rot="9412871">
                <a:off x="1655087" y="611663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5" name="Ellipse 1354">
                <a:extLst>
                  <a:ext uri="{FF2B5EF4-FFF2-40B4-BE49-F238E27FC236}">
                    <a16:creationId xmlns:a16="http://schemas.microsoft.com/office/drawing/2014/main" id="{6E320D53-2435-A3D0-0564-24902034FB5B}"/>
                  </a:ext>
                </a:extLst>
              </p:cNvPr>
              <p:cNvSpPr/>
              <p:nvPr/>
            </p:nvSpPr>
            <p:spPr>
              <a:xfrm rot="9412871">
                <a:off x="1842668" y="684827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6" name="Ellipse 1355">
                <a:extLst>
                  <a:ext uri="{FF2B5EF4-FFF2-40B4-BE49-F238E27FC236}">
                    <a16:creationId xmlns:a16="http://schemas.microsoft.com/office/drawing/2014/main" id="{ECE4F0F5-3C7E-3CCD-2C58-443BA4C68EC9}"/>
                  </a:ext>
                </a:extLst>
              </p:cNvPr>
              <p:cNvSpPr/>
              <p:nvPr/>
            </p:nvSpPr>
            <p:spPr>
              <a:xfrm rot="9412871">
                <a:off x="1894704" y="6557757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7" name="Ellipse 1356">
                <a:extLst>
                  <a:ext uri="{FF2B5EF4-FFF2-40B4-BE49-F238E27FC236}">
                    <a16:creationId xmlns:a16="http://schemas.microsoft.com/office/drawing/2014/main" id="{572578D5-5B60-0048-A36E-B98B3722D8FF}"/>
                  </a:ext>
                </a:extLst>
              </p:cNvPr>
              <p:cNvSpPr/>
              <p:nvPr/>
            </p:nvSpPr>
            <p:spPr>
              <a:xfrm rot="9412871">
                <a:off x="2091467" y="620471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8" name="Ellipse 1357">
                <a:extLst>
                  <a:ext uri="{FF2B5EF4-FFF2-40B4-BE49-F238E27FC236}">
                    <a16:creationId xmlns:a16="http://schemas.microsoft.com/office/drawing/2014/main" id="{7A407421-D5A7-20B5-1E33-C9AB6EF290DF}"/>
                  </a:ext>
                </a:extLst>
              </p:cNvPr>
              <p:cNvSpPr/>
              <p:nvPr/>
            </p:nvSpPr>
            <p:spPr>
              <a:xfrm rot="9412871">
                <a:off x="2085711" y="571503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59" name="Ellipse 1358">
                <a:extLst>
                  <a:ext uri="{FF2B5EF4-FFF2-40B4-BE49-F238E27FC236}">
                    <a16:creationId xmlns:a16="http://schemas.microsoft.com/office/drawing/2014/main" id="{64AA503C-D492-B013-31BF-E8AD950B3CA9}"/>
                  </a:ext>
                </a:extLst>
              </p:cNvPr>
              <p:cNvSpPr/>
              <p:nvPr/>
            </p:nvSpPr>
            <p:spPr>
              <a:xfrm rot="9412871">
                <a:off x="2330748" y="537608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0" name="Ellipse 1359">
                <a:extLst>
                  <a:ext uri="{FF2B5EF4-FFF2-40B4-BE49-F238E27FC236}">
                    <a16:creationId xmlns:a16="http://schemas.microsoft.com/office/drawing/2014/main" id="{8C97E912-BA6F-E385-B1E7-893F2ED5E2C9}"/>
                  </a:ext>
                </a:extLst>
              </p:cNvPr>
              <p:cNvSpPr/>
              <p:nvPr/>
            </p:nvSpPr>
            <p:spPr>
              <a:xfrm rot="9412871">
                <a:off x="2472807" y="577189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1" name="Ellipse 1360">
                <a:extLst>
                  <a:ext uri="{FF2B5EF4-FFF2-40B4-BE49-F238E27FC236}">
                    <a16:creationId xmlns:a16="http://schemas.microsoft.com/office/drawing/2014/main" id="{63C335F8-9532-5400-F92C-264E66E7522E}"/>
                  </a:ext>
                </a:extLst>
              </p:cNvPr>
              <p:cNvSpPr/>
              <p:nvPr/>
            </p:nvSpPr>
            <p:spPr>
              <a:xfrm rot="9412871">
                <a:off x="2601681" y="6143543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2" name="Ellipse 1361">
                <a:extLst>
                  <a:ext uri="{FF2B5EF4-FFF2-40B4-BE49-F238E27FC236}">
                    <a16:creationId xmlns:a16="http://schemas.microsoft.com/office/drawing/2014/main" id="{944AF922-A0DD-CD5D-722F-791FB85EF02A}"/>
                  </a:ext>
                </a:extLst>
              </p:cNvPr>
              <p:cNvSpPr/>
              <p:nvPr/>
            </p:nvSpPr>
            <p:spPr>
              <a:xfrm rot="9412871">
                <a:off x="3102324" y="61168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3" name="Ellipse 1362">
                <a:extLst>
                  <a:ext uri="{FF2B5EF4-FFF2-40B4-BE49-F238E27FC236}">
                    <a16:creationId xmlns:a16="http://schemas.microsoft.com/office/drawing/2014/main" id="{46E863AD-0ABF-E05D-EE5C-84C45D665E19}"/>
                  </a:ext>
                </a:extLst>
              </p:cNvPr>
              <p:cNvSpPr/>
              <p:nvPr/>
            </p:nvSpPr>
            <p:spPr>
              <a:xfrm rot="9412871">
                <a:off x="2930381" y="584092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4" name="Ellipse 1363">
                <a:extLst>
                  <a:ext uri="{FF2B5EF4-FFF2-40B4-BE49-F238E27FC236}">
                    <a16:creationId xmlns:a16="http://schemas.microsoft.com/office/drawing/2014/main" id="{7686C167-C53D-DF83-9A34-9E9EC1F898FF}"/>
                  </a:ext>
                </a:extLst>
              </p:cNvPr>
              <p:cNvSpPr/>
              <p:nvPr/>
            </p:nvSpPr>
            <p:spPr>
              <a:xfrm rot="9412871">
                <a:off x="2847965" y="564787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5" name="Ellipse 1364">
                <a:extLst>
                  <a:ext uri="{FF2B5EF4-FFF2-40B4-BE49-F238E27FC236}">
                    <a16:creationId xmlns:a16="http://schemas.microsoft.com/office/drawing/2014/main" id="{6BE0F4A3-14E0-8E03-A215-C4742DAE938E}"/>
                  </a:ext>
                </a:extLst>
              </p:cNvPr>
              <p:cNvSpPr/>
              <p:nvPr/>
            </p:nvSpPr>
            <p:spPr>
              <a:xfrm rot="9412871">
                <a:off x="2800103" y="5440076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6" name="Ellipse 1365">
                <a:extLst>
                  <a:ext uri="{FF2B5EF4-FFF2-40B4-BE49-F238E27FC236}">
                    <a16:creationId xmlns:a16="http://schemas.microsoft.com/office/drawing/2014/main" id="{26D6EE97-9F62-436B-B326-AA2AFF66E6DD}"/>
                  </a:ext>
                </a:extLst>
              </p:cNvPr>
              <p:cNvSpPr/>
              <p:nvPr/>
            </p:nvSpPr>
            <p:spPr>
              <a:xfrm rot="9412871">
                <a:off x="-324210" y="6187728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7" name="Ellipse 1366">
                <a:extLst>
                  <a:ext uri="{FF2B5EF4-FFF2-40B4-BE49-F238E27FC236}">
                    <a16:creationId xmlns:a16="http://schemas.microsoft.com/office/drawing/2014/main" id="{34B76237-8FA4-92E7-0675-CA55B6DDEBB2}"/>
                  </a:ext>
                </a:extLst>
              </p:cNvPr>
              <p:cNvSpPr/>
              <p:nvPr/>
            </p:nvSpPr>
            <p:spPr>
              <a:xfrm rot="9412871">
                <a:off x="-98012" y="6465854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8" name="Ellipse 1367">
                <a:extLst>
                  <a:ext uri="{FF2B5EF4-FFF2-40B4-BE49-F238E27FC236}">
                    <a16:creationId xmlns:a16="http://schemas.microsoft.com/office/drawing/2014/main" id="{ACDAC15D-B37F-0305-7AC2-57AC5FD811E4}"/>
                  </a:ext>
                </a:extLst>
              </p:cNvPr>
              <p:cNvSpPr/>
              <p:nvPr/>
            </p:nvSpPr>
            <p:spPr>
              <a:xfrm rot="9412871">
                <a:off x="313238" y="623655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369" name="Ellipse 1368">
                <a:extLst>
                  <a:ext uri="{FF2B5EF4-FFF2-40B4-BE49-F238E27FC236}">
                    <a16:creationId xmlns:a16="http://schemas.microsoft.com/office/drawing/2014/main" id="{45186D62-D986-18D9-FFEE-AA8CEB8E8009}"/>
                  </a:ext>
                </a:extLst>
              </p:cNvPr>
              <p:cNvSpPr/>
              <p:nvPr/>
            </p:nvSpPr>
            <p:spPr>
              <a:xfrm rot="9412871">
                <a:off x="317346" y="6663070"/>
                <a:ext cx="647700" cy="6477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</p:grpSp>
      <p:pic>
        <p:nvPicPr>
          <p:cNvPr id="1460" name="Grafik 1459">
            <a:extLst>
              <a:ext uri="{FF2B5EF4-FFF2-40B4-BE49-F238E27FC236}">
                <a16:creationId xmlns:a16="http://schemas.microsoft.com/office/drawing/2014/main" id="{49C68A80-2666-7021-81C9-80EF0D7F3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89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5689C78-E4CC-B05B-33DC-BD65560A4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117" b="14691"/>
          <a:stretch>
            <a:fillRect/>
          </a:stretch>
        </p:blipFill>
        <p:spPr>
          <a:xfrm>
            <a:off x="1205124" y="1021040"/>
            <a:ext cx="4858315" cy="4790334"/>
          </a:xfrm>
          <a:prstGeom prst="rect">
            <a:avLst/>
          </a:prstGeom>
        </p:spPr>
      </p:pic>
      <p:grpSp>
        <p:nvGrpSpPr>
          <p:cNvPr id="1528" name="Gruppieren 1527">
            <a:extLst>
              <a:ext uri="{FF2B5EF4-FFF2-40B4-BE49-F238E27FC236}">
                <a16:creationId xmlns:a16="http://schemas.microsoft.com/office/drawing/2014/main" id="{7DDAB54F-5F69-869F-2BA3-E937F1A89C3B}"/>
              </a:ext>
            </a:extLst>
          </p:cNvPr>
          <p:cNvGrpSpPr/>
          <p:nvPr/>
        </p:nvGrpSpPr>
        <p:grpSpPr>
          <a:xfrm>
            <a:off x="6782685" y="1495022"/>
            <a:ext cx="3884430" cy="2632478"/>
            <a:chOff x="4153785" y="466322"/>
            <a:chExt cx="3884430" cy="2632478"/>
          </a:xfrm>
        </p:grpSpPr>
        <p:pic>
          <p:nvPicPr>
            <p:cNvPr id="1516" name="Grafik 1515">
              <a:extLst>
                <a:ext uri="{FF2B5EF4-FFF2-40B4-BE49-F238E27FC236}">
                  <a16:creationId xmlns:a16="http://schemas.microsoft.com/office/drawing/2014/main" id="{BF432043-166C-FF80-B4B9-25A1CD3E31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44074"/>
            <a:stretch>
              <a:fillRect/>
            </a:stretch>
          </p:blipFill>
          <p:spPr>
            <a:xfrm>
              <a:off x="4248534" y="466322"/>
              <a:ext cx="3479800" cy="1946120"/>
            </a:xfrm>
            <a:prstGeom prst="rect">
              <a:avLst/>
            </a:prstGeom>
          </p:spPr>
        </p:pic>
        <p:sp>
          <p:nvSpPr>
            <p:cNvPr id="1517" name="Content Placeholder 2">
              <a:extLst>
                <a:ext uri="{FF2B5EF4-FFF2-40B4-BE49-F238E27FC236}">
                  <a16:creationId xmlns:a16="http://schemas.microsoft.com/office/drawing/2014/main" id="{3A9E719C-81C3-8E72-C754-E59FEEA5B101}"/>
                </a:ext>
              </a:extLst>
            </p:cNvPr>
            <p:cNvSpPr txBox="1">
              <a:spLocks/>
            </p:cNvSpPr>
            <p:nvPr/>
          </p:nvSpPr>
          <p:spPr>
            <a:xfrm>
              <a:off x="4153785" y="2630800"/>
              <a:ext cx="3884430" cy="46800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Wingdings" pitchFamily="2" charset="2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itchFamily="2" charset="2"/>
                <a:buChar char="§"/>
                <a:defRPr sz="16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Wingdings" pitchFamily="2" charset="2"/>
                <a:buChar char="§"/>
                <a:defRPr sz="11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CH" sz="6000" b="1" dirty="0">
                  <a:solidFill>
                    <a:schemeClr val="bg2">
                      <a:lumMod val="10000"/>
                    </a:schemeClr>
                  </a:solidFill>
                </a:rPr>
                <a:t>nupla.info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365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eJustice">
      <a:dk1>
        <a:srgbClr val="212121"/>
      </a:dk1>
      <a:lt1>
        <a:srgbClr val="FFFFFF"/>
      </a:lt1>
      <a:dk2>
        <a:srgbClr val="38B07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LegalLab PowerPoint" id="{4694400B-0C6C-F445-AFD6-252A0F901D5A}" vid="{81353AE6-8B9B-904A-8008-B2255B23A58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Open Legal Lab 2026 - Challenge BZO digital Präsentation</Template>
  <TotalTime>0</TotalTime>
  <Words>325</Words>
  <Application>Microsoft Office PowerPoint</Application>
  <PresentationFormat>Breitbild</PresentationFormat>
  <Paragraphs>74</Paragraphs>
  <Slides>22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Arial</vt:lpstr>
      <vt:lpstr>Calibri</vt:lpstr>
      <vt:lpstr>Roboto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Jörger</dc:creator>
  <cp:lastModifiedBy>Andreas Jörger</cp:lastModifiedBy>
  <cp:revision>29</cp:revision>
  <dcterms:created xsi:type="dcterms:W3CDTF">2026-04-26T12:45:25Z</dcterms:created>
  <dcterms:modified xsi:type="dcterms:W3CDTF">2026-04-27T12:25:55Z</dcterms:modified>
</cp:coreProperties>
</file>